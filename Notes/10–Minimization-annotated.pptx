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  <p:sldMasterId id="2147483672" r:id="rId5"/>
    <p:sldMasterId id="2147483684" r:id="rId6"/>
  </p:sldMasterIdLst>
  <p:notesMasterIdLst>
    <p:notesMasterId r:id="rId70"/>
  </p:notesMasterIdLst>
  <p:handoutMasterIdLst>
    <p:handoutMasterId r:id="rId71"/>
  </p:handoutMasterIdLst>
  <p:sldIdLst>
    <p:sldId id="788" r:id="rId7"/>
    <p:sldId id="774" r:id="rId8"/>
    <p:sldId id="1372" r:id="rId9"/>
    <p:sldId id="771" r:id="rId10"/>
    <p:sldId id="391" r:id="rId11"/>
    <p:sldId id="1352" r:id="rId12"/>
    <p:sldId id="1256" r:id="rId13"/>
    <p:sldId id="1184" r:id="rId14"/>
    <p:sldId id="1306" r:id="rId15"/>
    <p:sldId id="1223" r:id="rId16"/>
    <p:sldId id="1300" r:id="rId17"/>
    <p:sldId id="1368" r:id="rId18"/>
    <p:sldId id="1363" r:id="rId19"/>
    <p:sldId id="1364" r:id="rId20"/>
    <p:sldId id="1369" r:id="rId21"/>
    <p:sldId id="1370" r:id="rId22"/>
    <p:sldId id="1371" r:id="rId23"/>
    <p:sldId id="1362" r:id="rId24"/>
    <p:sldId id="1342" r:id="rId25"/>
    <p:sldId id="1308" r:id="rId26"/>
    <p:sldId id="1393" r:id="rId27"/>
    <p:sldId id="1350" r:id="rId28"/>
    <p:sldId id="1366" r:id="rId29"/>
    <p:sldId id="1360" r:id="rId30"/>
    <p:sldId id="1389" r:id="rId31"/>
    <p:sldId id="1192" r:id="rId32"/>
    <p:sldId id="1181" r:id="rId33"/>
    <p:sldId id="1381" r:id="rId34"/>
    <p:sldId id="1367" r:id="rId35"/>
    <p:sldId id="1243" r:id="rId36"/>
    <p:sldId id="1353" r:id="rId37"/>
    <p:sldId id="1351" r:id="rId38"/>
    <p:sldId id="1311" r:id="rId39"/>
    <p:sldId id="1312" r:id="rId40"/>
    <p:sldId id="1378" r:id="rId41"/>
    <p:sldId id="1313" r:id="rId42"/>
    <p:sldId id="1384" r:id="rId43"/>
    <p:sldId id="1315" r:id="rId44"/>
    <p:sldId id="1120" r:id="rId45"/>
    <p:sldId id="1379" r:id="rId46"/>
    <p:sldId id="1394" r:id="rId47"/>
    <p:sldId id="1361" r:id="rId48"/>
    <p:sldId id="1375" r:id="rId49"/>
    <p:sldId id="1268" r:id="rId50"/>
    <p:sldId id="1333" r:id="rId51"/>
    <p:sldId id="1390" r:id="rId52"/>
    <p:sldId id="1340" r:id="rId53"/>
    <p:sldId id="1385" r:id="rId54"/>
    <p:sldId id="1228" r:id="rId55"/>
    <p:sldId id="1229" r:id="rId56"/>
    <p:sldId id="1357" r:id="rId57"/>
    <p:sldId id="1304" r:id="rId58"/>
    <p:sldId id="1358" r:id="rId59"/>
    <p:sldId id="1359" r:id="rId60"/>
    <p:sldId id="1386" r:id="rId61"/>
    <p:sldId id="1391" r:id="rId62"/>
    <p:sldId id="1392" r:id="rId63"/>
    <p:sldId id="1387" r:id="rId64"/>
    <p:sldId id="1377" r:id="rId65"/>
    <p:sldId id="1125" r:id="rId66"/>
    <p:sldId id="1376" r:id="rId67"/>
    <p:sldId id="1395" r:id="rId68"/>
    <p:sldId id="772" r:id="rId6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457E2-B064-45D5-B019-4BC6C8A61762}" v="1" dt="2022-02-09T20:45:32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3" autoAdjust="0"/>
    <p:restoredTop sz="94690"/>
  </p:normalViewPr>
  <p:slideViewPr>
    <p:cSldViewPr>
      <p:cViewPr varScale="1">
        <p:scale>
          <a:sx n="83" d="100"/>
          <a:sy n="83" d="100"/>
        </p:scale>
        <p:origin x="1085" y="72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6/11/relationships/changesInfo" Target="changesInfos/changesInfo1.xml"/><Relationship Id="rId7" Type="http://schemas.openxmlformats.org/officeDocument/2006/relationships/slide" Target="slides/slide1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 Ahamed" userId="6f647de5-aeca-43cd-b76c-e84c6089bcf4" providerId="ADAL" clId="{B0E457E2-B064-45D5-B019-4BC6C8A61762}"/>
    <pc:docChg chg="modSld">
      <pc:chgData name="Md Maruf Ahamed" userId="6f647de5-aeca-43cd-b76c-e84c6089bcf4" providerId="ADAL" clId="{B0E457E2-B064-45D5-B019-4BC6C8A61762}" dt="2022-02-09T20:45:32.755" v="2"/>
      <pc:docMkLst>
        <pc:docMk/>
      </pc:docMkLst>
      <pc:sldChg chg="addSp delSp modSp mod">
        <pc:chgData name="Md Maruf Ahamed" userId="6f647de5-aeca-43cd-b76c-e84c6089bcf4" providerId="ADAL" clId="{B0E457E2-B064-45D5-B019-4BC6C8A61762}" dt="2022-02-09T20:45:32.755" v="2"/>
        <pc:sldMkLst>
          <pc:docMk/>
          <pc:sldMk cId="2043611692" sldId="788"/>
        </pc:sldMkLst>
        <pc:spChg chg="mod">
          <ac:chgData name="Md Maruf Ahamed" userId="6f647de5-aeca-43cd-b76c-e84c6089bcf4" providerId="ADAL" clId="{B0E457E2-B064-45D5-B019-4BC6C8A61762}" dt="2022-02-09T20:45:25.702" v="0" actId="1076"/>
          <ac:spMkLst>
            <pc:docMk/>
            <pc:sldMk cId="2043611692" sldId="788"/>
            <ac:spMk id="7" creationId="{64295ADE-74FF-47AD-9C8F-165D1AECFFA2}"/>
          </ac:spMkLst>
        </pc:spChg>
        <pc:inkChg chg="add del">
          <ac:chgData name="Md Maruf Ahamed" userId="6f647de5-aeca-43cd-b76c-e84c6089bcf4" providerId="ADAL" clId="{B0E457E2-B064-45D5-B019-4BC6C8A61762}" dt="2022-02-09T20:45:32.755" v="2"/>
          <ac:inkMkLst>
            <pc:docMk/>
            <pc:sldMk cId="2043611692" sldId="788"/>
            <ac:inkMk id="3" creationId="{A5978588-6EC8-4803-8B0A-AF278DE73455}"/>
          </ac:inkMkLst>
        </pc:inkChg>
      </pc:sldChg>
    </pc:docChg>
  </pc:docChgLst>
  <pc:docChgLst>
    <pc:chgData name="Ahamed, Md Maruf [E CPE]" userId="6f647de5-aeca-43cd-b76c-e84c6089bcf4" providerId="ADAL" clId="{35E7FAD0-E43B-45EB-927B-373B7B099D14}"/>
    <pc:docChg chg="undo custSel addSld delSld modSld sldOrd">
      <pc:chgData name="Ahamed, Md Maruf [E CPE]" userId="6f647de5-aeca-43cd-b76c-e84c6089bcf4" providerId="ADAL" clId="{35E7FAD0-E43B-45EB-927B-373B7B099D14}" dt="2022-02-09T23:10:25.479" v="147"/>
      <pc:docMkLst>
        <pc:docMk/>
      </pc:docMkLst>
      <pc:sldChg chg="modSp ord">
        <pc:chgData name="Ahamed, Md Maruf [E CPE]" userId="6f647de5-aeca-43cd-b76c-e84c6089bcf4" providerId="ADAL" clId="{35E7FAD0-E43B-45EB-927B-373B7B099D14}" dt="2022-02-08T23:14:06.635" v="10" actId="20577"/>
        <pc:sldMkLst>
          <pc:docMk/>
          <pc:sldMk cId="1865281566" sldId="774"/>
        </pc:sldMkLst>
        <pc:spChg chg="mod">
          <ac:chgData name="Ahamed, Md Maruf [E CPE]" userId="6f647de5-aeca-43cd-b76c-e84c6089bcf4" providerId="ADAL" clId="{35E7FAD0-E43B-45EB-927B-373B7B099D14}" dt="2022-02-08T23:14:06.635" v="10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addSp del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120"/>
        </pc:sldMkLst>
        <pc:spChg chg="mod">
          <ac:chgData name="Ahamed, Md Maruf [E CPE]" userId="6f647de5-aeca-43cd-b76c-e84c6089bcf4" providerId="ADAL" clId="{35E7FAD0-E43B-45EB-927B-373B7B099D14}" dt="2022-02-08T23:25:43.110" v="85" actId="1036"/>
          <ac:spMkLst>
            <pc:docMk/>
            <pc:sldMk cId="0" sldId="1120"/>
            <ac:spMk id="6" creationId="{21B786BA-B24C-4976-8516-B8BDB0478234}"/>
          </ac:spMkLst>
        </pc:spChg>
        <pc:spChg chg="mod">
          <ac:chgData name="Ahamed, Md Maruf [E CPE]" userId="6f647de5-aeca-43cd-b76c-e84c6089bcf4" providerId="ADAL" clId="{35E7FAD0-E43B-45EB-927B-373B7B099D14}" dt="2022-02-08T23:25:43.110" v="85" actId="1036"/>
          <ac:spMkLst>
            <pc:docMk/>
            <pc:sldMk cId="0" sldId="1120"/>
            <ac:spMk id="7" creationId="{B96A7893-CA4E-4B46-875F-F7C7D603E602}"/>
          </ac:spMkLst>
        </pc:spChg>
        <pc:spChg chg="mod">
          <ac:chgData name="Ahamed, Md Maruf [E CPE]" userId="6f647de5-aeca-43cd-b76c-e84c6089bcf4" providerId="ADAL" clId="{35E7FAD0-E43B-45EB-927B-373B7B099D14}" dt="2022-02-08T23:25:43.110" v="85" actId="1036"/>
          <ac:spMkLst>
            <pc:docMk/>
            <pc:sldMk cId="0" sldId="1120"/>
            <ac:spMk id="8" creationId="{2E085D7A-8B8C-4386-8F15-340AE9626F17}"/>
          </ac:spMkLst>
        </pc:spChg>
        <pc:spChg chg="mod">
          <ac:chgData name="Ahamed, Md Maruf [E CPE]" userId="6f647de5-aeca-43cd-b76c-e84c6089bcf4" providerId="ADAL" clId="{35E7FAD0-E43B-45EB-927B-373B7B099D14}" dt="2022-02-08T23:25:43.110" v="85" actId="1036"/>
          <ac:spMkLst>
            <pc:docMk/>
            <pc:sldMk cId="0" sldId="1120"/>
            <ac:spMk id="9" creationId="{C75DBF93-261A-4345-B4B1-454E7B007FD8}"/>
          </ac:spMkLst>
        </pc:spChg>
        <pc:spChg chg="mod">
          <ac:chgData name="Ahamed, Md Maruf [E CPE]" userId="6f647de5-aeca-43cd-b76c-e84c6089bcf4" providerId="ADAL" clId="{35E7FAD0-E43B-45EB-927B-373B7B099D14}" dt="2022-02-08T23:25:43.110" v="85" actId="1036"/>
          <ac:spMkLst>
            <pc:docMk/>
            <pc:sldMk cId="0" sldId="1120"/>
            <ac:spMk id="10" creationId="{36062B14-8AFF-40BD-940B-D633C52EAEF2}"/>
          </ac:spMkLst>
        </pc:spChg>
        <pc:spChg chg="mod">
          <ac:chgData name="Ahamed, Md Maruf [E CPE]" userId="6f647de5-aeca-43cd-b76c-e84c6089bcf4" providerId="ADAL" clId="{35E7FAD0-E43B-45EB-927B-373B7B099D14}" dt="2022-02-08T23:25:51.886" v="87" actId="14100"/>
          <ac:spMkLst>
            <pc:docMk/>
            <pc:sldMk cId="0" sldId="1120"/>
            <ac:spMk id="70659" creationId="{862F796A-C721-4DB4-A738-562BC488EE1B}"/>
          </ac:spMkLst>
        </pc:spChg>
        <pc:grpChg chg="mod">
          <ac:chgData name="Ahamed, Md Maruf [E CPE]" userId="6f647de5-aeca-43cd-b76c-e84c6089bcf4" providerId="ADAL" clId="{35E7FAD0-E43B-45EB-927B-373B7B099D14}" dt="2022-02-08T23:25:43.110" v="85" actId="1036"/>
          <ac:grpSpMkLst>
            <pc:docMk/>
            <pc:sldMk cId="0" sldId="1120"/>
            <ac:grpSpMk id="11" creationId="{CD47CE64-0068-4946-933A-D4E7AA3D4034}"/>
          </ac:grpSpMkLst>
        </pc:grpChg>
        <pc:graphicFrameChg chg="mod modGraphic">
          <ac:chgData name="Ahamed, Md Maruf [E CPE]" userId="6f647de5-aeca-43cd-b76c-e84c6089bcf4" providerId="ADAL" clId="{35E7FAD0-E43B-45EB-927B-373B7B099D14}" dt="2022-02-09T20:34:01.089" v="142" actId="255"/>
          <ac:graphicFrameMkLst>
            <pc:docMk/>
            <pc:sldMk cId="0" sldId="1120"/>
            <ac:graphicFrameMk id="5" creationId="{1535937F-6FD9-4764-8234-4B8AE22403E1}"/>
          </ac:graphicFrameMkLst>
        </pc:graphicFrame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120"/>
            <ac:inkMk id="2" creationId="{D1A9FB65-A7A2-498B-88BA-0C7AC31C8E96}"/>
          </ac:inkMkLst>
        </pc:inkChg>
        <pc:inkChg chg="del">
          <ac:chgData name="Ahamed, Md Maruf [E CPE]" userId="6f647de5-aeca-43cd-b76c-e84c6089bcf4" providerId="ADAL" clId="{35E7FAD0-E43B-45EB-927B-373B7B099D14}" dt="2022-02-08T23:21:13.328" v="33" actId="478"/>
          <ac:inkMkLst>
            <pc:docMk/>
            <pc:sldMk cId="0" sldId="1120"/>
            <ac:inkMk id="2" creationId="{F725BD6F-0B8C-4B3A-8514-E20CE5E721AB}"/>
          </ac:inkMkLst>
        </pc:ink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125"/>
        </pc:sldMkLst>
        <pc:inkChg chg="del">
          <ac:chgData name="Ahamed, Md Maruf [E CPE]" userId="6f647de5-aeca-43cd-b76c-e84c6089bcf4" providerId="ADAL" clId="{35E7FAD0-E43B-45EB-927B-373B7B099D14}" dt="2022-02-08T23:28:14.004" v="127" actId="478"/>
          <ac:inkMkLst>
            <pc:docMk/>
            <pc:sldMk cId="0" sldId="1125"/>
            <ac:inkMk id="2" creationId="{05DD9916-D49B-4252-835F-1E8CF56D96CD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125"/>
            <ac:inkMk id="2" creationId="{EA5112A6-BE31-4BFA-B406-C92EFED3AB9D}"/>
          </ac:inkMkLst>
        </pc:ink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181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181"/>
            <ac:inkMk id="2" creationId="{70AA491F-01F8-4EAD-9BD5-C612FB47FC97}"/>
          </ac:inkMkLst>
        </pc:inkChg>
        <pc:inkChg chg="del">
          <ac:chgData name="Ahamed, Md Maruf [E CPE]" userId="6f647de5-aeca-43cd-b76c-e84c6089bcf4" providerId="ADAL" clId="{35E7FAD0-E43B-45EB-927B-373B7B099D14}" dt="2022-02-08T23:19:44.132" v="27" actId="478"/>
          <ac:inkMkLst>
            <pc:docMk/>
            <pc:sldMk cId="0" sldId="1181"/>
            <ac:inkMk id="2" creationId="{86C63D59-3689-4510-9B6C-EA910BE4E98A}"/>
          </ac:inkMkLst>
        </pc:inkChg>
      </pc:sldChg>
      <pc:sldChg chg="add del">
        <pc:chgData name="Ahamed, Md Maruf [E CPE]" userId="6f647de5-aeca-43cd-b76c-e84c6089bcf4" providerId="ADAL" clId="{35E7FAD0-E43B-45EB-927B-373B7B099D14}" dt="2022-02-08T23:14:43.230" v="16" actId="2696"/>
        <pc:sldMkLst>
          <pc:docMk/>
          <pc:sldMk cId="0" sldId="1184"/>
        </pc:sldMkLst>
      </pc:sldChg>
      <pc:sldChg chg="add del">
        <pc:chgData name="Ahamed, Md Maruf [E CPE]" userId="6f647de5-aeca-43cd-b76c-e84c6089bcf4" providerId="ADAL" clId="{35E7FAD0-E43B-45EB-927B-373B7B099D14}" dt="2022-02-08T23:14:41.796" v="14" actId="2696"/>
        <pc:sldMkLst>
          <pc:docMk/>
          <pc:sldMk cId="0" sldId="1223"/>
        </pc:sldMkLst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229"/>
        </pc:sldMkLst>
        <pc:inkChg chg="del">
          <ac:chgData name="Ahamed, Md Maruf [E CPE]" userId="6f647de5-aeca-43cd-b76c-e84c6089bcf4" providerId="ADAL" clId="{35E7FAD0-E43B-45EB-927B-373B7B099D14}" dt="2022-02-08T23:27:32.365" v="123" actId="478"/>
          <ac:inkMkLst>
            <pc:docMk/>
            <pc:sldMk cId="0" sldId="1229"/>
            <ac:inkMk id="2" creationId="{5B0340D8-890F-4A10-9F76-465E7AC4F1B6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229"/>
            <ac:inkMk id="2" creationId="{871E355A-3A0C-4377-B9D0-E95BE534DCE2}"/>
          </ac:inkMkLst>
        </pc:inkChg>
      </pc:sldChg>
      <pc:sldChg chg="del">
        <pc:chgData name="Ahamed, Md Maruf [E CPE]" userId="6f647de5-aeca-43cd-b76c-e84c6089bcf4" providerId="ADAL" clId="{35E7FAD0-E43B-45EB-927B-373B7B099D14}" dt="2022-02-08T23:27:46.662" v="124" actId="2696"/>
        <pc:sldMkLst>
          <pc:docMk/>
          <pc:sldMk cId="0" sldId="1241"/>
        </pc:sldMkLst>
      </pc:sldChg>
      <pc:sldChg chg="del">
        <pc:chgData name="Ahamed, Md Maruf [E CPE]" userId="6f647de5-aeca-43cd-b76c-e84c6089bcf4" providerId="ADAL" clId="{35E7FAD0-E43B-45EB-927B-373B7B099D14}" dt="2022-02-08T23:22:12.931" v="34" actId="2696"/>
        <pc:sldMkLst>
          <pc:docMk/>
          <pc:sldMk cId="3495328057" sldId="1268"/>
        </pc:sldMkLst>
        <pc:spChg chg="mod">
          <ac:chgData name="Ahamed, Md Maruf [E CPE]" userId="6f647de5-aeca-43cd-b76c-e84c6089bcf4" providerId="ADAL" clId="{35E7FAD0-E43B-45EB-927B-373B7B099D14}" dt="2022-02-08T23:26:43.462" v="110" actId="20577"/>
          <ac:spMkLst>
            <pc:docMk/>
            <pc:sldMk cId="3495328057" sldId="1268"/>
            <ac:spMk id="5" creationId="{FDDF6BB4-C003-3E49-AA50-3272DFC61CA1}"/>
          </ac:spMkLst>
        </pc:sp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00"/>
        </pc:sldMkLst>
        <pc:inkChg chg="del">
          <ac:chgData name="Ahamed, Md Maruf [E CPE]" userId="6f647de5-aeca-43cd-b76c-e84c6089bcf4" providerId="ADAL" clId="{35E7FAD0-E43B-45EB-927B-373B7B099D14}" dt="2022-02-08T23:15:05.124" v="17" actId="478"/>
          <ac:inkMkLst>
            <pc:docMk/>
            <pc:sldMk cId="0" sldId="1300"/>
            <ac:inkMk id="2" creationId="{04FAEFAE-9C81-45BE-BC58-D112BB4B8838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00"/>
            <ac:inkMk id="2" creationId="{DFBFB702-DBFF-45F8-9BE7-5CDA02B72970}"/>
          </ac:inkMkLst>
        </pc:inkChg>
      </pc:sldChg>
      <pc:sldChg chg="add del">
        <pc:chgData name="Ahamed, Md Maruf [E CPE]" userId="6f647de5-aeca-43cd-b76c-e84c6089bcf4" providerId="ADAL" clId="{35E7FAD0-E43B-45EB-927B-373B7B099D14}" dt="2022-02-08T23:14:42.422" v="15" actId="2696"/>
        <pc:sldMkLst>
          <pc:docMk/>
          <pc:sldMk cId="0" sldId="1306"/>
        </pc:sldMkLst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12"/>
        </pc:sldMkLst>
        <pc:inkChg chg="del">
          <ac:chgData name="Ahamed, Md Maruf [E CPE]" userId="6f647de5-aeca-43cd-b76c-e84c6089bcf4" providerId="ADAL" clId="{35E7FAD0-E43B-45EB-927B-373B7B099D14}" dt="2022-02-08T23:20:07.580" v="29" actId="478"/>
          <ac:inkMkLst>
            <pc:docMk/>
            <pc:sldMk cId="0" sldId="1312"/>
            <ac:inkMk id="2" creationId="{AED78F6C-0B7C-4652-9AD5-D00142B4DAED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12"/>
            <ac:inkMk id="2" creationId="{EF3EFB8A-D0C4-471B-8802-B954EA2A4644}"/>
          </ac:inkMkLst>
        </pc:inkChg>
      </pc:sldChg>
      <pc:sldChg chg="addSp del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13"/>
        </pc:sldMkLst>
        <pc:spChg chg="mod">
          <ac:chgData name="Ahamed, Md Maruf [E CPE]" userId="6f647de5-aeca-43cd-b76c-e84c6089bcf4" providerId="ADAL" clId="{35E7FAD0-E43B-45EB-927B-373B7B099D14}" dt="2022-02-09T20:16:10.267" v="128" actId="208"/>
          <ac:spMkLst>
            <pc:docMk/>
            <pc:sldMk cId="0" sldId="1313"/>
            <ac:spMk id="35" creationId="{95E8BDE7-1286-F44F-ABE5-231A0B960983}"/>
          </ac:spMkLst>
        </pc:spChg>
        <pc:inkChg chg="del">
          <ac:chgData name="Ahamed, Md Maruf [E CPE]" userId="6f647de5-aeca-43cd-b76c-e84c6089bcf4" providerId="ADAL" clId="{35E7FAD0-E43B-45EB-927B-373B7B099D14}" dt="2022-02-08T23:20:12.048" v="30" actId="478"/>
          <ac:inkMkLst>
            <pc:docMk/>
            <pc:sldMk cId="0" sldId="1313"/>
            <ac:inkMk id="2" creationId="{A54721B9-AC9B-4292-922D-90CFD39B81EE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13"/>
            <ac:inkMk id="2" creationId="{C03BD268-BD88-48A0-9F7D-9397EF9496EB}"/>
          </ac:inkMkLst>
        </pc:ink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15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15"/>
            <ac:inkMk id="2" creationId="{5BE80058-094F-4A42-BB19-C1A011D4A87A}"/>
          </ac:inkMkLst>
        </pc:inkChg>
        <pc:inkChg chg="del">
          <ac:chgData name="Ahamed, Md Maruf [E CPE]" userId="6f647de5-aeca-43cd-b76c-e84c6089bcf4" providerId="ADAL" clId="{35E7FAD0-E43B-45EB-927B-373B7B099D14}" dt="2022-02-08T23:20:21.745" v="32" actId="478"/>
          <ac:inkMkLst>
            <pc:docMk/>
            <pc:sldMk cId="0" sldId="1315"/>
            <ac:inkMk id="2" creationId="{5EDCDC92-6621-44B7-BAAC-46CE05B691F6}"/>
          </ac:inkMkLst>
        </pc:inkChg>
      </pc:sldChg>
      <pc:sldChg chg="addSp del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33"/>
        </pc:sldMkLst>
        <pc:spChg chg="mod">
          <ac:chgData name="Ahamed, Md Maruf [E CPE]" userId="6f647de5-aeca-43cd-b76c-e84c6089bcf4" providerId="ADAL" clId="{35E7FAD0-E43B-45EB-927B-373B7B099D14}" dt="2022-02-08T23:26:56.770" v="112" actId="20577"/>
          <ac:spMkLst>
            <pc:docMk/>
            <pc:sldMk cId="0" sldId="1333"/>
            <ac:spMk id="71681" creationId="{43F32600-3CE7-481D-BAD3-0971CC59DE95}"/>
          </ac:spMkLst>
        </pc:sp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33"/>
            <ac:inkMk id="2" creationId="{E0A78E5A-6CD6-40BF-B3C8-7F1D3A4AC9BF}"/>
          </ac:inkMkLst>
        </pc:inkChg>
        <pc:inkChg chg="del">
          <ac:chgData name="Ahamed, Md Maruf [E CPE]" userId="6f647de5-aeca-43cd-b76c-e84c6089bcf4" providerId="ADAL" clId="{35E7FAD0-E43B-45EB-927B-373B7B099D14}" dt="2022-02-09T20:34:30.973" v="143" actId="478"/>
          <ac:inkMkLst>
            <pc:docMk/>
            <pc:sldMk cId="0" sldId="1333"/>
            <ac:inkMk id="2" creationId="{FAD3ECBC-2988-4C62-9EF9-626562D916E3}"/>
          </ac:inkMkLst>
        </pc:inkChg>
      </pc:sldChg>
      <pc:sldChg chg="modSp del">
        <pc:chgData name="Ahamed, Md Maruf [E CPE]" userId="6f647de5-aeca-43cd-b76c-e84c6089bcf4" providerId="ADAL" clId="{35E7FAD0-E43B-45EB-927B-373B7B099D14}" dt="2022-02-09T20:34:40.504" v="144" actId="2696"/>
        <pc:sldMkLst>
          <pc:docMk/>
          <pc:sldMk cId="0" sldId="1334"/>
        </pc:sldMkLst>
        <pc:spChg chg="mod">
          <ac:chgData name="Ahamed, Md Maruf [E CPE]" userId="6f647de5-aeca-43cd-b76c-e84c6089bcf4" providerId="ADAL" clId="{35E7FAD0-E43B-45EB-927B-373B7B099D14}" dt="2022-02-08T23:27:00.134" v="114" actId="20577"/>
          <ac:spMkLst>
            <pc:docMk/>
            <pc:sldMk cId="0" sldId="1334"/>
            <ac:spMk id="72705" creationId="{82443A1F-9C36-4B4F-B6D9-3AEA922D3E05}"/>
          </ac:spMkLst>
        </pc:spChg>
      </pc:sldChg>
      <pc:sldChg chg="modSp del">
        <pc:chgData name="Ahamed, Md Maruf [E CPE]" userId="6f647de5-aeca-43cd-b76c-e84c6089bcf4" providerId="ADAL" clId="{35E7FAD0-E43B-45EB-927B-373B7B099D14}" dt="2022-02-09T20:34:43.444" v="145" actId="2696"/>
        <pc:sldMkLst>
          <pc:docMk/>
          <pc:sldMk cId="0" sldId="1338"/>
        </pc:sldMkLst>
        <pc:spChg chg="mod">
          <ac:chgData name="Ahamed, Md Maruf [E CPE]" userId="6f647de5-aeca-43cd-b76c-e84c6089bcf4" providerId="ADAL" clId="{35E7FAD0-E43B-45EB-927B-373B7B099D14}" dt="2022-02-08T23:27:08.223" v="118" actId="20577"/>
          <ac:spMkLst>
            <pc:docMk/>
            <pc:sldMk cId="0" sldId="1338"/>
            <ac:spMk id="120" creationId="{4349B88B-A1ED-8F4A-9D4C-B977A34EE1C3}"/>
          </ac:spMkLst>
        </pc:spChg>
      </pc:sldChg>
      <pc:sldChg chg="modSp">
        <pc:chgData name="Ahamed, Md Maruf [E CPE]" userId="6f647de5-aeca-43cd-b76c-e84c6089bcf4" providerId="ADAL" clId="{35E7FAD0-E43B-45EB-927B-373B7B099D14}" dt="2022-02-08T23:27:11.817" v="120" actId="20577"/>
        <pc:sldMkLst>
          <pc:docMk/>
          <pc:sldMk cId="0" sldId="1340"/>
        </pc:sldMkLst>
        <pc:spChg chg="mod">
          <ac:chgData name="Ahamed, Md Maruf [E CPE]" userId="6f647de5-aeca-43cd-b76c-e84c6089bcf4" providerId="ADAL" clId="{35E7FAD0-E43B-45EB-927B-373B7B099D14}" dt="2022-02-08T23:27:11.817" v="120" actId="20577"/>
          <ac:spMkLst>
            <pc:docMk/>
            <pc:sldMk cId="0" sldId="1340"/>
            <ac:spMk id="120" creationId="{A78FC16C-B860-9144-AEB3-BD4DADE943C1}"/>
          </ac:spMkLst>
        </pc:spChg>
      </pc:sldChg>
      <pc:sldChg chg="add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2318591582" sldId="1360"/>
        </pc:sldMkLst>
        <pc:spChg chg="mod">
          <ac:chgData name="Ahamed, Md Maruf [E CPE]" userId="6f647de5-aeca-43cd-b76c-e84c6089bcf4" providerId="ADAL" clId="{35E7FAD0-E43B-45EB-927B-373B7B099D14}" dt="2022-02-08T23:22:53.488" v="41" actId="20577"/>
          <ac:spMkLst>
            <pc:docMk/>
            <pc:sldMk cId="2318591582" sldId="1360"/>
            <ac:spMk id="5" creationId="{D2CF5AA1-FCD2-374D-85B5-1D4CC54DD277}"/>
          </ac:spMkLst>
        </pc:sp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2318591582" sldId="1360"/>
            <ac:inkMk id="2" creationId="{E71C77F6-557A-4DF4-B7A4-4C7A7F701FF3}"/>
          </ac:inkMkLst>
        </pc:inkChg>
      </pc:sldChg>
      <pc:sldChg chg="add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1361889616" sldId="1361"/>
        </pc:sldMkLst>
        <pc:spChg chg="mod">
          <ac:chgData name="Ahamed, Md Maruf [E CPE]" userId="6f647de5-aeca-43cd-b76c-e84c6089bcf4" providerId="ADAL" clId="{35E7FAD0-E43B-45EB-927B-373B7B099D14}" dt="2022-02-08T23:26:26.494" v="104" actId="20577"/>
          <ac:spMkLst>
            <pc:docMk/>
            <pc:sldMk cId="1361889616" sldId="1361"/>
            <ac:spMk id="5" creationId="{D2CF5AA1-FCD2-374D-85B5-1D4CC54DD277}"/>
          </ac:spMkLst>
        </pc:sp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1361889616" sldId="1361"/>
            <ac:inkMk id="2" creationId="{7A3453F4-2A95-423A-9303-BAAC013FF87A}"/>
          </ac:inkMkLst>
        </pc:inkChg>
      </pc:sldChg>
      <pc:sldChg chg="del">
        <pc:chgData name="Ahamed, Md Maruf [E CPE]" userId="6f647de5-aeca-43cd-b76c-e84c6089bcf4" providerId="ADAL" clId="{35E7FAD0-E43B-45EB-927B-373B7B099D14}" dt="2022-02-08T23:22:12.942" v="36" actId="2696"/>
        <pc:sldMkLst>
          <pc:docMk/>
          <pc:sldMk cId="2617935370" sldId="1361"/>
        </pc:sldMkLst>
      </pc:sldChg>
      <pc:sldChg chg="add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1062250575" sldId="1366"/>
        </pc:sldMkLst>
        <pc:spChg chg="mod">
          <ac:chgData name="Ahamed, Md Maruf [E CPE]" userId="6f647de5-aeca-43cd-b76c-e84c6089bcf4" providerId="ADAL" clId="{35E7FAD0-E43B-45EB-927B-373B7B099D14}" dt="2022-02-08T23:22:51.113" v="39" actId="20577"/>
          <ac:spMkLst>
            <pc:docMk/>
            <pc:sldMk cId="1062250575" sldId="1366"/>
            <ac:spMk id="5" creationId="{D2CF5AA1-FCD2-374D-85B5-1D4CC54DD277}"/>
          </ac:spMkLst>
        </pc:sp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1062250575" sldId="1366"/>
            <ac:inkMk id="2" creationId="{AD84CBB3-1C52-4026-AC92-C7917ABE65DF}"/>
          </ac:inkMkLst>
        </pc:ink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2958528577" sldId="1370"/>
        </pc:sldMkLst>
        <pc:inkChg chg="del">
          <ac:chgData name="Ahamed, Md Maruf [E CPE]" userId="6f647de5-aeca-43cd-b76c-e84c6089bcf4" providerId="ADAL" clId="{35E7FAD0-E43B-45EB-927B-373B7B099D14}" dt="2022-02-08T23:15:58.070" v="18" actId="478"/>
          <ac:inkMkLst>
            <pc:docMk/>
            <pc:sldMk cId="2958528577" sldId="1370"/>
            <ac:inkMk id="2" creationId="{03E51471-A5C4-446C-A089-D7A515FAA3ED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2958528577" sldId="1370"/>
            <ac:inkMk id="2" creationId="{FB68F4E4-7E28-46FF-8ED6-C6F0A77BB5DF}"/>
          </ac:inkMkLst>
        </pc:inkChg>
      </pc:sldChg>
      <pc:sldChg chg="modSp">
        <pc:chgData name="Ahamed, Md Maruf [E CPE]" userId="6f647de5-aeca-43cd-b76c-e84c6089bcf4" providerId="ADAL" clId="{35E7FAD0-E43B-45EB-927B-373B7B099D14}" dt="2022-02-08T23:26:34.725" v="107" actId="20577"/>
        <pc:sldMkLst>
          <pc:docMk/>
          <pc:sldMk cId="1058311945" sldId="1375"/>
        </pc:sldMkLst>
        <pc:spChg chg="mod">
          <ac:chgData name="Ahamed, Md Maruf [E CPE]" userId="6f647de5-aeca-43cd-b76c-e84c6089bcf4" providerId="ADAL" clId="{35E7FAD0-E43B-45EB-927B-373B7B099D14}" dt="2022-02-08T23:26:34.725" v="107" actId="20577"/>
          <ac:spMkLst>
            <pc:docMk/>
            <pc:sldMk cId="1058311945" sldId="1375"/>
            <ac:spMk id="5" creationId="{D2CF5AA1-FCD2-374D-85B5-1D4CC54DD277}"/>
          </ac:spMkLst>
        </pc:spChg>
      </pc:sldChg>
      <pc:sldChg chg="del">
        <pc:chgData name="Ahamed, Md Maruf [E CPE]" userId="6f647de5-aeca-43cd-b76c-e84c6089bcf4" providerId="ADAL" clId="{35E7FAD0-E43B-45EB-927B-373B7B099D14}" dt="2022-02-08T23:22:12.936" v="35" actId="2696"/>
        <pc:sldMkLst>
          <pc:docMk/>
          <pc:sldMk cId="1816389689" sldId="1375"/>
        </pc:sldMkLst>
      </pc:sldChg>
      <pc:sldChg chg="addSp delSp modSp">
        <pc:chgData name="Ahamed, Md Maruf [E CPE]" userId="6f647de5-aeca-43cd-b76c-e84c6089bcf4" providerId="ADAL" clId="{35E7FAD0-E43B-45EB-927B-373B7B099D14}" dt="2022-02-08T23:26:04.935" v="98"/>
        <pc:sldMkLst>
          <pc:docMk/>
          <pc:sldMk cId="3732135270" sldId="1379"/>
        </pc:sldMkLst>
        <pc:spChg chg="add">
          <ac:chgData name="Ahamed, Md Maruf [E CPE]" userId="6f647de5-aeca-43cd-b76c-e84c6089bcf4" providerId="ADAL" clId="{35E7FAD0-E43B-45EB-927B-373B7B099D14}" dt="2022-02-08T23:26:04.935" v="98"/>
          <ac:spMkLst>
            <pc:docMk/>
            <pc:sldMk cId="3732135270" sldId="1379"/>
            <ac:spMk id="5" creationId="{526C3AB5-43FD-4003-9EBF-1E12CDBA86E4}"/>
          </ac:spMkLst>
        </pc:spChg>
        <pc:spChg chg="del mod">
          <ac:chgData name="Ahamed, Md Maruf [E CPE]" userId="6f647de5-aeca-43cd-b76c-e84c6089bcf4" providerId="ADAL" clId="{35E7FAD0-E43B-45EB-927B-373B7B099D14}" dt="2022-02-08T23:26:03.447" v="97" actId="478"/>
          <ac:spMkLst>
            <pc:docMk/>
            <pc:sldMk cId="3732135270" sldId="1379"/>
            <ac:spMk id="70659" creationId="{862F796A-C721-4DB4-A738-562BC488EE1B}"/>
          </ac:spMkLst>
        </pc:spChg>
        <pc:picChg chg="mod">
          <ac:chgData name="Ahamed, Md Maruf [E CPE]" userId="6f647de5-aeca-43cd-b76c-e84c6089bcf4" providerId="ADAL" clId="{35E7FAD0-E43B-45EB-927B-373B7B099D14}" dt="2022-02-08T23:26:00.819" v="95" actId="1036"/>
          <ac:picMkLst>
            <pc:docMk/>
            <pc:sldMk cId="3732135270" sldId="1379"/>
            <ac:picMk id="70657" creationId="{2459679F-F967-4B19-BC99-B2AC62DCB266}"/>
          </ac:picMkLst>
        </pc:pic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4149607150" sldId="1381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4149607150" sldId="1381"/>
            <ac:inkMk id="4" creationId="{015CA3D0-1C1D-4993-A092-4BA572C674EB}"/>
          </ac:inkMkLst>
        </pc:inkChg>
        <pc:inkChg chg="del">
          <ac:chgData name="Ahamed, Md Maruf [E CPE]" userId="6f647de5-aeca-43cd-b76c-e84c6089bcf4" providerId="ADAL" clId="{35E7FAD0-E43B-45EB-927B-373B7B099D14}" dt="2022-02-08T23:19:48.280" v="28" actId="478"/>
          <ac:inkMkLst>
            <pc:docMk/>
            <pc:sldMk cId="4149607150" sldId="1381"/>
            <ac:inkMk id="4" creationId="{82D2D74B-FF04-436A-B0C1-EDD66DD44998}"/>
          </ac:inkMkLst>
        </pc:ink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84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84"/>
            <ac:inkMk id="2" creationId="{7502EED5-C30E-42CE-A7FF-A8BEA1441F9E}"/>
          </ac:inkMkLst>
        </pc:inkChg>
        <pc:inkChg chg="del">
          <ac:chgData name="Ahamed, Md Maruf [E CPE]" userId="6f647de5-aeca-43cd-b76c-e84c6089bcf4" providerId="ADAL" clId="{35E7FAD0-E43B-45EB-927B-373B7B099D14}" dt="2022-02-08T23:20:14.799" v="31" actId="478"/>
          <ac:inkMkLst>
            <pc:docMk/>
            <pc:sldMk cId="0" sldId="1384"/>
            <ac:inkMk id="2" creationId="{F0070912-64B9-4E1C-8F41-F6AC4FF79FDC}"/>
          </ac:inkMkLst>
        </pc:inkChg>
      </pc:sldChg>
      <pc:sldChg chg="delSp modSp">
        <pc:chgData name="Ahamed, Md Maruf [E CPE]" userId="6f647de5-aeca-43cd-b76c-e84c6089bcf4" providerId="ADAL" clId="{35E7FAD0-E43B-45EB-927B-373B7B099D14}" dt="2022-02-09T20:34:48.900" v="146" actId="478"/>
        <pc:sldMkLst>
          <pc:docMk/>
          <pc:sldMk cId="0" sldId="1385"/>
        </pc:sldMkLst>
        <pc:spChg chg="mod">
          <ac:chgData name="Ahamed, Md Maruf [E CPE]" userId="6f647de5-aeca-43cd-b76c-e84c6089bcf4" providerId="ADAL" clId="{35E7FAD0-E43B-45EB-927B-373B7B099D14}" dt="2022-02-08T23:27:16.237" v="122" actId="20577"/>
          <ac:spMkLst>
            <pc:docMk/>
            <pc:sldMk cId="0" sldId="1385"/>
            <ac:spMk id="120" creationId="{4E663C87-4E60-284C-B5E2-B17C2C50AB9C}"/>
          </ac:spMkLst>
        </pc:spChg>
        <pc:inkChg chg="del">
          <ac:chgData name="Ahamed, Md Maruf [E CPE]" userId="6f647de5-aeca-43cd-b76c-e84c6089bcf4" providerId="ADAL" clId="{35E7FAD0-E43B-45EB-927B-373B7B099D14}" dt="2022-02-09T20:34:48.900" v="146" actId="478"/>
          <ac:inkMkLst>
            <pc:docMk/>
            <pc:sldMk cId="0" sldId="1385"/>
            <ac:inkMk id="2" creationId="{F1075A5D-1C75-4537-8A15-BDBD395B339A}"/>
          </ac:inkMkLst>
        </pc:inkChg>
      </pc:sldChg>
      <pc:sldChg chg="addSp">
        <pc:chgData name="Ahamed, Md Maruf [E CPE]" userId="6f647de5-aeca-43cd-b76c-e84c6089bcf4" providerId="ADAL" clId="{35E7FAD0-E43B-45EB-927B-373B7B099D14}" dt="2022-02-09T23:10:25.479" v="147"/>
        <pc:sldMkLst>
          <pc:docMk/>
          <pc:sldMk cId="0" sldId="1386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0" sldId="1386"/>
            <ac:inkMk id="2" creationId="{544C54AF-8BDC-47DB-BEC5-FED1F9030E1C}"/>
          </ac:inkMkLst>
        </pc:ink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3729637042" sldId="1387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3729637042" sldId="1387"/>
            <ac:inkMk id="2" creationId="{67D5C7A4-59C8-4153-93A6-E7A511980E8E}"/>
          </ac:inkMkLst>
        </pc:inkChg>
        <pc:inkChg chg="del">
          <ac:chgData name="Ahamed, Md Maruf [E CPE]" userId="6f647de5-aeca-43cd-b76c-e84c6089bcf4" providerId="ADAL" clId="{35E7FAD0-E43B-45EB-927B-373B7B099D14}" dt="2022-02-08T23:28:05.573" v="126" actId="478"/>
          <ac:inkMkLst>
            <pc:docMk/>
            <pc:sldMk cId="3729637042" sldId="1387"/>
            <ac:inkMk id="2" creationId="{F4FAF26B-D638-41F9-AC8A-B5A1744C054D}"/>
          </ac:inkMkLst>
        </pc:inkChg>
      </pc:sldChg>
      <pc:sldChg chg="modSp">
        <pc:chgData name="Ahamed, Md Maruf [E CPE]" userId="6f647de5-aeca-43cd-b76c-e84c6089bcf4" providerId="ADAL" clId="{35E7FAD0-E43B-45EB-927B-373B7B099D14}" dt="2022-02-08T23:23:08.051" v="43"/>
        <pc:sldMkLst>
          <pc:docMk/>
          <pc:sldMk cId="2415087933" sldId="1389"/>
        </pc:sldMkLst>
        <pc:spChg chg="mod">
          <ac:chgData name="Ahamed, Md Maruf [E CPE]" userId="6f647de5-aeca-43cd-b76c-e84c6089bcf4" providerId="ADAL" clId="{35E7FAD0-E43B-45EB-927B-373B7B099D14}" dt="2022-02-08T23:23:08.051" v="43"/>
          <ac:spMkLst>
            <pc:docMk/>
            <pc:sldMk cId="2415087933" sldId="1389"/>
            <ac:spMk id="5" creationId="{D2CF5AA1-FCD2-374D-85B5-1D4CC54DD277}"/>
          </ac:spMkLst>
        </pc:spChg>
      </pc:sldChg>
      <pc:sldChg chg="modSp">
        <pc:chgData name="Ahamed, Md Maruf [E CPE]" userId="6f647de5-aeca-43cd-b76c-e84c6089bcf4" providerId="ADAL" clId="{35E7FAD0-E43B-45EB-927B-373B7B099D14}" dt="2022-02-08T23:27:03.921" v="116" actId="20577"/>
        <pc:sldMkLst>
          <pc:docMk/>
          <pc:sldMk cId="2366365297" sldId="1390"/>
        </pc:sldMkLst>
        <pc:spChg chg="mod">
          <ac:chgData name="Ahamed, Md Maruf [E CPE]" userId="6f647de5-aeca-43cd-b76c-e84c6089bcf4" providerId="ADAL" clId="{35E7FAD0-E43B-45EB-927B-373B7B099D14}" dt="2022-02-08T23:27:03.921" v="116" actId="20577"/>
          <ac:spMkLst>
            <pc:docMk/>
            <pc:sldMk cId="2366365297" sldId="1390"/>
            <ac:spMk id="74753" creationId="{FF6F1F6D-E7E3-4F80-9A6A-EE3CD555779D}"/>
          </ac:spMkLst>
        </pc:spChg>
      </pc:sldChg>
      <pc:sldChg chg="addSp delSp">
        <pc:chgData name="Ahamed, Md Maruf [E CPE]" userId="6f647de5-aeca-43cd-b76c-e84c6089bcf4" providerId="ADAL" clId="{35E7FAD0-E43B-45EB-927B-373B7B099D14}" dt="2022-02-09T23:10:25.479" v="147"/>
        <pc:sldMkLst>
          <pc:docMk/>
          <pc:sldMk cId="985498302" sldId="1391"/>
        </pc:sldMkLst>
        <pc:inkChg chg="del">
          <ac:chgData name="Ahamed, Md Maruf [E CPE]" userId="6f647de5-aeca-43cd-b76c-e84c6089bcf4" providerId="ADAL" clId="{35E7FAD0-E43B-45EB-927B-373B7B099D14}" dt="2022-02-08T23:27:57.741" v="125" actId="478"/>
          <ac:inkMkLst>
            <pc:docMk/>
            <pc:sldMk cId="985498302" sldId="1391"/>
            <ac:inkMk id="10" creationId="{64B22792-0099-432F-BA36-105078C2C6D1}"/>
          </ac:inkMkLst>
        </pc:ink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985498302" sldId="1391"/>
            <ac:inkMk id="10" creationId="{8A398A06-A1FA-4AD9-AFC4-2E24DBA568CB}"/>
          </ac:inkMkLst>
        </pc:inkChg>
      </pc:sldChg>
      <pc:sldChg chg="addSp">
        <pc:chgData name="Ahamed, Md Maruf [E CPE]" userId="6f647de5-aeca-43cd-b76c-e84c6089bcf4" providerId="ADAL" clId="{35E7FAD0-E43B-45EB-927B-373B7B099D14}" dt="2022-02-09T23:10:25.479" v="147"/>
        <pc:sldMkLst>
          <pc:docMk/>
          <pc:sldMk cId="3401684740" sldId="1393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3401684740" sldId="1393"/>
            <ac:inkMk id="2" creationId="{84EEAB5E-A642-46C7-9FD8-9DF3C18BB2C3}"/>
          </ac:inkMkLst>
        </pc:inkChg>
      </pc:sldChg>
      <pc:sldChg chg="addSp modSp">
        <pc:chgData name="Ahamed, Md Maruf [E CPE]" userId="6f647de5-aeca-43cd-b76c-e84c6089bcf4" providerId="ADAL" clId="{35E7FAD0-E43B-45EB-927B-373B7B099D14}" dt="2022-02-09T23:10:25.479" v="147"/>
        <pc:sldMkLst>
          <pc:docMk/>
          <pc:sldMk cId="611304121" sldId="1394"/>
        </pc:sldMkLst>
        <pc:spChg chg="mod">
          <ac:chgData name="Ahamed, Md Maruf [E CPE]" userId="6f647de5-aeca-43cd-b76c-e84c6089bcf4" providerId="ADAL" clId="{35E7FAD0-E43B-45EB-927B-373B7B099D14}" dt="2022-02-08T23:26:21.462" v="101" actId="20577"/>
          <ac:spMkLst>
            <pc:docMk/>
            <pc:sldMk cId="611304121" sldId="1394"/>
            <ac:spMk id="5" creationId="{D2CF5AA1-FCD2-374D-85B5-1D4CC54DD277}"/>
          </ac:spMkLst>
        </pc:spChg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611304121" sldId="1394"/>
            <ac:inkMk id="2" creationId="{22E28058-9D14-4C93-9E88-717E3F47E818}"/>
          </ac:inkMkLst>
        </pc:inkChg>
      </pc:sldChg>
      <pc:sldChg chg="del">
        <pc:chgData name="Ahamed, Md Maruf [E CPE]" userId="6f647de5-aeca-43cd-b76c-e84c6089bcf4" providerId="ADAL" clId="{35E7FAD0-E43B-45EB-927B-373B7B099D14}" dt="2022-02-08T23:22:12.949" v="37" actId="2696"/>
        <pc:sldMkLst>
          <pc:docMk/>
          <pc:sldMk cId="2780892024" sldId="1394"/>
        </pc:sldMkLst>
      </pc:sldChg>
      <pc:sldChg chg="addSp">
        <pc:chgData name="Ahamed, Md Maruf [E CPE]" userId="6f647de5-aeca-43cd-b76c-e84c6089bcf4" providerId="ADAL" clId="{35E7FAD0-E43B-45EB-927B-373B7B099D14}" dt="2022-02-09T23:10:25.479" v="147"/>
        <pc:sldMkLst>
          <pc:docMk/>
          <pc:sldMk cId="434063695" sldId="1395"/>
        </pc:sldMkLst>
        <pc:inkChg chg="add">
          <ac:chgData name="Ahamed, Md Maruf [E CPE]" userId="6f647de5-aeca-43cd-b76c-e84c6089bcf4" providerId="ADAL" clId="{35E7FAD0-E43B-45EB-927B-373B7B099D14}" dt="2022-02-09T23:10:25.479" v="147"/>
          <ac:inkMkLst>
            <pc:docMk/>
            <pc:sldMk cId="434063695" sldId="1395"/>
            <ac:inkMk id="2" creationId="{87F22829-D9FE-4073-A944-087D1604FB77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15T22:28:09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21249 762 1566 0,'-3'-8'34'0,"3"3"7"0,0-3 2 0,-3 3 1 0,3 2-35 0,-2-5-9 0,-1 0 0 0,0 3 0 0,-3 5 41 0,3-8 7 16,-6 3 0-16,0 5 1 15,0-3 3-15,-3 3 1 0,0 0 0 0,-3 0 0 16,0 3-30-16,0 2-7 0,-2 0 0 0,-1-2-1 0,0 5-15 0,0 0 8 15,3 0-8-15,-3 5 0 16,3-5 11-16,0 5-11 0,4-5 12 0,-1 0-12 0,3 5 0 0,3 0 0 16,0-5 0-16,6 3 0 0,0 2 0 0,3 0 0 15,3 3 0-15,0-3 0 0,3-2 0 0,0 2 0 16,2 0 0-16,1-2 0 0,0 2 0 16,3 0 0-16,0 3 0 0,0-2 0 0,3-4 0 0,-3 3 0 15,-3 1 0-15,2-4 0 0,-2 3 0 0,-3 1 0 16,0-4 0-16,-3 4 0 0,-3-1 0 0,0-5 0 15,-6 2 0-15,0 3 0 0,-3-5 0 0,0 6 0 0,-3-6 0 0,-3 0 0 16,-2-1 8-16,2 1-8 16,-3 0 0-16,0 3 0 0,0-3 0 0,0 0 0 0,0 0 0 0,-3-6 0 15,3 4 0-15,-2-1 0 0,2-2 0 0,0 2 0 16,0-5 0-16,0 0-19 0,3 0 4 0,0 0 1 31,3 0-49-31,3-5-9 0,0 2-3 0</inkml:trace>
  <inkml:trace contextRef="#ctx0" brushRef="#br0" timeOffset="368.24">21404 873 1354 0,'0'0'38'0,"0"0"10"0,-6 0-39 0,-3 3-9 16,3 2 0-16,-3-5 0 15,1 8 74-15,-1-3 13 0,0-2 2 0,0 2 1 16,0 3-22-16,0 5-5 0,3-5-1 0,0 3 0 0,3 2-29 0,-3 0-5 15,3 3-2-15,0-2 0 0,3 1-16 0,0 1-10 16,3-2 12-16,3-4-12 0,0 9 0 0,3-9 0 16,3 3 0-16,3 1 0 0,-3-4 0 0,2 1 0 15,4-3 0-15,0 0 0 0,3-6 0 0,0-2 0 16,3 6 0-16,0-6 0 0,-1-6 0 0,1 6 0 16,0-2 12-16,-3-4-12 0,0 4 33 0,-4-4 0 15,1-1 0-15,-3 1 0 0,-3-2 29 0,-3 0 6 16,-3 0 0-16,0-5 1 0,-3 3-4 0,0 2-1 15,-6-6 0-15,0-1 0 0,0 1-29 0,-6-2-7 16,3 1 0-16,-6-4-1 0,0 8-16 0,-3-2-3 16,-2 0-8-16,2 2 12 0,-3 1-12 15,-3 2 0-15,3 0 0 0,-6 5 0 0,6 3 0 0,-2-5-8 0,2 5 8 0,0 5-13 16,0-5-19 0,3 0-4-16,3 3-1 0,-3 2 0 0,3-5-103 15,1 3-20-15,5 2-4 0</inkml:trace>
  <inkml:trace contextRef="#ctx0" brushRef="#br0" timeOffset="665.09">21922 844 1668 0,'0'0'47'0,"0"0"11"0,0 0-46 31,-3 0-12-31,3 0 0 0,-6 0 0 0,0-5 65 0,0 5 11 0,0 0 3 0,0 0 0 0,6 0-17 0,-6 5-3 16,3-5-1-16,-2 8 0 15,2-3-27-15,0 3-6 0,3 0-1 0,0 5 0 0,-3-2-24 0,3 5 0 16,3 2 0-16,-3 4 0 16,3 1 32-16,-3-1 2 0,3 1 0 0,0 6 0 0,-1-7-20 0,1 1-4 15,3 1-1-15,-3 3 0 0,0-3-9 0,0-3 0 16,0 0 0-16,0 8 8 0,0-5-8 0,-3 5 0 16,3 0 0-16,0 0 0 0,-3-5 0 0,0 5 0 15,3-5 0-15,-3-3 0 0,0 0 0 16,0 0 0-16,0-5-12 0,0 0 12 15,0 0-48-15,0-3-1 0,0-5-1 0,0 0 0 16,0 0-156-16,0-8-31 0,0 0-7 0,0 0 0 0</inkml:trace>
  <inkml:trace contextRef="#ctx0" brushRef="#br0" timeOffset="975.49">21889 836 1728 0,'0'-5'38'0,"-3"2"8"0,3-5 2 0,0 0 0 16,3 3-39-16,0-3-9 0,0 0 0 0,0 3 0 16,3-3 104-16,0 3 20 0,3 2 3 0,0-5 1 15,0 3-65-15,3 2-13 0,3-2-2 0,0 5-1 16,0-3-7-16,-1 3-2 0,4 0 0 0,0 3 0 0,-3-3 4 0,3 5 1 16,0 3 0-16,0 0 0 15,-3 0-35-15,-1 5-8 0,1-2 0 0,-3 2 0 16,0 3 0-16,-3 5 0 0,-3-5 0 0,0 10 0 15,-3-7 0-15,-3 7 0 0,-3 3 0 0,0-5 0 16,-6 0-24-16,0 3-6 0,-3-6-2 0,-3 3 0 16,-3-3 0-16,-2-5 0 0,-4-1 0 0,0-1 0 0,-3 2 32 0,3-9 0 15,-2 7 0-15,-1-6 0 16,3 0-160-16,3 0-27 0,0-3-5 0</inkml:trace>
  <inkml:trace contextRef="#ctx0" brushRef="#br0" timeOffset="1558.159">20979 410 1602 0,'0'0'35'0,"-9"0"7"0,-6 0 2 0,-3 5 1 0,-3-5-36 15,-6 3-9-15,0 8 0 0,-5-3 0 16,-4 7 30-16,0 1 4 0,4 11 1 0,-7 5 0 0,6-3-35 0,0 8 0 0,-2 0 0 0,-1 5 0 31,3-5 0-31,0 0 0 0,7 0 0 0,-1 8 0 0,9 3 0 0,3 2 0 0,6 0 0 16,6 1 0-16,6-6 0 0,6 0 0 16,6 0 0-16,3 0 0 0,3 5 0 0,6-5 0 15,2 0 0-15,7 0 0 0,0-8 0 0,5-3 0 16,7-2 0-16,9-3 0 0,-4-5 0 0,4 2 0 15,-1-10 0-15,10-3 0 0,-4-2 0 0,4 2 0 0,2 1 0 0,4-7 0 32,-7-7-44-32,1 0-16 0,2 0-4 0</inkml:trace>
  <inkml:trace contextRef="#ctx0" brushRef="#br0" timeOffset="1902.99">22303 447 1638 0,'-6'-10'36'0,"6"10"7"0,-3-6 1 0,0 4 3 0,3-4-38 0,3-2-9 16,-3 8 0-16,3-5 0 0,0 2 73 16,3 3 13-16,3 0 2 0,-3 0 1 0,3 0-20 0,3 8-4 15,-3-5-1-15,3 10 0 0,3-5 0 0,-4 13 0 16,4 1 0-16,0 7 0 0,0 8-51 0,0 0-13 0,0 0 0 15,0 2 0-15,0-1 11 0,0 4-1 16,-4 0 0-16,1 6 0 0,0 2-10 0,-6 3 10 0,0-3-10 0,0 1 10 16,-6-6-10-16,-3 0 10 0,0-3-10 0,-6-2 10 15,0 5-10-15,-6-3 8 0,1 3-8 0,-10 5 8 16,0-10 26-16,0 2 5 0,-6-5 1 0,-2 3 0 31,-1 0-84-31,0-3-16 0,0 0-3 0,-5 8-1 0,-4-6 40 0,0 4 7 0,-2-6 1 0,-4 2 1 31,3 1-181-31,1-8-36 0,-46 26-7 0,31-10-1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4T19:35:33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12189 14717 1090 0,'0'0'48'0,"0"0"11"16,-3-5-47-16,3 5-12 0,0-6 0 0,0 1 0 16,3 0-10-16,0 0-4 0,0-3-1 0,3 2 0 15,0-2 30-15,-1-2 5 0,1-1 2 0,3 3 0 16,-3-5 15-16,3 2 3 0,-3-2 1 0,3 0 0 15,-3 2 19-15,0-4 3 0,0 1 1 0,-3 1 0 16,3-3 0-16,-3 0 1 0,-3 0 0 0,0 1 0 16,0-1-52-16,-6 3-13 0,3-1 0 0,-6 1 0 15,0 2 54 1,0 4 8-16,-3-1 2 0,-3 0 0 0,3 5-52 0,-2 0-12 0,2 3 0 0,-3 3 0 0,0 0 44 16,3 2 5-16,-3 3 2 0,0 0 0 0,0 2-31 15,3 1-5-15,-2 5-2 0,2 0 0 16,0 0-13-16,3 2 0 0,0 1 0 0,3 4 0 15,3-1-17-15,0 1-7 0,0 4 0 0,0 2-1 16,3 3 15-16,3 0 10 0,0 5-12 0,3 0 12 0,-3 0 0 0,3 0 0 0,0 0 0 16,3 2 0-1,-3 1 0-15,3-3 0 0,-3 3 0 16,3 2 0-16,-4-2 12 0,-2 2 2 0,3 1 1 0,-3 2 0 0,0-3 5 16,0 0 0-16,-3 3 1 0,0 3 0 0,-3-3-3 0,0 2-1 0,0 4 0 0,-6 2 0 15,4-6-7-15,-4 1-2 0,0-3 0 16,-3 5 0-16,0-5-8 0,0-3 8 0,-3 3-8 0,3-2 8 15,0-6-8-15,3-3 0 0,-3-2 0 0,0 0 0 16,4-8 0-16,2-3-16 0,0-5 3 0,0 2 0 31,3-7-91-31,0-3-19 0,0-3-3 0</inkml:trace>
  <inkml:trace contextRef="#ctx0" brushRef="#br0" timeOffset="304.74">11692 15429 2310 0,'-15'2'48'0,"6"-2"11"0,3 3-47 16,0-3-12-16,6 0 0 0,0 0 0 15,0 0 0-15,0 0 0 0,0 0 0 0,6 0 0 16,0 0-12-16,3 0 12 0,3 0-10 0,2-3 10 16,1 3 0-16,3 0 0 0,3-2 0 0,6-1 0 0,0 1 0 0,5-1 0 15,4-2 0-15,3-1 10 0,-1 1-22 0,4 0-5 0,0-1-1 0,2-2 0 16,1 3-48-16,-3-3-10 16,2 3-1-16,1-3-1 15,-3 3-63-15,2-1-13 0</inkml:trace>
  <inkml:trace contextRef="#ctx0" brushRef="#br0" timeOffset="651.59">12832 15437 1580 0,'-6'0'67'15,"6"0"-54"1,0 0 46-16,-6-6 9 0,3 4 1 0,3 2 1 16,0-8-30-16,3 3-7 0,0-3-1 0,3 2 0 15,3-2-3-15,-1 0-1 16,4 1 0-16,3 1 0 0,0-2-28 0,0 0 0 0,3 0 0 0,0 0 0 16,0 1 34-1,2-1 7-15,1-3 2 0,3 3 0 0,-3-2-33 0,3 2-10 0,0-3 0 0,-1 0 0 0,-2 3 0 0,3 1 0 0,-3 1 0 16,0-2 0-16,-3 3 22 15,-1 2-2-15,1-2-1 0,-3 2 0 16,-3 3-67-16,0-2-12 0,0 2-4 0,-6 0 0 16,0 2-104-16,-6-2-20 0</inkml:trace>
  <inkml:trace contextRef="#ctx0" brushRef="#br0" timeOffset="826.08">12924 15588 1765 0,'-9'8'50'0,"3"-3"11"0,3 0-49 0,3-5-12 0,0 0 0 0,0 0 0 16,0 0 8-16,0 0 0 0,0 0-8 0,6 3 12 31,0-1 29-31,3-4 6 0,0 2 1 0,0-3 0 0,3-2-26 0,2 0-5 0,4-3-1 0,0 0 0 16,0 0-16-16,6 0 0 0,-3-3 0 0,6 1 0 15,-4 2 27-15,4-3 1 0,3 0 1 0,0 1 0 16,-4-3-47-16,1 2-10 0,3-2-1 0,-3 0-1 15,0-3-46-15,-1 3-10 0,1-3-2 0</inkml:trace>
  <inkml:trace contextRef="#ctx0" brushRef="#br0" timeOffset="1080.11">13841 14953 2310 0,'-12'5'48'0,"3"0"11"16,0-2-47-16,3-1-12 0,0 1 0 0,3 2 0 0,0 1 37 0,3-1 6 0,-3 3 1 0,3 0 0 15,0 5-21-15,0 0-4 0,0 1-1 0,-3 4 0 16,3 6-18-16,0 2 0 0,0 6 8 0,0 5-8 31,0 0 0-31,0 8 0 0,0 3 0 0,0 5 0 0,3 2 0 0,0 1 0 0,3 5 0 0,3 5 0 16,3-3-99-16,0 1-23 0,6 2-5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4T19:35:31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11361 15580 1523 0,'-3'2'64'15,"3"-2"-51"1,0 0-13-16,0 0-16 0,0 0 3 0,0 0 1 31,0 0-20-31,0 0-4 0,0 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7T19:22:45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16442 5033 716 0,'0'0'20'0,"0"0"5"0,0 0-25 0,0 0 0 0,0 0 0 0,0 0 0 16,0 0 60-16,3 2 8 0,-3-2 0 0,0 0 1 16,6 3-2-16,0-3-1 0,0 0 0 0,0-3 0 15,3 1-10-15,-3-4-3 0,3 4 0 0,0-6 0 16,3 0-9-16,-3-3-3 0,2 1 0 0,1-1 0 15,0-5-5-15,3 0-2 0,3-2 0 0,3-3 0 16,0 2-7-16,3-5-2 0,2-2 0 0,7-3 0 0,0-3 18 0,3-5 3 16,-1 0 1-16,4-5 0 15,-3-1-24-15,2 4-5 0,4-4-1 0,6 1 0 0,-4-3-17 0,4 0 0 16,3-3 0-16,-1-2 0 16,-2 0 0-16,-7 5 0 0,7 0 0 0,0 0 0 0,-4 5 30 0,1-2 2 15,3 2 1-15,-1-5 0 0,-5 5-1 0,0 1-1 16,-7 2 0-16,7 0 0 0,-6 2-31 0,-1 4 0 15,1 4 0-15,3 6 0 0,-6-6 13 0,2 9-3 16,-2-6-1-16,-3 6 0 0,-3-4 3 0,-4 7 0 0,-2 1 0 16,-3-2 0-16,-3 3-2 0,0 3 0 0,-6 2 0 0,3 0 0 31,-3-3-33-31,-3 6-6 0,0 0-2 0,-3-1 0 0,2 4 76 0,-2-4 15 0,0 4 4 0,-3 2 0 16,0 0-52-16,0 0-12 0,0 0 0 0,0 0 0 31,0 0-48-31,0 0-13 0,3-3-3 0,-3 3 0 0,0 0 52 0,0 0 12 15,3 0 0-15,-3 0 0 0,0 0 0 0,0 0 0 0,6 0 0 0,-3-3 0 32,-3 3-54-32,6-2-8 0,-3 2-2 0,-3 0 0 15,6 0-102-15,-6 0-21 0,0 0-4 0,9-6-1 0</inkml:trace>
  <inkml:trace contextRef="#ctx0" brushRef="#br0" timeOffset="601.8">18562 3207 1267 0,'0'0'28'0,"0"-5"5"0,-3-1 2 0,3 1 1 0,0 5-36 0,0-5 0 15,0 5 0-15,0 0 0 0,0 0 0 0,0 0 0 0,0 0 0 0,0 0 0 16,0 0 58-16,-6 5 5 0,0 0 1 0,0 3 0 16,0 3-52-16,0-3-12 0,0 2 0 0,0 6 0 15,3-5 0-15,0 2 0 0,0 3 0 0,0 0 0 16,3 2 0-16,0-4 0 0,3 1 0 16,0 1 0-16,0-2 0 0,0 1 0 0,3-4 0 0,0 2 0 15,0-5 0-15,0 5 0 0,3-10 0 0,-3 5 0 16,0-5 0-16,2-1 0 0,-2 4 0 0,0-12 0 0,3 4 54 15,0-4 8 1,-3 1 2-16,3-5 0 0,0 2 0 0,-3-8 0 0,3 2 0 0,0-1 0 0,-3 1-8 0,3-2 0 16,-3-2-1-16,3 2 0 0,-3 3-37 0,0-3-7 15,-3 3-2-15,0-3 0 0,-3 5 44 0,0-5 9 16,-3 3 2-16,0 0 0 16,0 0-52-16,-3 2-12 0,0-5 0 0,0 6 0 0,-3-1 0 0,0-2 0 15,0 5 0-15,0-5 0 0,0 5 0 0,0 0 0 16,-3 0 0-16,3 3 0 0,-3 2 0 0,0 3 0 15,4-5 0-15,-4 5 0 0,0 5 0 0,0-5 0 0,-3 3 0 0,3 2 0 32,0-2-48-32,3-1-13 0,-3 6-3 0,6 0 0 15,0 0-51-15,0-5-10 0,3 5-3 0,3 0-716 0</inkml:trace>
  <inkml:trace contextRef="#ctx0" brushRef="#br0" timeOffset="1017.79">18815 2969 906 0,'14'-8'25'0,"-11"5"7"0,3 1-32 0,0-1 0 0,0 3 0 0,0-3 0 0,0 3 43 0,0 0 1 0,0 0 1 0,-6 0 0 15,-1447 0 15-15,2894 0 4 16,-1447 0 0-16,0 3 0 0,3 2 0 0,-3 1 0 0,0 1 0 0,-3 1 0 16,3 0 0-16,-3 0 0 0,3 3 0 0,0-1 0 15,-3 1-52-15,3 0-12 0,3 2 0 0,-3-3 0 16,3 1 0-16,3 0 0 0,0-1-9 0,0 1 9 15,3-3 0-15,-3 0 0 0,3 0 0 0,0-3 0 16,0 3 0-16,0-3 0 16,0-2 8-16,-1 2-8 0,1-5 0 0,0 3 0 0,3-6 0 0,-3 3 0 0,6-5 0 0,-3 2 0 15,0-2 0-15,0-3 0 16,3 0 51-16,-3 0 6 0,-1-5 2 0,1 2 0 0,3-2-13 16,-3-3-2-16,-3-2-1 0,3 2 0 0,-3 0 4 0,-3-3 1 15,0 3 0-15,-3 1 0 16,0-1-5-16,-3 0-1 0,0-3 0 0,-3 9 0 0,-3-6-34 15,0 5-8-15,0 1 0 0,-3 2 0 0,-3-3 0 0,3 8 0 16,-3-4 0-16,-3-1 0 0,0 8 0 0,1-6 0 16,-1 4 0-16,0 2 0 15,-3 0 0-15,3 2 0 0,0 4 0 0,0-6 0 0,0 8 0 16,-2-8 0-16,2 7 0 0,0-4 0 16,3 2-49-16,0 1-12 0,3 2-3 0,3 0 0 15,0-1-102-15,3-1-21 0,3 2-4 0,3 0-589 0</inkml:trace>
  <inkml:trace contextRef="#ctx0" brushRef="#br0" timeOffset="1403.649">19246 2749 981 0,'30'-16'28'0,"-18"8"6"0,3-5-34 0,0 0 0 0,0 2 0 0,-4-2 0 0,1 5 78 0,0-5 9 0,-3 5 1 0,-3 0 1 16,0 0-20-16,-3 3-4 0,0 2-1 0,-3 3 0 16,0 0 0-1,0 0 0-15,0 0 0 0,0 0 0 0,-6 3 0 0,0 2 0 0,0-2 0 0,0 5 0 16,-3-3-39-16,3 3-8 0,0 5-1 0,3-8-1 15,0 6-1-15,0 2 0 0,0 1 0 0,0 1 0 0,3 1-14 0,0-3 0 16,3 3 0-16,0-5 0 0,3 2 0 0,-3 0 0 16,3-2 0-16,0 2 0 0,0 0 0 15,3-7 0-15,0 2 0 0,0 0 0 16,0-6-10-16,3 4 10 0,0-6-8 0,3 2 8 0,0-4-23 0,-1 2 1 16,1-6 0-16,3 4 0 15,0-6 54-15,0 0 10 0,0 2 2 0,3-1 1 0,-4-7-17 0,1 1-3 16,0 2-1-16,-3-7 0 0,0 2 3 0,0-2 0 15,-6-1 0-15,0 1 0 0,0-4 1 0,-3 1 0 16,-3-8 0-16,-1 5 0 0,-2-2-12 0,-2 2-1 16,-1 0-1-16,-3 3 0 15,-3 0-5-15,0 5-1 0,0-3 0 0,-6 4 0 0,0 4-8 0,-3-2 0 0,0 5 0 0,-3 0 8 16,1 0-21-16,-4 3-5 0,-3 5-1 0,0 0 0 31,3 0-37-31,-5 5-7 0,-1 3-1 0,-3 0-615 16,-3 0-122-16</inkml:trace>
  <inkml:trace contextRef="#ctx0" brushRef="#br0" timeOffset="4066.46">20949 6586 1170 0,'0'0'25'0,"0"0"6"0,0 0 34 0,0 0-65 0,0 0 0 0,0 0 0 0,0 0 0 16,0-5 36-16,0 5 0 0,0-6 0 0,0 6 0 15,0 0-12-15,0-2-3 0,3-4 0 0,0 1 0 16,0 2 10-16,0-2 1 0,3 2 1 0,-3 1 0 16,3-1 1-16,3 1 0 0,-4-4 0 0,1 4 0 15,3-4-5-15,3 4-1 0,0-4 0 0,0 4 0 16,3-4 2-16,0 1 0 0,6 0 0 0,3-3 0 16,2 3-2-16,1-1 0 0,6 1 0 0,3-3 0 0,-1 0-8 0,1-2-1 15,3-1-1-15,-1 0 0 16,4 1-7-16,0-3-2 0,5 2 0 0,4-2 0 0,-3 0-1 0,-4 2 0 15,1-2 0-15,-3 0 0 16,-1-1 5-16,-2 1 1 0,3 0 0 0,-1-3 0 0,-2 3 2 0,0 2 1 16,-4 1 0-16,-2-1 0 0,-3 3-6 15,-3 0-2-15,-4 0 0 0,-5 0 0 16,0 0-1-16,-3 0-8 0,-3 3 12 0,-3 0-4 0,0-1 2 0,-3 1 0 16,0 0 0-16,-3 2 0 15,0 1-23-15,-3 2-5 0,0 0-1 0,0 0 0 0,0 0 19 0,0 0 0 0,0 0 0 16,0 0 0-16,0 0 0 0,0 0 0 15,0 0 0-15,0 0 0 16,0 0-55-16,0 0-7 0,0 0-2 0,0 0-546 16,0 0-110-16</inkml:trace>
  <inkml:trace contextRef="#ctx0" brushRef="#br0" timeOffset="5052.01">22592 5747 1036 0,'0'0'23'0,"0"0"5"0,0 0 29 0,0-5-57 0,0 5 0 0,0 0 0 0,0-5 0 16,0 5 57-16,0 0 6 0,0 0 1 0,0 0 0 16,0 0-1-16,0 0 0 0,0 0 0 0,0 0 0 15,0 0-28-15,0 0-6 0,0 0-1 0,0 0 0 16,3 5-1-16,0 3-1 15,0-3 0-15,0 6 0 0,-3-3-13 0,3 5-2 0,0 0-1 0,0 3 0 16,0 0-10-16,0 2 0 16,0 3 0-16,0 3 0 0,0 0 0 0,-3 0 0 0,3 0 0 0,-3 0 0 15,3-1 0-15,-3-1 0 0,0 1 0 0,0-1 0 16,0-4 13-16,0 3-2 0,0-2-1 0,-3-1 0 16,0 3-10-16,3-2-14 0,-3-1 3 0,3-2 1 15,-3 0 10-15,0 0 0 0,3-3 0 0,-3-2 0 16,0-1-9-16,3-2 0 0,-3 0 0 0,3-2 0 31,0-6-78-31,0 0-15 0,0 0-3 0</inkml:trace>
  <inkml:trace contextRef="#ctx0" brushRef="#br0" timeOffset="5460.29">22824 5980 1267 0,'3'-5'28'0,"3"-1"5"0,3-15 38 0,-3 13-71 0,0-2 0 15,-3-1 0-15,0 6 0 0,0-3 102 0,-3 3 14 16,0-1 2-16,0 6 1 0,0 0-51 0,0 0-9 0,0 0-3 0,0 0 0 31,0 0-31-31,-3 8-6 0,-3-2-2 0,0 4 0 0,3-2-17 0,0 5 0 0,0-2 0 0,0 2 0 31,3 0 0-31,-3 3 0 0,3 0 0 0,0-3 0 0,3 1 0 0,-3-1 0 0,6 0 0 0,-3-2 0 16,3-1 0-16,3 1 0 16,0-1 0-16,-3-2 0 0,6 0 0 0,-3 0-11 15,2 0 2-15,1-3 0 0,0-2 1 0,0 0 0 0,0-3 0 16,0 0 0-16,0-3 8 0,0 0 11 0,0-2-3 0,-3 0 0 15,0-1 1-15,2-1 0 16,-2-1 0-16,0 0 0 0,0-3-9 0,0 1 0 0,0-1 0 0,-3 0 0 16,0-2 40-16,-3-3 5 15,3 3 2-15,-3-3 0 0,0 0-24 0,-3 3-5 0,0-3-1 0,0 0 0 16,0-2-17-16,-3 5 0 16,0-3 0-16,0 2 0 0,-3 4 55 0,3-1 7 0,-3 1 2 0,-3 2 0 15,3 2-52-15,-3 1-12 0,3 2 0 0,-3 1 0 16,-3 2-48-16,1 0-13 0,2 2-3 0,-6 1 0 0,3 2 52 0,-3-2 12 15,0 5 0-15,0 0 0 16,3 0-156-16,-3 2-29 0,3 1-6 0,7 2-1 0</inkml:trace>
  <inkml:trace contextRef="#ctx0" brushRef="#br0" timeOffset="5975.06">23431 5660 1256 0,'0'0'28'0,"0"0"5"0,0 0 2 0,0 0 0 0,0 0-35 0,0 0 0 16,0 0 0-16,0 0 0 15,0 0 58-15,0 0 5 0,0 0 1 16,0 0 0-16,0 0-23 0,0 0-4 0,0 0-1 0,0 8 0 0,0-3-14 0,0 3-3 16,0 3-1-16,0-1 0 0,0 3-6 0,0 3-2 15,0 3 0-15,0 5 0 0,0-1-10 0,3 4 0 16,-3-1 0-16,3 6 0 15,0-3 0-15,-3 0 0 0,3-2 0 0,-3-1 8 0,0 1-8 0,0-4 0 16,0 1 0-16,-3-3 0 16,3 1-9-16,-3-4 9 0,3 3-12 0,-3-2 12 15,0-1-51-15,0-2-3 0,0 0-1 16,0 0 0-16,0 0-7 0,0 0-2 0,0-6 0 0,0 4 0 0</inkml:trace>
  <inkml:trace contextRef="#ctx0" brushRef="#br0" timeOffset="6701.9">22776 6895 759 0,'0'0'16'0,"0"0"4"0,0 0 1 0,0 0 1 0,0 0-22 0,0 0 0 15,0 0 0-15,0 0 0 0,0 0 40 0,0 0 3 16,0 0 1-16,0 0 0 0,0 0 42 0,6-2 9 0,0-1 1 0,3 1 1 16,0-1-77-16,0 3-20 0,3-3 0 0,3 1 0 31,-3-4 55-31,6 4 7 0,0-1 2 0,2-2 0 0,4-1 0 0,-3 1 0 0,3 0 0 15,0-6 0-15,2 3-47 0,4 0-9 0,0-2-8 0,6-1 12 16,2 1-12-16,1-4 0 0,3 1-12 0,-1-3 12 16,1 3 44-16,-3 0 16 0,0 2 3 0,2-2 1 0,1 2-38 0,3-2-7 15,-1 3-2 1,1-1 0-16,-4 3 1 0,-5 0 0 0,0 0 0 0,-3 0 0 0,-7 0-18 0,1 3 8 16,-3-3-8-16,-3 0 0 0,0 3 12 15,-6 0-4-15,-1-1 0 0,-2 1-8 16,-3 2 11-16,0 1-11 0,-3-1 10 0,0 0-10 15,-3 1 0-15,-3 2 0 0,0 0 0 0,0 0 0 16,0 0-25-16,0 0-2 0,0 0 0 0,0 0 0 16,0 0-15-16,0 0-3 0,0 0-1 0,0 0 0 15,-6 5-25-15,3-2-5 0,3-3 0 0</inkml:trace>
  <inkml:trace contextRef="#ctx0" brushRef="#br0" timeOffset="8057.08">7634 10854 1155 0,'0'0'25'0,"0"0"6"0,0 0 1 0,0 0 0 0,-3-3-32 0,3 3 0 0,-5-2 0 0,-1-1 0 15,0 0 32-15,0 3-1 16,6 0 0-16,0 0 0 0,-3-5 14 0,3 5 3 0,-3-5 1 0,3 5 0 31,0-6-31-31,0 6-6 0,0 0-2 0,0-5 0 16,0 5-10-16,6-3 0 0,0 1 0 0,0 2 0 0,0 2 0 0,-1 4 0 0,4-1 0 15,-3 0 0-15,3 6-14 16,-3-3 2-16,3-3 0 0,0 3 0 16,0-3-27-16,0-2-5 0,0 2 0 0,0-5-1 0,3 0 67 0,-3-5 14 15,3 2 2-15,2-7 1 0,-2-1-1 0,6-2 0 0,0-8 0 0,0-3 0 16,6-5 12-16,0-3 2 0,-1-2 1 0,7-1 0 16,0 1-29-16,-3-3-7 15,-1 0-1-15,1-8 0 0,0 3-27 0,3-3-5 0,3-3-2 0,2 0 0 16,-2 6-38-16,6 2-7 0,-1 3-1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28:52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17579 4448 1000 0,'0'0'28'0,"0"0"7"0,0 0-35 0,0 0 0 15,0 0 0-15,0 0 0 0,6-3 104 0,-6 3 15 0,0 0 2 0,0 0 1 16,3 3-46-16,3 2-8 15,-6-5-3-15,3 3 0 0,0 2-25 0,0 0-6 0,0 3-1 0,-3 0 0 16,0 0-18-16,3 0-4 0,-3 0-1 16,0 5 0-16,0-5-10 0,0-2 10 0,0 4-10 0,0-2 10 15,-3 0-10-15,3 0 0 0,-3 0 0 0,0 0 8 16,3 2-8-16,-3-4 12 0,0 2-12 0,0-3 12 16,3-5 8-16,-3 3 1 0,3-3 1 0,0 0 0 15,0 0 9-15,0 0 1 0,0 0 1 0,0 0 0 16,-3-3-9-16,0 0-3 0,3-2 0 0,0-3 0 15,0-2-6-15,3-1-2 0,0 3 0 0,3-3 0 16,-3-2 2-16,3 3 0 0,0-1 0 0,0 0 0 16,0 1 1-16,3-1 1 0,0 3 0 0,0-5 0 15,0 3-4-15,0-1-1 0,3 0 0 0,-4 3 0 16,1 0-3-16,0 3-1 0,0-5 0 0,0 2 0 16,-3 2 2-16,3 4 0 0,-3-1 0 0,0 3 0 15,0 0-1-15,0 0 0 0,0 5 0 0,-3 1 0 16,3-1-9-16,-3 3 0 0,0 2 9 0,0-2-9 15,0 0 8-15,0 3-8 0,0 0 8 0,0-4-8 0,0 4 0 16,-3 2 0-16,0-7 0 0,0 4 8 0,0 3-8 16,0-5-10-16,-3 3 10 0,3-3-13 0,-3 2 13 0,3-2 0 15,-3 0 0-15,0-2 10 0,3 2-10 0,0-8 0 16,-3 7 0-16,3-7 8 0,0 0-8 0,0 0 0 16,0 0 0-16,0 0 0 0,0 0 0 0,-6-7 0 15,3 1 9-15,3-2-9 0,-3 0 0 0,3 0 9 16,0 0-9-16,0-2 0 0,0-1 20 0,3 3-2 15,-3-8-1-15,3 6 0 0,0-1 6 0,0-2 1 0,0 0 0 0,0 2 0 16,0 1-5-16,0-1-1 0,3 3 0 0,-3-5 0 16,2 2-1-16,1 6 0 0,0-3 0 0,0-2 0 15,0 2-1-15,3 2 0 0,-3 1 0 0,0 5 0 16,0-5-5-16,0 2-2 0,0 3 0 0,0 0 0 16,0 0-9-16,0 3 12 0,0 2-12 0,0-2 12 15,0 5-12-15,0-3 0 0,0 8 9 16,0-5-9-16,0-3 0 0,-4 6 0 0,1 2 0 0,0-5 0 15,0 3 0-15,0-1 8 0,-3 1-8 0,0-1 0 16,0 6 0-16,0-5 8 0,-3 2-8 0,0 3 0 16,0 0 0-16,0 2 0 0,1 1 0 0,-1 2 0 15,-3-2-11-15,3-1 11 0,0 1-13 0,-3-1 5 16,3-2-7-16,0 0-1 0,3-3 0 0,-3 0 0 16,3-2-16-16,-3 0-3 15,3-3-1-15,3-1 0 16,-3-1-202-16,6-1-41 0</inkml:trace>
  <inkml:trace contextRef="#ctx0" brushRef="#br0" timeOffset="375.744">18189 4578 1879 0,'0'0'41'0,"0"0"9"0,0 0 2 0,0 0 0 0,0 0-41 0,0 0-11 0,0 0 0 16,0 0 0-16,-5 2 71 0,5-2 12 15,-3 3 2-15,-3 2 1 0,3 3-42 0,-3-3-8 16,3 3-1-16,0 6-1 0,3-7-18 0,-3 4-4 15,0 0-1-15,0 2 0 0,3-3-11 0,-3 4 10 16,3-1-10-16,0 0 10 0,0-2-10 0,0-1 0 0,0 1 0 0,3 0 0 16,0-4 0-16,0 4 0 0,0-3 0 0,0 0 0 15,0 0 0-15,3-3 0 16,-3 0 0-16,3 1 0 0,0-1 0 0,-4-2 0 0,4-1 0 0,0 1 0 16,0-3 0-16,3 0 0 0,-3 0 0 0,3 0 0 15,0-3 0-15,-3 3 10 0,3-5-10 0,0 2 10 16,0 1 9-16,0-4 1 0,0 4 1 0,-3-4 0 15,0-1 15-15,0 1 4 0,0-2 0 16,-1-2 0-16,-2 2 6 0,3-5 2 0,-3-1 0 0,0 1 0 16,-3-3-15-16,3 0-2 0,-6 0-1 0,3 1 0 15,-3-1-10-15,0 2-3 0,0-1 0 0,0 1 0 16,-3 1-9-16,1 3-8 0,-1-1 9 0,0 3-9 16,0 5 0-16,-3-7 0 0,0 5 0 0,0 2 0 15,-3 0-24 1,3 1-7-16,0 2-1 0,-3-3-1 0,3 3-110 0,0 0-21 0,0 3-5 0,-2-3-925 15</inkml:trace>
  <inkml:trace contextRef="#ctx0" brushRef="#br0" timeOffset="1850.746">19490 4501 1674 0,'0'0'36'0,"0"0"8"0,0 0 2 0,0 0 2 0,0 0-39 0,0 0-9 0,0 0 0 0,0 0 0 15,3-3 86-15,-3 3 15 0,3-5 3 0,0 2 1 16,-3 3-46-16,3 0-10 0,3 0-1 0,-3 0-1 16,-3 0-20-16,6 3-4 0,0 2-1 0,-3 0 0 15,3 3-14-15,0 3-8 0,0 0 10 0,-3 2-10 16,0 3 8-16,0-3-8 0,0 5 0 0,0-2 9 16,-3 0-9-1,0 0 0-15,0 3 9 0,0-9-9 0,-3 3 0 0,3 1 9 0,-3-4-9 16,0 1 0-16,3-1 0 0,-3-2 0 0,0-2 0 0,0-1 0 15,3-5 8-15,-3 5-8 0,3-5 0 0,0 0 0 16,0 0 8-16,0 0-8 0,0 0 0 0,-6-5 0 16,3 2 19-16,0-5-3 0,3 6-1 0,0-12 0 15,0 4-15-15,3-1-12 0,0-2 3 0,3-3 0 16,-3-2 22-16,3 2 5 0,0-5 1 0,3 2 0 16,0 1 5-16,0 2 0 0,2 0 1 0,-2 0 0 15,3 5-8-15,0-5-1 0,3 6-1 0,-3 2 0 16,0-3-5-16,0 6-1 0,0 0 0 0,-3 0 0 15,3-1-9-15,-1 6 10 0,-2 0-10 0,0 0 10 0,0 0-10 0,-3 0 0 16,0 3 0-16,3 0 0 0,-6 2 0 16,3 3 0-16,-3-3 0 0,3 3 0 0,-3 0 0 0,0 2 12 15,-3-2-12-15,3 8 12 0,-3-8-12 0,3 3 0 16,-3-1-12-16,0 4 12 0,-3-4-16 0,3 3 4 16,0-7 0-16,-3 4 1 0,0-2 11 15,3 0 0-15,-3-3 0 0,0 1 0 16,3-6 0-16,0 0 0 0,0 0 0 0,0 0 0 0,0 0 0 0,0 0 0 15,0 0 0-15,0 0 0 0,-3-3 0 0,-3 0 0 16,3-4 0-16,3-1 8 0,-3 0-8 0,3 0 0 16,3-3 0-16,-3 1 0 0,3-1 8 0,0 0 0 15,0-2 0-15,0 3 0 0,3-1-8 0,0 0 0 16,-3 3 0-16,3 3 0 0,0-3 0 0,0 3 0 0,0 2 0 0,0-5 0 16,0 6 0-16,0 2 0 0,-1-3 0 0,4 0 0 15,-3 3 0-15,0 0 0 0,-3 0 0 16,3 3 0-16,0 0 52 0,0-1 10 0,0 6 2 0,0-5 0 15,0 2-52-15,0 3-12 16,-3 3 0-16,3-1 0 0,-3 1 0 0,0 2 0 0,0 3 0 0,-3 0 0 16,0 2 0-16,0-4 0 0,0 4 0 0,0 1 0 15,-3-1 0-15,3-2 0 0,-3 3 0 0,3-6 0 16,-3 0-48 0,3 0-13-16,0 1-3 0,-3-1 0 15,3-5-59-15,0 2-12 0,0-2-2 0,3 3-903 0</inkml:trace>
  <inkml:trace contextRef="#ctx0" brushRef="#br0" timeOffset="2122.707">20196 4665 1958 0,'0'-3'43'0,"0"-5"9"0,0 3 1 0,3-3 3 0,-3 3-45 0,0-1-11 16,3-1 0-16,-3 1 0 16,0 6 104-16,0 0 20 0,0 0 3 0,0 0 1 15,0 0 0-15,0 0 0 0,0 0 0 0,0 0 0 0,0 0-86 0,0 0-17 16,0 0-3-16,-3 8-1 0,3 0 18 0,0 0 3 15,0 3 1-15,-3-1 0 0,3 3-35 0,0-2-8 0,0 2 0 0,-3 1 0 16,3-1 0-16,0 0 0 16,0 0 0-16,-3 0 0 0,3 1 0 0,0-1 0 0,-3 0 0 0,3-2 0 15,-3-1 28-15,3 4 4 0,-3-7 1 0,3 4 0 32,-3 0-53-32,3-3-10 0,-3 0-2 0,3 2-1 0,-3-2 33 0,3 0 0 15,0-3 0-15,0 3 0 16,0-3-109-16,3 6-15 0,-3-8-4 0,0-3-1126 0</inkml:trace>
  <inkml:trace contextRef="#ctx0" brushRef="#br0" timeOffset="3315.965">23390 4453 1947 0,'0'0'43'0,"0"0"9"0,3-5 1 15,0 2 2-15,0-2-44 0,3 2-11 0,-4 1 0 0,1-4 0 0,3 4 81 0,-3-1 15 16,3 0 2-16,0 3 1 0,-6 0-48 0,3 0-10 15,3 0-1-15,0 3-1 0,-3 0-22 0,3-1-4 16,-3 4-1-16,0 4 0 0,0-2-24 0,0-2-6 16,-3 1-1-16,0 4 0 0,0 2 19 0,0-7 0 0,0 7 0 0,0-3 0 15,-3 4 16-15,0-4 6 0,3 3 2 0,-3-2 0 16,3 2-24-16,-3 0 0 16,0-5 0-16,0 0 0 0,0 0 0 15,0 0 0-15,0-3 0 0,3-5 0 0,0 6 0 0,0-6 0 0,0 0 0 0,0 0 0 16,0 0 8-16,0 0-8 15,0 0 10-15,0-6-10 0,0 1 20 0,0-5-3 0,3 2 0 16,0-3 0-16,0-2-1 0,3 0-1 0,0-1 0 0,0-1 0 16,3 1-2-16,0-2 0 0,0 1 0 0,3 1 0 15,0-2-1-15,0 3 0 0,-1-3 0 0,4 3 0 16,0 5-12-16,-3-8 11 0,3 6-11 0,0-1 10 16,0 3-2-16,-3 0-8 0,0 6 12 0,2-4-4 15,-5 4-8-15,3 2 0 0,-3 0 0 0,-3 2 8 16,3 1-8-16,-3 2 0 0,0 3 0 0,-3 0 0 15,3 3 0-15,-3-1 0 0,0 6 0 0,0-8 0 16,0 3-24 0,-3-1-11-16,3 1-1 0,-3-1-1 0,-3-2 37 0,3 3 10 0,0-3 1 0,-3 0 0 0,0 0-11 0,3 2 0 15,-3-7 0-15,3-3 0 0,-3 8 0 0,3-8 0 16,0 0 0-16,0 0 0 0,0 0 0 0,0 0 0 16,0 0 0-16,0 0 0 15,-6-3 0-15,6-5 0 0,-3 3 9 0,6 0-9 0,-3-3 9 16,3 0-9-16,3-3 12 0,-3 1-12 15,3-1 12-15,0-2-4 0,0 0 0 0,3-3-8 0,0 3 15 0,-3-3-4 16,0 5-1-16,2-2 0 0,-2 0 0 16,-3 5 0-16,3-3 0 0,0 3 0 0,0 0 2 0,-3 3 0 15,3 5 0-15,0-5 0 0,0 2 2 0,0 3 1 0,0 3 0 16,-3 2 0-16,3-2-5 0,0 5-1 16,-3-1 0-16,3 4 0 0,-3 0-22 0,0-1-5 0,0 6-1 0,-3-5 0 15,0 2 37-15,-3 3 7 0,3-6 2 16,-3 6 0-16,0-2-19 0,-3 1-8 0,3 4 0 0,-3-3 8 15,0 2-8-15,3 1-9 0,-3 2 9 0,0-2-13 16,3-1 0-16,-3 3 0 0,3-5 0 0,0 3 0 16,0-6-26-1,0 3-5-15,0-3 0 0,0-2-1 16,3-1-192-16,-3 1-39 0</inkml:trace>
  <inkml:trace contextRef="#ctx0" brushRef="#br0" timeOffset="3688.595">24071 4556 1728 0,'0'0'38'0,"0"0"8"0,0 0 2 0,0-5 0 0,0 2-39 0,0 3-9 0,0-5 0 0,0 5 0 0,3-5 104 0,0 2 20 16,-3 3 3-16,6-2 1 16,0 2-52-16,0 0-9 0,-3 0-3 0,3 0 0 15,0 0 0-15,0 2 0 0,0 1 0 0,-3 0 0 0,3 2-51 0,-3 0-13 16,0 0 0-16,0 1 0 0,-3 2 0 0,3 0 0 15,-3 2 0-15,-3 1 0 0,3 2 0 0,-3 0 0 16,0-2 0-16,-3 5 0 0,3 0 0 0,-3-3 0 16,0 3 0-16,-3 0 0 15,3-1-48-15,0-1-13 0,0-1-3 0,-3 3 0 0,6-8 52 16,-3 2 12-16,3 1 0 0,0-3 0 0,0 0 0 0,3 0 0 16,0-3 0-16,3 3 0 0,0-8 0 0,3 3 0 15,0-1 0-15,3 1 0 0,0-1 48 0,0-2 13 16,3 0 3-16,-3 0 0 0,6 0-52 0,-3-2-12 0,3 2 0 15,-1-3 0-15,-2 1 0 0,3-1 0 0,-3 3 0 16,0-5 0-16,3-1 54 0,0 4 8 0,0-4 2 16,0 4 0-1,-1-4-103-15,1 4-20 0,0-4-4 0,-3 4-1 16,3-3-93-16,-3-1-19 0,0 1-4 0,0 2-1 0</inkml:trace>
  <inkml:trace contextRef="#ctx0" brushRef="#br0" timeOffset="4749.215">21497 4623 1868 0,'0'0'41'0,"0"0"9"0,0 0 2 0,0-8 0 0,0 2-42 0,0 6-10 0,0-5 0 0,0 5 0 0,0-5 73 15,0 5 13-15,0 0 2 0,0 0 1 16,0 0-25-16,0 0-6 0,5 0-1 0,-2 5 0 16,3 0-29-16,0 3-5 0,-3 5-2 0,3-5 0 15,0 6-21-15,-3 2 9 0,0-1-9 0,3 1 0 0,-3-2 9 0,0-1-9 16,-3 0 0-16,3 0 9 0,-3 0-9 0,0-2 8 15,0 0-8-15,-3 2 8 0,3-8-8 0,-3 3 8 16,0-3-8-16,0 1 8 0,3-6 23 0,0 0 4 16,0 0 1-16,0 0 0 0,0 0-36 0,0 0 0 15,0 0 0-15,0 0 0 0,0 0 0 0,-3-6 0 16,3-2 0-16,0-2 0 0,0-1 0 0,3-2 0 0,0 0 0 16,0-6 0-16,0 1-9 15,3-3-9-15,3-3-2 0,-3 3 0 0,0-6 20 0,3 6 11 16,0 2-2-16,3-2 0 0,-3 5 2 0,-1 1 0 15,4 1 0-15,-3 6 0 0,0-2-2 0,0 2 0 0,0 3 0 16,0-1 0-16,0 6-1 0,0-5-8 16,0 5 12-16,0 5-4 0,-3-5-8 0,0 3 0 0,3 2 0 0,-3 3 0 15,0 5-8-15,-1-5-8 0,1 3 0 0,0 7-1 16,0-7 17-16,-3 5 0 0,3 0 0 0,-3 2 0 16,0-2 0-16,0 0 0 0,0 0 0 0,0-3 0 15,-3 0 0-15,0-2 0 0,0 0 11 0,0-4-11 16,0 1 0-16,0-2 0 0,0-6 0 0,0 0 0 15,0 0 8-15,0 0-8 0,0 0 0 0,0 0 0 16,0 0 0-16,0-6 0 0,-3-2 8 0,3-2-8 16,0-1 0-16,0-2 0 0,0 0 0 0,3 0 0 15,-3-9 0-15,3 7-11 0,0-7 2 0,0 4 0 16,3-3 9-16,-3 5 0 0,0-3 0 0,3 3 0 0,-3 3 49 0,3 5 12 16,0-8 3-16,3 6 0 15,-3 2-52-15,3 5-12 0,0-5 0 0,-1 0 0 16,1 6 0-16,0-1 0 0,0 3 0 0,3 0 0 0,-6 0 0 15,3 3 9-15,0 2-9 0,0 0 8 0,0 3 0 16,-3-2-8-16,0 1 12 0,0 9-4 0,0-8-8 0,-3 5 8 16,0 6-8-16,0 0 8 0,-3 2-18 15,0 3-4-15,0 2-1 0,-3-2 0 0,3 2 28 0,-3-5 6 16,0 1 1-16,-3-1 0 0,3-3-32 0,-3 1-7 16,3-6-1-16,-3 3 0 0,0-6 20 0,3 1 0 15,0 0 0-15,0 2 0 16,3-10-55-16,-3 4-7 0,3-4-2 0,0-3-751 0,3 5-150 0</inkml:trace>
  <inkml:trace contextRef="#ctx0" brushRef="#br0" timeOffset="5280.207">22184 4744 1717 0,'0'0'37'0,"0"0"8"0,0 0 2 0,0 0 2 0,0 0-39 0,0 0-10 0,0 0 0 0,0 0 0 15,0 0 105-15,0 0 19 0,0 0 4 0,0 0 1 16,0 0-42-16,0 0-9 0,0-5-2 0,3 2 0 16,3 1-17-16,-3-4-4 0,3 1-1 0,0 2 0 15,0 1 8-15,3-1 2 0,0-2 0 0,0 2 0 16,3 1-52-16,-4-1-12 0,4 0 0 0,0 1 0 16,0 2 0-16,0 0 0 0,0-6 0 0,0 6 0 15,-3 0 0-15,0 6 0 0,0-6 0 0,-3 2 0 0,0 1 0 16,0 2 0-16,0 1 0 0,-3-1 0 0,-1 3 0 0,-4 0 0 15,2-3 0-15,-3 3 0 0,-3 0 0 0,3 0 0 16,-3 0 0-16,-3 0 0 0,3 0 0 0,-3 0 0 16,0-1 0-16,0 1 0 0,0 0 0 0,3 0 0 15,-3-2 0-15,3 2 0 0,0-6 0 0,0 3 0 16,6-5 0-16,-6 3 0 0,6-3 0 0,0 0 0 0,0 0 0 16,0 0 0-1,0 0-48-15,3 5-13 0,3-2-3 0,0-3 0 0,0 3 52 0,3-3 12 16,0 2 0-16,0-2 0 0,3 0 48 0,-3 0 13 15,0 0 3-15,3 0 0 0,-3 3-52 0,0 0-12 0,-1 2 0 16,1-5 0-16,-3 3 0 0,0-1 0 16,-3 1 0-16,-3-3 0 0,3 5 0 0,-3 0 0 0,-3 1 0 15,0 2 0-15,-3-3 0 0,0 3 0 0,-3-3 0 0,-2 6 0 16,-1-3 54-16,0 2 8 0,-3 1 2 0,-3 2 0 16,0-2-52-16,3 2-12 0,-6 0 0 0,4 0 0 15,2 3 0-15,-3-2-16 0,0-1 3 0,0 0 1 16,0-2 12-16,0-1 0 0,-2 3 0 0,2-2 0 15,0-3-44 1,0 0-7-16,-3 2-1 0,3-4-825 0,3-1-166 0</inkml:trace>
  <inkml:trace contextRef="#ctx0" brushRef="#br0" timeOffset="6655.197">17704 6046 1832 0,'0'0'40'0,"0"0"9"0,0 0 2 0,0 0 0 0,0 0-41 0,0 0-10 0,0 5 0 0,3 1 0 0,0-1 53 0,0 0 9 16,0 3 2-16,0 0 0 0,0 0-39 0,0 0-7 15,0 3-2-15,-3-3 0 0,3 2-16 0,-3 1 10 16,3-1-10-16,-3 1 8 0,0-1-8 0,0-2 10 16,0 6-10-16,-3-6 10 0,3 2 0 0,-3-2 0 15,3 0 0-15,-3 0 0 0,3-3-10 16,-3 1 0-16,3-1-10 0,0-5 10 16,0 0 0-16,0 0 0 0,0 0 0 0,0 0 0 0,0 0 17 0,0 0 0 15,0 0 0-15,-3-5 0 0,0-1 8 0,3-2 2 16,0 0 0-16,0-2 0 0,0-1 1 0,3-2 0 15,0 0 0-15,0 0 0 0,0-1 3 0,0 1 1 0,3-3 0 0,-3 3 0 16,3 0-10-16,0 0-2 0,-3-3 0 16,3 2 0-16,0 1-8 0,0 3-3 0,3-1 0 0,-3 3 0 15,0 3-9-15,0-1 0 0,2 4 0 0,-2-1 0 16,0 3 0-16,3 0 0 0,-6 3 0 0,6 2 0 16,-3 0 0-16,3 3 0 15,-3 0 0-15,0 0 0 0,0 0 0 0,-3 3 0 16,3-3 0-16,0 2 0 0,-3-2 0 0,0 0 0 0,0 0 0 0,0 0 0 15,-3-3 0-15,3 3 0 0,-6-2 0 0,3-6 0 16,0 7 0-16,0-7 0 0,-3 3 0 0,3-3 0 16,0 0 0-16,0 0 0 0,0 0 0 0,0 0 0 15,0 0 0-15,0 0 0 0,0 0 0 0,0 0 0 16,0-3 0-16,-3-2 0 0,3 0 0 0,0 0 0 16,0-3 0-16,3 0 0 0,0 0 0 0,0 0 0 15,0-3 44-15,0 3 16 0,3-2 3 0,0-1 1 16,3 3-52-16,-4-2-12 0,7 2 0 0,-3 2 0 15,0-2 0-15,3 1 0 0,-3 1 0 0,3 4 0 0,-3-1 0 0,0 0 0 16,0 3 0-16,0 0 0 0,0 3 0 16,-3 0 0-16,3 2 0 0,-4 3 0 0,4-3 0 0,-3 3 0 15,-3 3 0-15,3-1 0 0,-3 1 0 0,0-1 0 16,0 1 0-16,0 0 0 0,-3-1 0 0,3 3 0 16,-3 1 0-16,0-4 0 15,0 6 0-15,0-3 0 0,-3 3 0 0,3 3 0 0,0-3 0 16,-3-1 0-16,3-1 0 0,-3 2 0 0,0-3 0 0,0 3 0 0,3-3 0 15,-3-3 0 1,3 1-151-16,0-3-33 0,3 0-6 0,-3 0-898 0</inkml:trace>
  <inkml:trace contextRef="#ctx0" brushRef="#br0" timeOffset="7044.82">18362 6141 1972 0,'0'0'44'0,"0"0"8"0,0 0 3 0,0 0 0 0,6-5-44 0,-6 5-11 0,3-3 0 0,-3 3 0 16,0 0 96-16,0 0 18 0,3-2 3 0,-3 2 1 16,0 0-38-16,0 0-8 0,0 0-2 0,0 0 0 15,0 0-56-15,0 0-14 0,0 8 0 0,0 0 0 16,-3-3 12-16,-3 3-1 0,0 2 0 0,0-2 0 16,-3 3-11-16,3 0-16 0,-3 2 4 0,-3-3 1 15,4 4 11-15,-1-1 0 0,-3 0 0 0,0 3 0 16,3-3 0-16,0 0 0 0,0-2 0 0,0 2 0 15,3-2 0-15,-3-1 0 0,3-2 0 0,3 0 0 0,0-2 0 16,0 2 0-16,3-8 0 0,0 5 0 16,0-5 14-16,0 5 5 0,3 0 1 0,0 1 0 0,0-4-32 0,3 1-7 15,0 0-1-15,0-3 0 0,3 2 20 0,0-2 0 16,3 0 0-16,-3-2 0 16,3 2 48-16,3 0 12 0,-3-3 4 0,2 0 0 15,1 1-103-15,0-1-20 0,0-2-4 0,0 2-1 0,0-2 103 16,-3 2 20-16,3-2 4 0,-3 0 1 15,-1 2-90-15,-2-2-18 0,3 2-3 0,-3-2-1 16,0 2-76-16,-3-2-16 0,0-1-4 0,0 4 0 16,-3-3-48-16,0 2-11 0,3-2-1 0,-6 5-564 0</inkml:trace>
  <inkml:trace contextRef="#ctx0" brushRef="#br0" timeOffset="7285.725">18511 6268 1638 0,'0'0'36'0,"-6"-5"7"0,3 0 1 0,-3-1 3 0,3-1-38 0,-3 1-9 0,0-2 0 15,0 0 0-15,0 0 124 0,0 3 24 0,0-3 4 0,0 3 0 16,3-3-32-16,0 3-8 0,1 2 0 0,-1-2-1 15,3 5-41-15,-3-3-8 0,3 3-2 0,0 0 0 16,0 0-31-16,0 0-6 0,0 0-2 0,0 0 0 16,0 0 35-16,0 0 6 0,0 5 2 0,3 3 0 15,0 3-52-15,-1 0-12 0,4 2 0 0,-3 0 0 16,0 3 35-16,0 0 4 0,0 2 1 0,0 1 0 16,0-3-25-16,0 2-5 0,0-2-1 0,0 0 0 15,-3 0-9-15,3-3 0 0,-3 3 0 0,0 0 8 16,3-3-8-16,-3 0 0 0,0 0 0 0,0-2 0 15,0 2-17-15,0-2-3 0,-3-1 0 0,3 1 0 16,0 0-65-16,0-1-14 0,-3-2-2 0,3 3-1 16,0-1-117-16,0-2-23 0</inkml:trace>
  <inkml:trace contextRef="#ctx0" brushRef="#br0" timeOffset="8359.376">19541 6128 1742 0,'0'0'38'0,"0"0"8"0,0 0 2 0,0 0 1 0,6 0-39 0,0 0-10 16,0 0 0-16,0 3 0 0,0-1 79 0,0 1 13 16,3 2 4-16,-4 3 0 0,1-2-59 0,0 4-11 0,0 1-2 0,0-1-1 15,0 4-14-15,0 1-9 0,0 1 12 0,0 0-12 16,-3 3 9-16,-3-3-9 0,3-1 0 0,-3 1 9 16,0-2-9-16,-3-1 0 15,3 0 0-15,-3-2 0 0,-3-3 0 0,3 2 0 16,0-2 0-16,-3-3 0 0,3-2 0 0,3-3 0 0,-6 3 0 15,6-3 0-15,0 0 0 0,0 0 8 0,0 0 0 0,-3-3 0 16,0-2 8-16,0-3 0 0,3 0 1 0,0-5 0 16,3-1 1-16,0-1 0 0,0-4 0 0,0-2 0 15,3 0 6-15,0-1 0 0,3-1 1 0,0 2 0 16,-3 2-2-16,3 0-1 0,3 4 0 0,-3-1 0 16,0 2-5-16,3 1-1 0,-3 3 0 0,-1-1 0 15,1 3 0-15,0 0-1 0,0 3 0 0,-3 0 0 16,0-1-5-16,0 4-1 0,-3 2 0 0,3 0 0 15,-3 0-9-15,3 2 0 0,-3 4 0 0,0 2-11 16,3-3 11-16,-3 3 0 0,3 0 0 0,-3 2 0 0,0-2 0 16,3 5 0-16,-3-2 0 0,0 2 0 0,0 1 0 0,0-1 0 15,-3-3 0-15,3 4 0 0,0-1 0 0,-3-3 0 16,0 1 0-16,0 0 0 0,0-4 0 0,0 4 0 16,0-6 0-16,0 1 0 15,0-6 0-15,0 0 0 0,0 0 0 0,0 0 0 16,0 0 0-16,0 0 0 0,0 0 0 0,0 0 0 0,0-6 0 0,3-2 0 15,-3 0 0-15,3-2 0 0,-3-1 0 0,3-2 0 16,-1 3 0-16,4-4 0 0,0 4 0 0,-3-4 0 16,3 4 0-16,0-1 0 0,3 1 49 0,-3 2 12 0,3-3 3 0,-3 3 0 15,3 3-64-15,0-3 0 16,0 5-16-16,3-2 3 0,-3 0 13 0,3 2 13 16,-3 1-2-16,-1-4-1 0,1 6-10 0,0-2 0 15,0 2 0-15,0 2 8 0,0-2-8 0,-3 3 0 0,0 0 0 0,0-1 0 16,0 3 0-16,0 3 0 0,3 0 0 0,-6 0 0 15,3 0 12-15,-3 5 0 0,-3 1 0 0,3-1 0 16,-3 3-12-16,0 0 0 0,-3 2 0 0,3 3 0 16,-3 0 0-16,0 1-16 0,0-1 3 0,0 0 0 15,0-2 22-15,-3-1 5 0,3-2 1 0,0 0 0 16,0-3-15-16,0 3 0 0,-3-3 0 0,3-2 0 16,3-1-24-16,-3 1 1 0,3-6 1 0,0 3 0 15,3-3-128-15,0 1-26 0,0-1-4 0,6-5-902 16</inkml:trace>
  <inkml:trace contextRef="#ctx0" brushRef="#br0" timeOffset="8715.155">20297 6345 1552 0,'0'0'44'16,"0"0"10"-16,0-5-43 0,3-3-11 0,-3 3 0 0,0-3 0 0,0 2 156 0,0 1 28 16,0 0 7-16,0 5 1 15,0 0-52-15,0 0-9 0,0 0-3 0,0 0 0 0,0 0-102 0,0 0-26 16,0 0 0-16,-6 2 0 0,0 1 0 0,3 2 0 15,-3 1 0-15,3 2 0 0,0 0 0 0,0-1 0 16,3 1 0-16,-3 0 0 0,3 0 27 0,3 0 0 16,0 0 0-16,0 0 0 15,0 0-43-15,3 0-9 0,0 0-2 0,0 0 0 0,3 0 27 0,-3 0 0 16,3 0 0-16,0 0 0 0,0-3 0 0,0 3 0 0,-1 0 0 0,1-3 0 16,0 3 16-16,0-3 8 15,0 1 1-15,0-1 1 0,-3 0-26 0,0 0 0 16,0 1 0-16,0-1 0 0,-3 3 0 0,-3-3 0 0,3 3 8 15,-3-3-8-15,0 3 0 0,-3 0 0 0,0 3 0 0,-3-3 0 32,0 2-20-32,0-2-5 0,-3 0-2 0,0 3 0 0,0-3 27 0,-3 0 0 0,3 0 0 0,-2 0 0 15,2-3 0-15,-3 0 0 0,3 1 0 0,0-1 0 16,0-3-56 0,0-2-7-16,3 0-1 0,0 0-682 0,6 0-137 0</inkml:trace>
  <inkml:trace contextRef="#ctx0" brushRef="#br0" timeOffset="8898.174">20303 6424 1947 0,'0'0'43'0,"-6"-5"9"0,3 3 1 0,-3-4 2 0,0 4-44 0,0-4-11 15,3 1 0-15,-3 0 0 0,6 5 107 0,0-6 19 16,0 6 4-16,0-5 1 0,6 0-54 0,0 0-10 16,0 2-3-16,3-2 0 15,3 2 0-15,-3-2 0 0,6 2 0 0,0-2 0 0,-1-1-34 0,1 1-7 16,3 3-2-16,-3-4 0 0,0 1-9 0,0 0-3 15,0-1 0-15,3 1 0 0,-4 0-19 0,4-1-4 16,-3-1-1-16,3 1-861 16,-3-2-173-16</inkml:trace>
  <inkml:trace contextRef="#ctx0" brushRef="#br0" timeOffset="10228.728">23488 6155 1450 0,'0'0'32'16,"0"0"6"-16,-6 2 2 0,6-2 1 0,0 0-33 0,-6 0-8 0,6 0 0 0,0 0 0 0,0 0 104 0,0 0 20 15,0 0 3-15,0 0 1 0,0 0-44 0,-3 6-8 16,3-6-1-16,0 7-1 0,0-1-28 0,0 2-6 15,3 2 0-15,-3 1-1 0,3-1-24 0,0 4-5 16,0-1-1-16,0 3 0 0,0 0-9 0,0 2 0 16,0-2 0-16,0 3 8 0,0-4-8 0,0-1 0 15,-3-1 0-15,3 0 0 0,-3 0 16 0,0-2 0 16,0-3 1-16,0 2 0 0,0-4-17 0,0 2 0 16,-3-3 0-16,3-5 0 0,-3 5 27 0,3-5 5 15,0 0 0-15,0 0 1 0,0 0-1 16,0 0 0-16,-3-2 0 0,-3-4 0 0,3 1-32 0,0-3 0 0,3 0 0 0,-3-2 0 15,3-1 37-15,0-5 1 0,0 3 0 0,0-6 0 16,0 1-10-16,3-3-1 0,0-3-1 0,0 3 0 16,3-3-26-16,-3 3-12 0,3 0 0 0,3 2 1 15,-3 1 11-15,3 4 16 0,-1 1-4 0,4 2-1 16,0-2-19-16,-3 5-4 0,3 3-1 0,0 0 0 16,3-1 13-16,-6 6 0 0,3-2 0 0,0 2-9 15,0 2 9-15,-1 1 0 0,-2 0 0 0,0 2 0 16,0 0 0-16,0 3 0 0,0 3 0 0,0-1 0 15,-3-2 0-15,0 6 0 0,0-4 0 0,-3 3-8 16,0 1-2-16,0-4 0 0,-3 3 0 0,0-2 0 16,0 0-22-1,0 2-4-15,-3-5 0 0,3 2-1 0,-3-2 37 0,0-2 0 0,3-6 0 0,-3 5 0 16,3-5 24-16,0 0 12 0,0 0 2 0,0 0 1 16,0 0-39-16,-3 0 0 0,-3-3 0 0,3 1 0 15,0-4 0-15,0-2 0 0,0 0 0 0,3 0 8 0,-3-2 13 16,3-1 3-16,0 1 1 0,3-3 0 0,-3 2-33 0,3 0-8 15,0 1 0-15,0-1-1 0,0 3 17 0,0 0 9 16,3 0-1-16,0 3 0 0,-3 0 1 0,3-1 0 16,0 1 0-16,3 3 0 0,-3-4-9 0,0 4 0 15,0-1 0-15,-1 0 0 0,1 3 0 0,0 0 0 16,0-2 0-16,-3 2 0 0,3 0 0 0,0 0 0 16,-3 2 0-16,3-2 0 0,-3 6 0 0,3-4 0 15,-3 1 0-15,0 2 0 0,0 0 0 0,0 1 0 16,-3 2 0-16,3 2 0 0,-3 4 0 0,0-1 0 0,3 3 0 0,-6 0 0 15,3-1 53-15,0 1 9 0,-3 3 2 0,0-1 0 16,3 1-52-16,-3-3-12 0,3 0 0 16,-3-1 0-16,3 1 0 0,-3-2 0 0,3-1 0 0,-3 0 0 31,3 0-48-31,-3-2-13 0,3-1-3 0,0-2 0 16,0 0 0-16,0 0 0 0,0 0 0 0,3 0 0 15,-3-3-102-15,3-2-21 0,3 0-4 0,-6-3-1 0</inkml:trace>
  <inkml:trace contextRef="#ctx0" brushRef="#br0" timeOffset="10652.062">24125 6297 1893 0,'9'-15'41'0,"-6"7"9"0,0 0 2 0,0 0 2 0,0-3-43 0,-3 3-11 0,3-2 0 0,-3 2 0 0,0 0 132 16,3 0 25-16,-3 0 5 0,0 3 1 16,-3-1-63-16,3 6-13 0,0-5-3 0,0 5 0 15,0 0-45-15,0 0-10 0,0 0-1 0,0 0-1 0,0 0-27 0,-6 3 0 16,0-1 0-16,0 4 0 0,3-1 0 0,-3 3 0 15,0 2 0-15,-3 4 0 0,3 2 0 0,0-1 0 16,0 4 0-16,0 2 0 0,0-2 0 0,-3-1 0 16,3 1 0-16,0 2 0 0,0-3 0 15,0 1 0-15,1-3 0 0,-1 0 0 0,3 2 0 16,0-5 0-16,0 3 0 0,3 0 0 0,0-3 0 0,0 3 0 16,0 0 0-16,3 0 0 15,0-3-46-15,3 0-14 0,0-2-4 0,2 2 0 0,-2-5 37 16,3 0 7-16,0 0 2 0,3-3 0 0,-3-2 18 0,0 2-12 0,0-5 12 15,0 0-10-15,0 0 10 0,-3-2 11 0,3-1-3 16,0-2 0-16,-3 2 22 0,0-5 4 0,-1 3 1 0,1-3 0 16,0 0 9-16,0 0 1 0,-3 0 1 0,3-2 0 15,-3-1-10-15,0 3-3 0,0 0 0 0,0-3 0 16,-3 4-6-16,0 1-2 0,0-2 0 0,0 3 0 16,-3 0-10-16,3 5-3 0,-3-6 0 0,-3 4 0 15,3-1-12-15,-3-2 9 0,-3 2-9 0,3 3 8 16,1-2-8-16,-4 2 0 0,0 0 0 0,-3 0-11 31,3 0-49-31,0 2-9 0,-3-2-3 0,3 3 0 0,-3-3-75 16,-3 3-15-16,3-1-3 0</inkml:trace>
  <inkml:trace contextRef="#ctx0" brushRef="#br0" timeOffset="11675.265">21553 6258 1541 0,'0'0'44'0,"-6"-3"9"0,0 0-42 0,0 1-11 0,3-1 0 0,3 3 0 0,-6-2 107 0,6 2 19 15,-3-6 4-15,3 6 1 0,-3-5 2 0,3 5 1 16,3-5 0-16,-3 5 0 0,3-3-60 0,-3 3-12 15,3-5-2-15,3 5-1 0,0-3-24 0,0 3-5 16,0 3-1-16,0-1 0 0,3 4-15 0,-3 2-3 16,0 0-1-16,3 5 0 0,-3 0-10 15,0 3 0-15,0-3 0 0,0 3 0 0,0 0 0 16,-3-3 0-16,-1 0 0 0,1 1 0 0,0-1 8 16,0-3-8-16,-3 1 0 0,0 0 8 0,0-4-8 0,-3-1 0 15,3 2 9-15,-3-3-9 0,0 0 18 16,3-5-1-16,0 0 0 0,-2 3 0 0,2-3-17 0,0 0 0 0,0 0 0 15,0 0 0-15,0 0 0 0,-3-5 0 0,0-1 0 16,0 1 0-16,3-3 0 0,0-2 0 0,0 2 0 0,0-3 0 16,0-2 0-16,3-3 0 0,0 0 0 0,0-2 0 15,-1-1 0-15,4 0 0 0,-3 1 0 0,3-3 0 16,3 5 0-16,-3 0 0 0,0 0 0 0,0 3 0 16,3 2 0-16,0 1-9 15,-3-1 1-15,3 6 0 0,-3 0 8 0,3-1 11 16,-3 4-3-16,0 2 0 0,3 0-8 0,-3 0 0 15,0 2 0-15,-1 4-11 0,1-1 11 0,0 3 0 0,-3 0 0 0,3 2 0 16,0 4 0-16,-3-1 8 0,3 0-8 0,-3 0 0 16,3 0 0-16,-3 3 0 0,0-2 0 0,3-1 0 15,-3 0 0-15,0-2 0 0,-3-1 0 0,3-2 0 16,-3 0 0-16,3 0 0 0,-3-5 0 0,0-3 0 16,0 0 0-16,0 0 0 0,0 0 0 0,0 0 0 15,0 0 0-15,0 0 0 0,0 0 0 0,-3-3 0 16,0-2 0-16,3-3 0 0,-3 0 0 0,0 0 0 15,3-5 0-15,0-1 0 0,-3 1 0 0,3-3 0 0,0 0 0 0,3 1 0 16,-3-1 0-16,3 0 0 0,3 0 0 0,-3 3 0 16,3 0 0-16,-3 2 0 0,3 0 0 0,3 3 0 15,-3 3 0-15,3 0 0 0,0 0 0 0,-3-1 0 16,2 4 0-16,1 2 0 0,-3 0 0 0,0 0 0 16,3 2 0-16,-3 4 0 0,0-4 0 0,-3 6 0 15,3 3 0-15,-3-1 0 0,3 4 0 0,-3-1 0 16,0 5 0-16,0 1 0 0,0 5 0 0,0-3 0 15,0 0 0-15,-3 3 0 0,3-6 0 0,0 1 0 0,0-1 0 16,-3-2 0 0,0 0-20-16,0 0-9 0,3-3-2 0,-3 0 0 15,3-2-155-15,0 0-31 0,0-3-7 0</inkml:trace>
  <inkml:trace contextRef="#ctx0" brushRef="#br0" timeOffset="12012.187">22116 6422 1736 0,'0'0'49'0,"0"0"11"0,0 0-48 0,-3-5-12 0,0-1 0 0,0 1 0 16,3 5 114-16,0-5 21 0,0 2 4 0,3-2 1 16,0-1-57-16,0 1-11 0,0 0-3 0,3 2 0 15,3-2-17-15,-4 2-4 0,4-2-1 0,0 2 0 16,0-2-2-16,3 2 0 0,-3 1 0 0,0-1 0 16,0 0-12-16,0 1-2 0,3 2-1 0,-3-3 0 15,3 3-2-15,-3-2 0 0,-1 2 0 0,4 2 0 16,-3-2 10-16,0 3 2 0,0-1 0 0,-3 1 0 0,3 2-32 15,-3 1-8-15,3-1 0 0,-3 3 0 0,0 0 0 16,-3 0 0-16,3 0 0 0,-3 0 0 0,0 2 0 0,-3 1 0 16,0-1 0-16,0 4 0 0,-3-4 0 15,0 3 0-15,0 1 0 0,0-1 0 0,-3 3 0 16,0 0 0-16,3 0 0 0,-3 2 0 16,0 1-50-16,0-1-11 0,0 3-3 0,0-2 0 0,0 2 52 15,0-3 12-15,3-2 0 0,0 0 0 16,-3-3-128-16,3 1-22 0,3-4-5 0,-3 1-605 15,0-3-120-15</inkml:trace>
  <inkml:trace contextRef="#ctx0" brushRef="#br0" timeOffset="12194.852">22229 6655 2181 0,'0'0'48'0,"-6"-3"9"0,0-2 3 0,0-1 2 0,3 4-50 0,3-3-12 0,-3 2 0 0,3-2 0 16,0 2 102-16,0-2 18 0,3 2 3 0,3 0 1 15,0-2-53-15,0 2-11 0,3-2-1 0,0 0-1 16,0 2-37-16,-1-2-7 0,4 0-2 0,3 2 0 16,-3-2-12-16,3 2 0 0,0 0 0 0,0-2 0 15,0 2 0-15,0 1 0 0,-1-1 0 0,1-2-851 16,0 2-173-16</inkml:trace>
  <inkml:trace contextRef="#ctx0" brushRef="#br0" timeOffset="15941.014">20401 4072 1429 0,'-3'5'31'0,"0"1"6"0,0-1 2 0,3-5 2 0,-6 5-33 0,6-5-8 0,0 0 0 0,0 0 0 16,0 0 87-16,0 0 15 0,0 0 3 0,0 0 1 15,0 0-31-15,0-5-7 0,0-3 0 0,3-2-1 0,0 2-2 0,3-11 0 16,0 9 0-16,3-14 0 0,3 5 0 0,0-5 0 15,3-10 0-15,3-3 0 0,2-3-23 0,1-5-5 16,3-8-1-16,0 3 0 16,0 0 7-16,5-8 1 0,4-3 0 0,6-13 0 0,3 7-21 15,-1-4-4-15,7 5-1 0,2-8 0 0,-2 5-18 0,0-2 0 16,-1 10 8-16,10-11-8 0,-6 11 0 0,-1 3 0 16,1 0 0-16,-1-3 0 0,-8 11 0 0,-3 2 0 15,-7 3 0-15,1 6 0 0,-3 7 0 0,-3 3 0 16,-6 5 0-16,-4-3 0 0,1 9 0 0,-6 5 0 0,0-3 8 15,-6 3-8-15,0-1 0 0,-3 6 0 0,0-2 8 0,-6 4-8 16,3 1 0-16,0 3-9 0,0 2 1 0,0 0 0 31,-6 0-33-31,6 0-7 0,-3 0 0 0,3 0-1 16,-6 0-110-16,6 0-21 0,0 0-5 0</inkml:trace>
  <inkml:trace contextRef="#ctx0" brushRef="#br0" timeOffset="16543.248">21306 2283 1036 0,'0'0'23'0,"-6"0"5"0,-3 0 0 0,3 0 1 0,-3 0-29 0,0 0 0 0,0 0 0 16,3 0 0-16,-3 0 108 0,4 0 16 0,5 0 4 0,-6 0 0 15,6 0-52-15,0 0-9 0,0 0-3 0,0 0 0 16,0 0 0-16,0 0-1 0,0 0 0 0,0 0 0 15,6 0-23-15,2-5-5 0,1 3-1 0,3 2 0 16,3-6 15-16,3 4 3 0,0 2 1 0,0-8 0 16,-3 2-12-16,3 6-2 0,-1-8-1 0,1 8 0 15,0-5-27-15,0 3-11 0,0 2 8 0,0 0-8 16,0 2 15-16,-1 3-3 0,-2-5 0 0,3 8 0 16,-3-2-12-16,-3 2 8 0,3 0-8 0,-6 2 0 15,3 1 8-15,-6-1-8 0,0 4 0 0,-1-1 9 16,-2-5-9-16,-3 8 12 0,0-3-12 0,-3 3 12 15,1-3-12-15,-4-2 0 0,0 4 0 0,0-1 0 0,-3-1-10 16,0 3-4-16,3-3-1 0,-3 3 0 16,3-3-34-16,-3 3-7 0,3-3-2 0,0-5-634 15,0 3-126-15</inkml:trace>
  <inkml:trace contextRef="#ctx0" brushRef="#br0" timeOffset="18025.307">9804 3686 1270 0,'0'0'28'0,"0"0"5"0,0 0 2 0,3 0 1 0,0-5-28 0,0 2-8 0,3-5 0 0,-3 0 0 16,3 3 108-16,0-3 20 0,3-5 4 0,0 2 0 15,3-2-28-15,3-3-7 0,0 3-1 0,3-11 0 16,2 3-20-16,4-8-5 0,0-8-1 0,6-6 0 16,-3 4-26-16,-1-9-4 0,7 3-2 0,6-3 0 15,-1-2-12-15,7-3-2 0,3-5-1 0,5-3 0 16,-5 5-12-16,-3 6-3 0,-1 3 0 0,4-6 0 15,-3 5-8-15,-1 0 0 0,1 1 0 0,-1-1 0 16,-8 6 0-16,0 10 8 0,-3-5-8 0,-7 8 0 0,-5 2 8 0,-3 4-8 16,-6 1 8-16,0 4-8 0,-3-1 9 0,-3 9-9 15,-3-3 10-15,0-1-10 0,-3 4-10 0,0 2-8 16,-3 3-2-16,0-3 0 16,0 0-16-16,-3 2-4 0,3 4-1 0,-3-4 0 15,-3 1-38-15,0 5-7 0,-3-3-2 0,0 3 0 16,0 0 28-16,1 0 6 0,-1-5 1 0,-3 5 0 15,-3 0 1-15,3 0 1 0,-3 0 0 0,-3 0 0 0,3 0 41 0,-2 0 10 0,2 0 0 16,-3 0 0-16,3 0 0 0,3 0 0 0,-3 0 0 16,3 0 0-16,1 5 39 0,2-5 9 0,0 3 3 0,0 0 0 15,3-1-13-15,0 4-2 0,0-4-1 16,9-2 0-16,0 0-8 0,0 0-2 0,-3 6 0 0,3-6 0 16,0 0-5-16,0 0-2 0,0 0 0 15,6 0 0-15,0 0-18 0,6 0 0 0,0 0 0 16,6 0 0-16,-1-6 40 0,7 4 8 0,0-6 2 0,3 5 0 15,3-5-27-15,2 6-6 0,1-6-1 0,0 0 0 16,-3 2-16-16,-4 1 0 0,-2 2 0 0,3 3 0 16,-6 0 0-16,3 0 0 0,-3 0 0 0,-1 8 0 15,-2-2 13-15,0 2 6 0,0 0 1 0,-3-1 0 16,0 1-10-16,-3 6-2 0,0-6 0 0,-4 2 0 16,1 1 1-16,-6-1 0 0,3 4 0 0,-6-1 0 15,3-5 15-15,-3 8 2 0,-3-8 1 0,0 5 0 16,0-3-27-16,-3 4-19 0,0-1 3 0,-2-5 1 15,2 5-27-15,0-5-6 0,-3 3 0 0,0 2-692 16,3 0-137-16</inkml:trace>
  <inkml:trace contextRef="#ctx0" brushRef="#br0" timeOffset="19815.824">11677 1257 1911 0,'0'0'42'0,"0"0"9"0,0 0 1 0,0 0 2 16,0 0-43-16,0 0-11 0,-6 0 0 0,6 0 0 0,-6 0 83 0,0 0 14 15,0 0 3-15,0 0 1 0,0 2-45 0,0 4-10 0,-3-1-2 0,0 3 0 16,0 0-21-16,-3 8-5 0,-3-3-1 0,1 3 0 15,-1 5-9-15,-3-2-8 0,0 2 9 0,0 5-9 16,-3-10 36-16,3 5 2 0,-2-5 0 0,2 0 0 31,3 0-82-31,-3-3-16 0,3 3-3 0,-3-3-1 16,6-5 0-16,-3 0 0 0,4 0 0 0,-4-3-614 0,3-5-123 0</inkml:trace>
  <inkml:trace contextRef="#ctx0" brushRef="#br0" timeOffset="20037.952">11340 1339 1497 0,'0'0'32'0,"0"0"8"0,0 0 0 0,0 0 4 0,0 0-36 0,0 0-8 0,0 0 0 0,0 0 0 0,0 0 104 0,0 0 20 15,0 0 3-15,0 0 1 0,0 0-52 0,3 5-9 16,-3 3-3-16,3 0 0 0,0 0 0 0,3 5 0 16,0-2 0-16,3 5 0 15,0-3 0-15,3 3 0 0,0-3 0 0,0 0 0 0,0 3-64 16,3-8-25-16,-1 5 1 0,1-2 0 0,3-1 24 0,-3 1 0 15,0 2 0-15,3-5 0 0,0 0 21 0,-3 0 0 16,2 0 0-16,1-3 0 16,-3 3-170-16,3-2-35 0,-3-6-6 0</inkml:trace>
  <inkml:trace contextRef="#ctx0" brushRef="#br0" timeOffset="20252.164">11831 1500 1773 0,'0'0'50'0,"-5"0"11"0,-1-5-49 16,0 2-12-16,0 3 0 0,0-5 0 0,0 2 139 0,-3 3 25 0,3-5 4 0,0 5 2 15,6 0-63-15,-6 0-13 0,6 0-2 0,0 0-1 16,-6 0-22-16,6 0-4 0,0 0-1 0,0 0 0 16,-3 5-51-16,0-2-13 0,0 2 0 0,3 3 0 15,0-5 0-15,0 5 0 0,3 2 0 0,0-2 0 16,-3 0 0-16,3 0 0 0,3 5 0 0,-3-5 0 16,0 3 20-16,0 2 2 0,0-5 0 0,0 5 0 15,0 1-35-15,-3 2-7 0,3-6-2 0,0 3 0 16,0 1-34-16,-3 1-6 15,3-1-2-15,0-4-751 0,3 3-150 0</inkml:trace>
  <inkml:trace contextRef="#ctx0" brushRef="#br0" timeOffset="20554.808">12332 1257 1954 0,'0'0'43'0,"0"0"9"0,0 0 1 0,0 0 3 0,-3-5-45 0,3 5-11 16,0 0 0-16,0 0 0 0,0 0 96 0,0 0 16 16,0 0 4-16,0 0 1 0,-6 0-49 0,0 0-9 0,0 5-3 0,-3 3 0 15,3-3-28-15,-3 3-7 16,0 8-1-16,0-3 0 0,-3 3-20 0,0 0 0 15,0 5 0-15,-3 0 0 0,1-5 0 0,2 5 0 0,0-5 0 0,0 5 0 16,0-5 0-16,0-3 0 0,3 3 0 0,-3-5 0 31,3 2-63-31,-3 0-17 0,0-5-3 0,1 0-651 0,-1 0-130 0</inkml:trace>
  <inkml:trace contextRef="#ctx0" brushRef="#br0" timeOffset="20786.466">12070 1307 2188 0,'0'0'48'0,"0"0"11"0,0 0 1 0,0 0 1 16,0 0-49-16,0 0-12 0,0 0 0 0,0 0 0 0,0 0 96 0,0 0 17 15,0 0 3-15,-3 8 1 0,6 0-53 0,-3 0-12 16,3 5-1-16,0-5-1 16,0 8-21-16,2-3-4 0,1 3-1 0,0 0 0 15,0-3-24-15,0 3 0 0,3-3 8 0,0 3-8 0,0 0 0 16,3-3 0-16,-3 3 0 0,3-3 0 0,0-2 0 0,0 2 0 15,0 0 0-15,-1 3 0 16,1-8-122-16,0 5-26 0,0-2-6 0,0 0-606 16,-3-1-122-16</inkml:trace>
  <inkml:trace contextRef="#ctx0" brushRef="#br0" timeOffset="21101.368">12361 1582 1799 0,'-3'-13'51'0,"3"10"11"0,0-5-50 0,0 3-12 0,3-3 0 0,0 3 0 15,0-3 116-15,3 0 20 0,0 0 4 0,3 0 0 16,0 0-47-16,3 0-9 0,-3 0-3 0,3 3 0 16,0-3-25-16,-3 3-6 0,0 2-1 0,-1 3 0 15,-2-5-17-15,3 5-3 0,-3 0-1 0,0 5 0 16,0-5-11-16,-3 8-2 0,0-8-1 0,0 8 0 16,0-3-6-16,-3 3 0 0,3 0-8 0,-3 3 12 15,0-1-12-15,-3 1 0 0,3 2 0 0,-3 0-10 16,0 3-7-16,-3-2-2 0,3-6 0 0,0 7 0 15,-3-1 2-15,0-4 0 0,3 3 0 0,0-5 0 16,0 6 9-16,0-6 8 0,3 2-12 0,-3 1 12 16,6-9-9-16,-3 6 9 0,3-2 0 0,0-4-9 15,3 4 9-15,-3-6-12 0,3 0 12 0,3 0-12 16,0 0 4-16,-3-6 0 0,3 4 0 0,0-6 0 16,0 2-116-16,3-2-22 0,0 1-5 15,0-1-879-15</inkml:trace>
  <inkml:trace contextRef="#ctx0" brushRef="#br0" timeOffset="21379.52">13016 1212 1940 0,'0'0'43'0,"0"0"9"16,0 0 1-16,0 0 1 0,0 0-43 0,0 0-11 0,0 0 0 0,0 0 0 0,0 0 84 0,0 0 16 0,0 0 2 0,0 0 1 15,0 0-7-15,0 0-2 16,0 0 0-16,0 0 0 0,0 0-75 0,-3 3-19 0,0 2 0 0,-3 3 0 16,0 0 48-16,0 5 5 0,0-5 2 0,-3 8 0 15,1-3-39-15,-1 3-7 0,0 0-1 0,-3 5-8 16,3-5 8-16,0 0-8 0,-3 2 0 0,-3 1 0 16,3 2 0-16,-3-3 0 0,-3-2 0 15,4 0 0 1,-4-3-28-16,3-2-7 0,0 2-1 0,-3-5 0 15,3 0-124-15,0 0-26 0,0-3-5 0</inkml:trace>
  <inkml:trace contextRef="#ctx0" brushRef="#br0" timeOffset="21624.415">12772 1278 2023 0,'0'0'44'0,"0"0"10"0,-3-5 2 0,0 2 0 0,0-2-44 0,-3-1-12 0,3 4 0 0,-3 2 0 16,6 0 93-16,-6 0 17 0,6 0 3 0,-6 2 1 15,6-2-45-15,-3 6-9 0,0 2-1 0,3-3-1 0,0 3-27 0,6 3-6 16,0 2-1-16,0 0 0 0,6-2-15 0,0 2-9 16,0 3 10-16,3 2-10 0,0-7 8 0,3 2-8 15,-4 0 0-15,4 3 0 16,-3-3-17-16,0-2-10 0,0 2-1 0,-3 0-1 0,3-5 29 16,0 0 0-16,0 3 0 0,-4-1 0 0,1-2 0 0,0-5-9 15,0 5 9-15,0-3 0 16,0 3-175-16,-3-3-29 0,0-2-7 0</inkml:trace>
  <inkml:trace contextRef="#ctx0" brushRef="#br0" timeOffset="22066.238">13159 1521 1749 0,'0'0'38'0,"0"0"8"0,0 0 2 0,0 0 2 0,0 0-40 0,3-5-10 0,-3-3 0 0,3 8 0 15,3-5 109-15,0 2 20 0,0-2 4 0,0 2 1 16,3-2-30-16,0 2-7 0,0-2-1 0,2 0 0 15,1 2-30-15,-3-2-6 0,3 2-2 0,0-2 0 16,-3 2-16-16,0 3-3 0,0-5-1 0,0 5 0 16,-3 0-11-16,3 0-3 0,-3 0 0 0,0 0 0 15,0 5-11-15,0-5-2 0,0 3-1 0,-1 2 0 16,-2-5 6-16,0 8 2 0,0-8 0 0,0 8 0 16,-3-3-18-16,0-2 0 0,0 5 0 0,0 0 0 15,-3-3-32 1,0 3-9-16,-3 0-3 0,3 0 0 0,-2 0 6 15,-1 5 1-15,0-8 0 0,0 3 0 0,0 0 9 0,0 0 3 0,0 0 0 0,0-2 0 0,3-4 15 0,3-2 10 16,0 0-12-16,0 0 12 0,0 8-9 16,0-8 9-16,3 5 0 0,3-5-9 0,0 3-3 15,0-3-1-15,3 0 0 0,0 0 0 0,0 0 13 16,2 0 0-16,-2 0 0 0,0 0 0 0,3 0 0 0,-3 5 0 16,0-5 0-16,0 0 0 0,0 6 44 0,-3-6 12 15,0 2 3-15,0 4 0 0,-6-6-43 0,6 2-16 16,-3 4 11-16,0-4-11 0,-3 3 50 0,0 3 4 15,-3-2 1-15,0 4 0 0,0-2-37 0,-3 0-7 0,-3 3-2 0,3-1 0 16,-6 4-9-16,3-1 0 0,0-5 0 0,-6 8 0 16,3-3 0-16,0-3 8 0,1 4-8 0,-1-1 8 31,0-3-32-31,-3 4-8 0,-6-6 0 0,0 5-874 0,-3-5-174 0</inkml:trace>
  <inkml:trace contextRef="#ctx0" brushRef="#br0" timeOffset="25098.231">11572 1900 1728 0,'0'0'38'0,"0"0"8"0,0 0 2 0,0 0 0 0,0 0-39 0,0 0-9 0,0 0 0 0,-5-5 0 16,5 5 53-16,-6 0 9 0,0 0 2 0,0 0 0 15,6 0 0-15,-6 5 0 0,0-5 0 0,0 5 0 16,0-2-27-16,0 2-5 0,0 3 0 0,3 0-1 16,-3 0-11-16,3 0-1 0,0 0-1 0,0 5 0 15,0-5-10-15,0 0-8 0,3 5 9 0,0-5-9 16,0 5 0-16,3-5 0 0,0 3 0 0,0 2 0 15,3-5 0-15,0 5 0 0,0-5 0 0,3 5 0 16,0-5 0-16,0 0 0 0,3 0 0 0,0-3 0 16,-1 3 0-16,1-5 0 0,0 2 0 0,3-5 9 0,-3 0 1 15,3 0 0-15,-3 0 0 0,0-8 0 0,0 3 19 0,0-3 4 16,-4 0 1-16,1 0 0 0,0 0-4 16,0 0-1-16,-3 3 0 0,0-8 0 15,0 5 28-15,0 0 6 0,-3 3 1 0,0-3 0 16,0 0 0-16,-3 0 0 0,0-3 0 0,0 6 0 15,-3-8-52-15,0 5-12 0,0 0 0 0,0 0 0 0,0 0 0 0,-3 0 0 16,0 0 0-16,0-2 0 0,0 2 0 0,-3 0 0 16,3 0 0-16,-2 5 0 0,-1-7 0 0,0 7 0 0,0-2 0 15,0 2 0 1,-3 3-48-16,3 0-13 0,-3 0-3 0,0 0 0 16,3 0-51-16,-3 3-10 0,0 2-3 0,3-2-1024 0</inkml:trace>
  <inkml:trace contextRef="#ctx0" brushRef="#br0" timeOffset="26338.821">12257 1913 1497 0,'0'0'32'0,"0"0"8"0,0 0 0 0,0 0 4 0,0 0-36 0,0 0-8 0,0 0 0 0,0 0 0 16,0 0 104-16,0 0 20 0,0-8 3 0,0 8 1 15,0 0-52-15,0 0-9 0,0 0-3 0,0-5 0 0,0 5 0 0,0 0 0 16,0 0 0-16,0 0 0 0,0 0 0 0,0 0 0 16,0 0 0-16,0 0 0 0,0 0-51 0,0 0-13 15,0 0 0-15,0 0 0 0,0 0 54 16,0 0 8-16,0 0 2 0,0 0 0 0,0 0-64 0,0 0 0 15,0 0 0-15,0 0-13 0,0 0 13 0,0 0 13 16,0 0-2-16,0 0-1 0,3 5-2 0,3-2 0 16,-3 2 0-16,0-2 0 0,0 5-8 0,0-3 12 15,0 3-12-15,0 0 12 0,0 0-12 0,0 0 8 16,-3 5-8-16,3-5 8 0,0 5-8 0,0-5 0 16,-3 0 0-16,3 5 0 0,0-2 0 0,-3-1 8 15,3 1-8-15,-3 2 0 0,3 0 0 0,-3 3 0 16,0-5 8-16,3 2-8 0,-3 0-17 0,0 1-6 0,0 1-1 15,0-4 0-15,0 0 44 0,0-1 9 0,0 3 2 0,0-5 0 16,0 0-31-16,0-2 0 0,0-6 0 0,0 8 0 16,0-8 0-16,0 0 0 0,0 0 0 0,0 0 0 15,0 0 0-15,0 0-10 0,0 0 10 0,0 0-12 32,0 0-92-32,6-6-18 0,-3 4-4 0,0-6-675 0,3-3-135 0</inkml:trace>
  <inkml:trace contextRef="#ctx0" brushRef="#br0" timeOffset="27511.188">12891 1974 1594 0,'-6'-5'45'0,"6"5"10"0,-3-3-44 0,0-5-11 0,0 3 0 0,-3 2 0 15,3-5 140-15,0 8 27 0,0-5 5 0,0 0 0 0,-3 2-55 0,3-5-11 16,-2 8-2-16,2-5-1 0,0 2-41 0,-3 3-8 16,3-5-2-16,-3 5 0 0,3 0-17 0,-3-3-4 15,6 3-1-15,-6 3 0 0,0-3-13 16,0 5-2-16,-3-2-1 0,3 2 0 0,0 3-14 0,-3 0 11 15,3-3-11-15,-3 6 10 16,3 2-10-16,0-5 0 0,3 5 0 0,-3-2-11 0,6-1 11 0,-3 1 0 16,6 2 0-16,-3 0 0 0,3 3 0 15,0-5 0-15,3 2 0 0,3 0 0 0,0 3 0 0,-3-3 0 16,3-2 0-16,3 2-8 0,-3-5 8 0,3 5 0 16,0-5 0-16,0-5 0 0,0 2 0 0,2 1 0 15,-2-6 0-15,3 0 0 0,-3-6 0 16,3 4 0-16,-3-4 0 0,0-2-8 0,3 0 8 0,-3 0 0 0,2-2 0 0,-2 2 0 15,0-3 14-15,0 3-2 0,0-5 0 0,-3 5 0 16,3-5 21-16,-6 5 4 0,3 0 1 0,-6-5 0 16,3 2 4-16,-3 1 1 0,-3 2 0 0,0-3 0 15,0 1-12-15,-3-1-3 0,0 3 0 0,-3 0 0 16,0-5-12-16,0 5-4 0,-3-5 0 0,0 5 0 16,0 0-12-16,0 0 9 0,-3 0-9 0,0 0 8 15,3 3-8-15,-2-3 0 0,-1 0 0 0,0 8-11 31,0-5-25-31,0 2-4 0,-3 3-2 0,0 0 0 0,0 3-151 16,-3 2-31-16,-2 3-5 0</inkml:trace>
  <inkml:trace contextRef="#ctx0" brushRef="#br0" timeOffset="28532.913">21669 1360 1544 0,'0'-13'34'0,"0"10"7"0,0-7 2 0,0 2 0 0,0 0-35 0,0 0-8 16,0 0 0-16,0 0 0 0,0 0 122 0,0 3 22 16,0 2 5-16,0 3 1 0,0-5-41 0,0 5-8 15,0 0-1-15,0 0-1 0,-6 0-37 0,0-3-7 16,0 6-2-16,0-3 0 0,-3 5-27 0,0 3-6 16,-2 0 0-16,-1 8-1 15,0 0-19-15,-3 5 8 0,-3 3-8 0,3 2 0 0,-3-2 9 0,0 2-9 16,1-2 0-16,-4-3 9 0,3 3-9 0,0-3 0 15,0 0 0-15,0-5 0 16,0 0-40-16,-2-3 0 0,-1 3 0 0,0-2 0 16,3-6-122-16,-3-1-25 0,0 7-5 0</inkml:trace>
  <inkml:trace contextRef="#ctx0" brushRef="#br0" timeOffset="28780.824">21232 1344 2044 0,'0'0'45'0,"0"0"10"0,-3-5 1 0,3-3 1 0,0 3-45 0,0 5-12 0,3-3 0 0,0-5 0 16,-3 8 84-16,3 0 16 0,2 0 2 0,4 0 1 15,-3 0-38-15,3 8-7 0,0-5-2 0,0 5 0 16,3 2-14-16,-3 1-3 0,3 2-1 0,3 0 0 16,-3 3-18-16,0 5-3 0,0-5-1 0,-1 0 0 15,4 5-16-15,0-8 10 0,0 3-10 0,0 0 8 16,3 0-8-16,-3-3-11 0,3 0 3 0,-1 3 0 15,1-8-102-15,0 6-20 0,0-7-4 0,3 4-614 16,0 0-122-16</inkml:trace>
  <inkml:trace contextRef="#ctx0" brushRef="#br0" timeOffset="29003.871">21839 1582 2055 0,'0'0'45'0,"-3"-8"10"0,-3 3 1 0,3-3 2 15,-3 0-46-15,3 0-12 0,-3 0 0 0,0 0 0 0,3 3 134 0,0 2 25 0,-3-2 5 0,3-3 0 16,0 3-80-16,3 5-16 0,0 0-3 0,0 0-1 15,0 0-51-15,0 0-13 0,0 0 0 0,0 0 0 16,0 0 54-16,0 0 8 0,0 8 2 0,0 2 0 16,0-2-52-16,0 0-12 0,0 3 0 0,3-1 0 15,-3 1 0-15,0 2 0 0,3-5 0 0,-3 5 0 16,3-2 0-16,-3 2 0 0,0 1 0 0,3 1 0 31,-3 1-20-31,0 0-8 0,3 3 0 0,-3-3-1 16,0-1-15-16,3 7-2 0,-3-9-1 0,0 5 0 15,3 1-98-15,-3-9-20 0,3 4-4 0,-3-1-922 0</inkml:trace>
  <inkml:trace contextRef="#ctx0" brushRef="#br0" timeOffset="29287.901">22461 1347 2134 0,'0'0'47'0,"-3"-8"9"0,3 3 3 0,-3-3 1 0,3 0-48 0,-3 0-12 16,3 0 0-16,-3 0 0 0,0 0 117 0,3 3 21 16,0 5 4-16,-3-3 1 0,0-2-63 0,3 5-13 15,-6 0-3-15,6 0 0 0,-6 0-51 0,0 0-13 16,-3 5 0-16,3-2 0 0,-3 5 0 0,0 5 0 16,-2 0 0-16,-1 3 0 0,0 5 0 0,0-2 0 15,0 7 0-15,-3-5 0 0,0 3 0 0,3-3 0 16,-3 0 0-16,1-5 0 0,2 5 0 0,-3-5 0 15,3 5 0-15,-3-10 0 16,0 2-140-16,0 1-30 0,0-7-6 0,-3 1-2 16,4 0-154-16</inkml:trace>
  <inkml:trace contextRef="#ctx0" brushRef="#br0" timeOffset="29528.612">22148 1397 2044 0,'3'-8'45'0,"-3"-5"10"0,0 5 1 0,3-8 1 0,-3 8-45 0,0-5-12 0,0 0 0 0,0 5 0 15,0 0 104-15,3 0 20 0,-3 0 3 0,0 8 1 16,0 0-42-16,0 0-8 0,0 0-2 0,0 0 0 16,0 0-30-16,6 3-6 0,-3 2-2 0,3 3 0 15,0 0-15-15,-3 5-3 0,3-2-1 0,0 2 0 16,0 3 13-16,3 2 2 0,0 1 1 0,0 2 0 31,0-5-51-31,0 2-9 0,3-2-3 0,-1 5 0 16,1-10-6-16,3 7-2 0,-3-7 0 0,0 5 0 0,0-3-124 0,-3 0-26 0,3-5-5 15,-3 6-1-15,0-7-58 0,0 1-12 0,2-5-2 16,-5 2-1-16</inkml:trace>
  <inkml:trace contextRef="#ctx0" brushRef="#br0" timeOffset="29782.497">22446 1625 1832 0,'0'0'40'0,"0"0"9"0,0 0 2 0,0-6 0 0,0 1-41 0,0 2-10 16,3-5 0-16,-3 1 0 0,3 1 111 0,3 4 20 16,-3-9 4-16,3 8 1 0,3-5-48 0,-3 3-10 15,3 2-2-15,0-2 0 0,-3-3-18 0,3 8-4 16,-4-5-1-16,1 2 0 0,0 3-20 0,0 0-4 15,0 0-1-15,-3 3 0 0,3 2-19 0,-3-2-9 0,0 2 8 0,-3 0-8 16,0-2 0-16,0 2 0 0,0 3 8 0,-3 0-8 16,3 0 0-16,-3-2 0 0,0 1 0 0,0 1 0 15,0 6-14-15,-3-6 5 0,3 0 1 16,0-1 0-16,0 7 8 0,0-6-10 0,0 0 10 16,3 2-10-16,0 1 10 0,0-3-8 15,3 0 8-15,0 0-8 0,0-1 8 0,3-1 0 0,0-4-9 0,0 4 9 16,3-4 0-16,0-2 0 0,0 6 0 0,0-6 0 15,0-6-16-15,3 4 5 0,0-4 1 0,3 4 0 16,-4-9-175 0,7 3-35-16,0-2-8 0,0 2 0 0</inkml:trace>
  <inkml:trace contextRef="#ctx0" brushRef="#br0" timeOffset="30029.589">23271 1310 1564 0,'0'0'44'0,"0"-3"10"15,0-2-43-15,0-3-11 0,0 0 0 0,0 3 0 0,0-3 138 0,0 8 26 16,-3-3 4-16,3-2 2 0,0 5-47 0,0 0-10 16,0 0-1-16,0 0-1 0,0 0-31 0,0 0-5 15,0 0-2-15,0 0 0 0,-6 0-26 0,0 0-6 16,-3 0-1-16,-3 8 0 0,0 0-22 0,0 0-5 16,-3 5-1-16,0 8 0 15,0-5-29-15,-2 5-7 0,2-5 0 0,-6 5-1 0,3 0 25 0,3-2 0 16,-3-1 0-16,3 1 0 0,-3-1 0 0,1-2 0 15,2 0 0-15,-6-3 0 16,3-2-159-16,0-1-26 0,0-2-6 0,0 0-897 0</inkml:trace>
  <inkml:trace contextRef="#ctx0" brushRef="#br0" timeOffset="30658.525">22857 1368 2188 0,'0'0'48'0,"0"-8"11"0,3 0 1 0,0 0 1 0,0-2-49 0,0 2-12 0,0 5 0 0,0-5 0 15,0 3 105-15,0 2 19 0,0-2 3 0,3 5 1 16,-3 0-52-16,0 0-9 0,2 5-3 0,1-2 0 16,0 5-51-16,3 0-13 0,0 5 0 0,-3-5 0 15,6 8 0-15,-3-3 0 0,0 3 0 0,0 0 0 16,3 2 0-16,-3-2 0 0,0-3 0 0,3 3 0 16,-1 0 0-16,1 0 0 0,0-3 0 0,3 0 0 31,0-2-48-31,0 2-13 0,0 0-3 0,0-5 0 0,3 0-176 15,-4 0-36-15,1-2-8 0,-3-4 0 0,3 3 145 0,-3-2 30 0,-3 2 5 16,0-5 2-16,3 0 52 0,-6 0 10 0,0 0 3 0,-6 0 0 16,3 0 118-16,-3 0 24 0,3-5 5 0,0 2 1 0,0-4 29 0,0 1 5 15,0 4 2-15,0-4 0 0,2-2-31 16,-2 0-7-16,6 0-1 0,-3-2 0 0,3 2-34 0,0-3-7 16,0 3-2-16,3-2 0 0,0 2-21 0,0 5-5 15,3-5-1-15,-3 0 0 16,0 3 3-16,-1 0 1 0,1 2 0 0,0 3 0 0,0-5-7 0,0 5-2 15,0-3 0-15,0 6 0 0,0-3-12 0,-3 5-2 16,0-5-1-16,0 3 0 0,-3 2-18 0,-1 3 0 16,1-3 8-16,-3 3-8 0,0 0 0 0,0 0 0 0,0-3 0 15,-3 3-9-15,0 0-7 0,-3 0-2 0,0 0 0 16,-3 5 0 0,3-5-9-16,0 0-1 0,-2-2-1 0,-1 2 0 0,3-6 11 0,-3 6 2 15,0-3 1-15,6-5 0 0,-3 3 15 0,3-3-9 16,0 0 9-16,0 0-8 0,0 0 8 0,3 5 0 0,0 1-9 0,6-6 9 15,0 2 0-15,-1-2 0 0,4 0 0 0,3 0 0 16,0 0 0-16,0 0 0 0,3 0 8 0,-3 0-8 16,0 6 17-16,0-6-1 0,-4 2-1 0,1 4 0 15,0-4 5-15,-3 3 2 0,0-2 0 0,-3 8 0 16,0-9-3-16,0 4-1 0,-6 2 0 0,3 0 0 16,-6-1-4-16,3 1-1 0,-3 0 0 0,-3 0 0 15,0 0-3-15,-3 3-1 0,-3-1 0 0,-3 4 0 16,0-6-9-16,-2 5 0 0,-4-3 0 0,0 4 8 15,0-1-21-15,-3-3-5 0,0 4-1 0,1-1 0 16,2-5-90-16,-3 5-19 16,-3-5-3-16,3 3-1125 0</inkml:trace>
  <inkml:trace contextRef="#ctx0" brushRef="#br0" timeOffset="32828.155">21601 1924 1170 0,'0'0'25'0,"0"0"6"0,0 0 1 0,-6 5 1 0,0-5-33 0,-3 0 0 0,3 3 0 0,0 2 0 15,-3-5 85-15,3 5 11 0,-3-2 1 0,0 2 1 16,3-2-17-16,-3 2-3 0,0 3-1 0,0-5 0 0,4 2-23 16,-1 3-5-16,0-3-1 0,0-2 0 0,0 2-18 15,3 3-4-15,-3-5-1 0,3 2 0 0,3 3-7 0,-3-3-2 16,3-2 0-16,-3 5 0 0,3-8-3 0,3 5-1 15,0 0 0-15,0 3 0 0,0-5 0 0,0 2-1 16,3-2 0-16,0 2 0 0,0-2 5 0,3-3 0 16,-1 5 1-16,1-5 0 0,3 0 6 0,-3 0 1 15,6 0 0-15,-3-5 0 0,0 5 3 0,-3-3 1 16,3 3 0-16,0-5 0 0,-3 2-4 0,-1-2-1 16,-2 2 0-16,3-2 0 0,-3 0 3 15,0 2 1-15,-3-2 0 0,0 2 0 0,-3-2 7 0,0 2 2 16,0-5 0-16,-3 0 0 0,0 3-16 0,0-3-2 15,-6 0-1-15,3 0 0 0,0 3-8 0,-2-3-1 16,-1 0-8-16,0 0 12 0,0 3-12 0,0-3 0 16,0 3 0-16,0 2 0 0,0-2 0 0,3 2-8 0,-3 3-1 0,0 0 0 31,0 0-32-31,3 0-7 0,0 0 0 0,0 0-1 16,6 0-148-16,-8 8-30 0</inkml:trace>
  <inkml:trace contextRef="#ctx0" brushRef="#br0" timeOffset="34772.521">22166 2027 1179 0,'0'0'33'0,"0"0"8"0,0 0-33 0,3-3-8 0,0 3 0 0,-3 0 0 15,6-5 123-15,-6 5 22 0,0 0 5 0,0 0 1 16,0-3-31-16,0-5-5 0,0 8-2 0,0-2 0 16,0 2-20-16,-6-3-4 0,6 3-1 0,-3-5 0 15,3 5-27-15,-6-3-5 0,0 3-2 0,6 0 0 16,-6 0-20-16,0 0-4 0,0 3-1 0,1 2 0 0,-1-2-29 15,3 2 0-15,-3 0 0 0,0 3 0 16,3 0 0-16,3 0-8 0,-3 0 8 0,3 5 0 0,0-5 0 0,0 5 0 16,0 3 0-16,3-5 0 0,3 2 0 0,0 0 0 15,0-2 0-15,2 2 0 0,1 0 0 16,0-2 0-16,0 0-11 0,3-4 11 0,0 1 0 0,0 0 0 16,0-2 0-16,0-6 0 0,0 0 0 0,3 0 0 15,-1 0 0-15,1-6 0 0,3-2 0 16,-3 3 0-16,3-3 0 0,-3 0 0 15,3 0 0-15,-3 0 13 0,-1-5 0 0,-2 3 0 0,3-1 19 0,-6 0 4 16,0 3 1-16,0-5 0 0,-3 0-2 0,0 2-1 0,0-2 0 0,-3 0 0 16,0 5-15-16,-3 0-3 15,0-5-1-15,-3 2 0 0,0-2-7 0,0 5 0 16,-3-5-8-16,-3 5 12 0,3 0-12 0,-6-5 0 0,3 5 8 0,-6 0-8 16,3 0 0-16,-2 3-8 0,-1 2 8 0,0-2-13 31,0 2-24-31,3 3-5 0,-3-5-1 0,0 5 0 15,3 0-17-15,0 5-3 0,1-5-1 0,2 3 0 16,0 2-173-16,-3 3-35 0</inkml:trace>
  <inkml:trace contextRef="#ctx0" brushRef="#br0" timeOffset="35740.577">23035 1855 1573 0,'0'0'34'0,"0"0"7"0,0 0 2 0,0 0 2 0,0 0-36 0,0 0-9 0,0 0 0 0,0 0 0 15,0 0 102-15,0 0 18 0,0 0 4 0,0 0 1 16,0 0-21-16,-3 2-5 0,3 6-1 0,0-2 0 15,0 2-24-15,0 5-5 0,0-5-1 0,0 0 0 16,0 5-19-16,0 3-4 0,0-3-1 0,0-2 0 0,0 2-9 0,0 0-3 16,0-2 0-16,0-1 0 15,0 1-9-15,3 2-3 0,-3-2 0 0,0 2 0 0,0 0-20 0,3 0 8 16,-3-2-8-16,3 2 0 16,-3 0 0-16,3 3 8 0,0-2-8 0,0 1 0 0,0 1-10 15,0-2-6-15,0-4-2 0,3 9 0 16,-3-9-170-16,0 3-35 0</inkml:trace>
  <inkml:trace contextRef="#ctx0" brushRef="#br0" timeOffset="56074.595">18103 11261 1497 0,'0'0'32'0,"0"0"8"0,3-2 0 0,3-1 4 0,0 0-36 0,0 1-8 0,0-4 0 0,0 4 0 15,0-1 104-15,0 1 20 0,0 2 3 0,0-3 1 16,0 3-59-16,0 0-11 0,-6 0-2 0,3 3-1 15,3-3-37-15,0 5-7 0,-4-3-2 0,4 4 0 16,0 2-9-16,-3-3 0 0,3 3 0 0,-3 3 0 16,3-1 33-16,-3 1 5 0,0-1 1 0,0 1 0 15,0 2-39-15,-3-2 0 0,3-1 0 0,-3 1 0 16,0-1 0-16,0-2 0 0,0 0 0 0,0 0 0 16,0 0 0-16,-3-3 0 0,3-5 0 0,0 0 0 15,0 0 23-15,0 0 3 0,0 0 1 0,0 0 0 16,0 0-27-16,0 0 0 0,0 0 0 0,0 0 0 15,-3-5 0-15,0-3 0 0,3 0 0 0,0-2 0 0,0-1 0 16,0 1 0-16,0-1 0 0,3-2 0 0,-3 2 0 0,3-2 0 16,-3 2 0-16,3-2 0 0,0 0 56 0,3 0 7 15,-3-1 1-15,3 1 0 16,0 0-52-16,3 0-12 0,-6 0 0 0,6 2 0 16,-3 0 16-16,3 3 0 0,-3 0 0 0,3 6 0 0,-3-3-16 15,2 2 0-15,1 3 0 0,0 3 0 0,0-1-10 0,-3 3-5 16,3 1-1-16,0 2 0 0,-3 0 27 0,0 5 5 0,0-3 0 0,0 1 1 15,0 0-27-15,0 2-6 0,-3-3 0 16,-3 1-1-16,3 0 17 0,-3-3 0 0,-3 2 0 16,3-2 0-16,-3 0 0 0,0 0 0 15,0-3 0-15,-3 1 0 0,6-6 0 0,-3 5 0 16,0-3 0-16,3-2 0 0,0 0-15 0,0 0 1 0,0 0 0 16,0 0 0-16,-6 0 14 0,6 0 0 0,-3-5-10 0,0 0 10 15,3-3 0-15,0 0 0 0,0 0 8 0,3-5-8 16,0 2 25-16,0-2 0 0,3-3 0 0,0 0 0 15,0 3 6-15,3-3 1 0,0 0 0 0,-3 3 0 16,3 0-9-16,-4 2-2 0,4 1 0 0,-3 2 0 16,3 0-9-16,0 2-3 0,-3 1 0 0,0 3 0 15,0-1-9-15,0 3-16 0,0 0 4 0,0 3 1 16,0 2 11-16,0 0 0 0,-3 3 0 0,3 3 0 16,-3-1 0-16,3 1 0 0,-3 2 0 0,0 3 0 15,0-3 0-15,0 3 0 0,-3 0 0 0,3-3 0 16,-3 3 0-16,3 0 0 0,-3 0 0 0,0 0 0 0,3 0 0 0,-3-1 0 15,0 1 0-15,0 0 0 0,0 0 0 0,-3 0 0 16,3 2 0-16,0-2 0 16,0 3-53-16,0-3-9 0,0 0-2 0,0-1 0 15,0-1-153-15,0-1-31 0,3-3-7 0,-3-2-1 0</inkml:trace>
  <inkml:trace contextRef="#ctx0" brushRef="#br0" timeOffset="56401.921">18743 11441 1750 0,'0'0'49'0,"0"0"12"0,3-5-49 0,-3 5-12 0,3-5 0 0,-3 5 0 16,0 0 122-16,0 0 22 0,0 0 4 0,0 0 0 16,0 0-56-16,0 0-11 0,0 0-2 0,-3 5-1 15,0 3-47-15,0-3-10 0,0 3-1 0,0 3-1 16,3-1-19-16,0 1 8 0,0 0-8 0,0-1 0 16,0 3 0-16,0-2 0 0,3-1 0 0,0 4 0 15,0-4 0-15,0 4 0 0,0-7 0 0,3 4 0 16,0-3 0-16,0 0 0 0,0-3-9 0,3 1 9 15,0-1-9-15,-3-3 9 0,3 1-10 0,0-3 10 16,0 0 0-16,2-3 0 0,-2 1-8 0,0-1 8 16,3 1 0-16,-3-4 0 0,3-2 0 0,-3 0 10 15,0 0 15-15,-3 0 3 0,0-2 1 0,0-1 0 16,0-2 10-16,-3 0 1 0,0 0 1 0,0-1 0 16,-3-1-8-16,0 1-1 0,0 1-1 0,0 2 0 15,-3-2-11-15,0 5-3 0,0 0 0 0,-3 0 0 16,0 3-17-16,-3 0 8 0,0 2-8 0,-3 1 0 0,3-1 0 0,-3 3-16 15,-3 0 2-15,0 3 0 16,1-1-138-16,-4 1-28 0,0 2-6 0</inkml:trace>
  <inkml:trace contextRef="#ctx0" brushRef="#br0" timeOffset="57621.034">18252 12907 1821 0,'0'0'52'0,"0"0"11"0,0-5-51 0,0 0-12 0,0-1 0 0,3 1 0 16,0 2 85-16,-3 3 15 0,3-5 2 0,0 2 1 16,3 1-35-16,-6 2-6 0,3-3-2 0,-3 3 0 15,6 3-31-15,0-1-6 0,0 1-2 0,0 2 0 16,0 3-21-16,0 0 0 0,0 0 0 0,-1 3 0 0,1-3 0 0,-3 2 0 15,3 1 0-15,-3-1 0 0,3 1 0 16,-3 0 0-16,-3-1 0 0,3 1 0 16,-3-3-47-16,0 2-13 0,0-2-4 0,0 0 0 0,-3-3 52 0,3 1 12 15,0-6 0-15,-3 5 0 16,3-5 8-16,0 0 5 0,0 0 1 0,0 0 0 16,0 0-22-16,0 0-5 0,0 0-1 0,-3-5 0 0,0-1 62 0,0 1 13 15,3-3 3-15,0-2 0 0,0-1-52 0,0 0-12 16,3 1 0-16,0-1 0 0,0 1 54 0,0-3 8 15,0 2 2-15,3-2 0 0,-3-1-52 0,6 4-12 16,-3-3 0-16,3 2 0 0,-3-2 0 0,3 2 0 16,-3 3 0-16,3 0 0 0,0 0 54 0,-3 3 8 15,3 3 2-15,-3-1 0 0,2 3-52 0,-2 3-12 0,3-1 0 16,-3 3 0-16,0 1 0 0,0 2 0 0,0 2 0 0,0 1 0 16,0-1 0-16,0 1 0 0,-3 0 0 0,0-1 0 31,0 1-48-31,0-1-13 0,-3-2-3 0,-3 3 0 15,3-1 0-15,-3 1 0 0,3 0 0 0,-3-1 0 0,0-2 52 0,-3 3 12 0,3-6 0 0,0 3 0 16,-3-3 0-16,3 1 0 0,3-6 0 0,0 0 0 16,0 0 0-16,0 0 0 0,0 0 0 0,0 0 0 15,0 0 0-15,0 0 0 0,-3-6 0 0,0 1 0 16,0 0 48-16,3-3 13 0,3 0 3 0,-3 0 0 16,3 0 0-16,0 0 0 0,0 0 0 0,3 0 0 15,0 0-52-15,0 0-12 0,0 0 0 0,0 0 0 16,0 0 0-16,0 0 0 0,0 1 0 0,0 1 0 0,0 1 0 0,0 2 0 15,0 1 0-15,0-1 0 16,-1 3 0-16,1 0 0 0,0 3 0 0,-3-1 0 16,3 4 54-16,0-1 8 0,-3 0 2 0,3 3 0 15,0 0-52-15,-3 3-12 0,0-3 0 0,3 2 0 0,-3 1 0 16,0-1 0-16,0 4 0 0,0 1 0 16,-3-1-48-16,3 2-13 0,-3-3-3 0,3 5 0 15,-3-2 0-15,0 3 0 0,3-1 0 0,-3 1 0 16,0-3-153-16,0 2-31 0</inkml:trace>
  <inkml:trace contextRef="#ctx0" brushRef="#br0" timeOffset="57918.341">18943 13095 2322 0,'0'0'51'0,"0"0"10"0,0-5 3 0,0-1 1 0,0 1-52 0,0 0-13 0,0 0 0 0,0-1 0 16,0 6 76-16,0 0 12 0,0 0 2 0,0-5 1 15,0 5-22-15,0 0-4 0,0 0-1 0,0 0 0 16,0 0 0-16,0 0 0 0,0 0 0 0,0 0 0 16,3 5-51-16,-3 1-13 0,3-1 0 0,-3 3 0 15,0 2 0-15,3 1 0 0,-3 2 0 0,0 0 0 16,0 3 0-16,0 0 0 0,0 3 0 0,0-1 0 16,0 3 0-16,-3-2 0 0,3-1 0 0,0 4 0 15,0-4 0-15,-3-2 0 0,3 3 0 0,0-4 0 16,-3 1 28-16,3 0 4 0,0 0 0 0,-3 0 0 15,0-3-32-15,3 0 0 0,-3 1 0 0,3-4 0 16,-3-2-16-16,3 0-10 0,3 0-2 0,-3-3 0 16,3 1-120-16,-3-6-25 0,3 2-5 0,-3-2-1032 15</inkml:trace>
  <inkml:trace contextRef="#ctx0" brushRef="#br0" timeOffset="59132.697">18210 16265 1879 0,'0'0'41'0,"0"0"9"0,0 0 2 0,0 0 0 0,-6 0-41 0,6 0-11 0,0 0 0 0,0 0 0 15,0 0 51-15,0 0 8 0,0 0 1 0,0 0 1 16,0 0-29-16,0 0-5 0,0 0-2 0,0 0 0 15,0 0 28-15,6 0 6 0,-3 3 1 0,3-1 0 16,0 1-45-16,3 2-15 0,-3 0 9 0,3 1-9 0,0 2 0 0,0 2 0 16,3-2 0-16,-3 5 0 15,-3 1 0-15,3 2 0 0,0-1 0 0,-4 4 0 16,1-1 0-16,0 1 0 0,-3 0 0 0,0-4 0 16,-3 1-20-16,0 0-10 0,0 0-2 0,-3-5 0 15,3-1 0-15,-3 1 0 0,0-3 0 0,0-3 0 0,3 0 32 0,0-5 0 16,0 0 0-16,0 0 0 0,0 0 0 0,0 0 0 15,-3-8 0-15,0-5 0 0,1 0 0 0,2-3 0 16,0-2 0-16,0-4 0 0,2 1 0 0,1-3 0 16,0 1 0-16,3 1 0 0,0-1 15 0,0 4 9 0,0-2 1 15,0 2 1-15,3 1 4 0,0 5 1 16,0-3 0-16,3 5 0 0,-3-2-12 0,0 2-3 0,3 1 0 16,-3 2 0-16,0 0-5 0,2 3-2 0,-2 2 0 15,0-2 0-15,0 5 2 0,-3 0 0 0,3 2 0 0,-3 1 0 16,-3 0 2-16,3 5 1 0,-3-3 0 0,3 3 0 15,-3-3 6-15,-3 3 0 0,3 0 1 0,0 0 0 32,-3 2-42-32,0 1-9 0,0-3-2 0,0 3 0 15,-3-1 0-15,3-2 0 0,-3-3 0 0,3 3 0 0,0-8 45 0,-3 6 9 16,3-6 2-16,0 0 0 0,0 0-39 0,0 0-7 0,0 0-2 0,0 0 0 16,0 0 38-16,0 0 7 0,0-6 2 0,0 1 0 15,0-3-10-15,3 0-1 0,0 0-1 0,0-2 0 16,0 2 10-16,0 0 3 0,0 0 0 0,0 0 0 15,3 0-4-15,-3 0 0 0,0 3 0 0,3-3 0 16,-3 5-20-16,3-2-18 0,-1 0 3 0,-2 2 1 16,3 3 41-16,-6 0 8 0,6 0 1 0,0 0 1 15,0 3-21-15,0-1-5 0,-3 3-1 0,3 1 0 16,-3 2-2-16,3 0 0 0,0 0 0 0,-3 2 0 0,0 3-8 16,0 3-14-16,0 0 3 0,0 5 1 15,-3 0-28-15,0 3-6 0,3 3 0 0,-3 4-1 16,0-1-15-16,-3-4-4 15,3 1 0-15,0-1 0 0,-3-5-102 0,3 0-21 0,0-5-4 16</inkml:trace>
  <inkml:trace contextRef="#ctx0" brushRef="#br0" timeOffset="59510.724">18779 16418 1958 0,'0'0'43'0,"3"-5"9"0,-3 0 1 0,0 0 3 0,0-1-45 0,0-2-11 0,0 3 0 0,3-3 0 15,-3 3 127-15,3-3 23 0,0 3 5 0,-3-1 1 16,3 1-78-16,0 2-15 0,3-2-3 0,-3 2-1 16,0 1-24-16,3 2-5 0,0-3-1 0,-1 3 0 15,4 0-14-15,-3 3-3 0,0-1-1 0,3 1 0 16,-3 5-3-16,0-3-8 0,-3 3 12 0,3 5-4 16,-3-2-8-16,0 2 0 0,0 3 0 0,-3 3-11 15,0-1-12 1,0 3-2-16,-3 1-1 0,0-1 0 0,0-3-15 0,0 3-3 0,-3-5-1 0,3 3 0 15,-3-6 13-15,3 3 4 0,-3-3 0 0,3 0 0 16,0 1 14-16,0-4 3 0,3 1 1 0,0-3 0 0,0-3 10 16,3 0 0-16,0-2-9 0,3 0 9 15,0-3-19-15,0 0 1 0,3-3 0 0,0 0 0 16,0-2 45-16,3 0 9 0,0-1 1 0,0-2 1 16,-3 3-23-16,3 0-5 0,-4-3-1 0,1 3 0 15,0-1-9-15,0-2 0 0,0 3 9 0,0 0-9 0,0-3 0 16,0 3 0-16,0-3 0 0,3 0-8 15,-3-3-133-15,0 1-27 0,3-4-4 0,-4-2-2 0</inkml:trace>
  <inkml:trace contextRef="#ctx0" brushRef="#br0" timeOffset="60620.594">18136 14553 1785 0,'0'0'39'0,"0"0"8"0,0 0 1 0,0-3 4 0,3-5-42 0,0 3-10 0,0 2 0 0,0-2 0 16,3 0 76-16,-3 2 14 0,0-2 2 0,-3 5 1 15,0 0-8-15,6 0-1 0,-6 0-1 0,3 0 0 16,3 3-67-16,-3 2-16 0,3 0 0 0,-3 3 0 15,-1 3 31-15,4-1 2 0,-3 4 1 0,0 1 0 16,-3 1-34-16,3 0 0 0,-6 3 0 0,3-1-12 16,0 3-13-16,-3-5-3 0,0 3 0 0,0-1 0 15,0-2 28-15,1 0 0 0,-1-3 0 0,0 0 0 16,0-5-56-16,0 0-7 0,0 0-1 16,3-8 0-16,0 0 72 0,0 0 15 0,0 0 2 0,0 0 1 15,-3-8-42-15,3-2-8 0,0-1-1 0,0-2-1 0,0 0 26 16,3-3 0-16,0 0 0 0,0 0 0 0,0-2 0 0,0-1 0 15,0 1 0-15,2 2 0 0,-2 0 24 0,3 3 11 16,0-1 1-16,0 1 1 0,0 0-13 16,0 2-2-16,3 1-1 0,-3-1 0 0,3 1-12 0,-3 2-9 15,3 2 12-15,0-2-12 0,0 6 16 0,-3-1-3 16,0 3-1-16,3 3 0 0,-3-1-3 0,0 6-1 16,2-2 0-16,-2 4 0 0,0-2-8 0,0 3 0 0,-3-1 0 0,3 1 0 31,-6-1-33-31,3 1 1 0,-3-3 0 0,0 5 0 15,0-5-2-15,0 3 0 0,-3-3 0 0,0 0 0 0,0 0 19 0,0-3 4 0,0 0 1 0,3-5 0 16,-3 5 10-16,3-5 0 0,0 0 0 0,0 0 0 16,0 0 0-16,-6-2-10 0,3-1 10 0,3-5-10 15,0 3 35-15,3-3 7 0,0-3 2 0,0 3 0 16,3-2 2-16,0-1 0 0,0-2 0 0,0 2 0 16,6-2 5-16,-3-3 2 0,0-2 0 0,3 2 0 15,0-3-7-15,-3 1 0 0,3 2-1 0,-1 3 0 16,-2-3-12-16,0 3-3 0,3 5 0 0,-3 0 0 15,-3 3-8-15,3 2-3 0,-3 0 0 0,0 3 0 16,0 3 1-16,0 5 0 0,0 0 0 0,-3 2 0 16,0 1-2-16,0 5-8 0,0 0 12 0,0 0-4 15,-3 2-8-15,3-2 0 0,-3 2 0 0,0 1 0 16,0-3 0-16,-3 2-14 0,3 1 2 0,-3 2 0 16,0-2-12-16,0-1-1 0,-3 3-1 0,3 3 0 15,0-3-23-15,-3 0-5 0,3 1-1 0,0-4 0 16,0 1-106-16,3-3-22 0,-3-3-4 0</inkml:trace>
  <inkml:trace contextRef="#ctx0" brushRef="#br0" timeOffset="61405.469">18672 14749 1728 0,'0'0'38'0,"0"0"8"0,0 0 2 0,0 0 0 0,0 0-39 0,0 0-9 16,-6-3 0-16,6 3 0 16,0 0 104-16,0 0 20 0,0-5 3 0,0 0 1 0,0-1-52 0,3 1-9 15,3 2-3-15,0-2 0 0,3 2 0 0,-1-2 0 16,4 2 0-16,3-2 0 0,0 3-44 0,0-1-8 16,3 0-3-16,0 1 0 0,-3 2-9 0,3-3-12 0,-4 3 2 0,1 0 1 15,0 0 9-15,-3 3 0 0,0-1 0 0,-3 4 0 16,0-4 0-16,-3 6 0 0,-3-3 0 0,0 3 0 15,-3 0 0-15,0 0 0 0,-3 3 0 0,0-1 0 32,-3 4-53-32,-3-4-9 0,0 1-2 0,0-1 0 15,0 1 0-15,0 0 0 0,0-4 0 0,3 1 0 0,-3 0 52 0,3-2 12 0,0-1 0 0,3-2 0 16,3-3 0-16,0 0 0 0,0 0 0 16,0 0 0-16,0 0 48 0,0 0 13 15,6-3 3-15,3 0 0 0,0-2-52 0,0 2-12 0,0-2 0 0,3 0 0 16,0 2 0-16,0-2 0 0,0 2 0 0,-3 1 0 15,3 2 37-15,-6 0 5 0,3 0 1 0,-4 2 0 16,1 3-18-16,0 1-3 0,-3 2-1 0,0 2 0 16,0 1-21-16,0-1 0 0,-3 4 0 0,-3 2 0 15,3-3 56-15,-6 0 6 0,3 0 2 0,-6 3 0 16,1-3-52-16,-4 1-12 0,-3 1 0 0,0 1 0 16,-6 0 0-16,3 0 0 0,-3 0 0 0,0-3 0 0,4 3 0 15,-4 0 0-15,0-3 0 0,3 3 0 0,3-3 0 0,0-2-18 16,0 2 4-16,4-5 1 15,2 0-31-15,-3-3-5 0,6-2-2 0,-3 0 0 16,9-3-164-16,-9-3-33 0,-15-18-6 0,12 2-2 0</inkml:trace>
  <inkml:trace contextRef="#ctx0" brushRef="#br0" timeOffset="62532.434">20258 11087 2163 0,'0'0'48'0,"-3"-3"9"0,0-2 3 0,3-3 0 0,0 0-48 0,0 3-12 0,0-3 0 0,3 0 0 16,-3 2 60-16,3 1 8 0,0 0 3 0,0 0 0 16,0-1-6-16,-3 4-1 0,6-4 0 0,0 4 0 15,-3-1-20-15,3 3-4 0,0 0 0 0,0 0-1 16,0 3-19-16,0 2-3 0,0 0-1 0,0 3 0 15,3 5-16-15,-3 1 0 0,3 2 0 0,-4 2 0 16,1 1 0-16,0 2 0 0,-3 0 0 0,3 0 0 16,-3-2 11-16,0-1-2 0,-3 1 0 31,0-6 0-31,0 0-58 0,0-2-12 0,-3-1-3 0,0 1 0 0,0-3 52 0,0-3 12 0,0 0 0 0,3-5 0 16,-3 6 0-16,3-6 0 0,0 0 0 0,0 0 0 15,0 0 0-15,0 0 0 0,0 0 0 0,-3-8 0 16,3 0 0-16,0-3 0 0,0 1 0 0,0-6 0 0,3-3 20 15,3 1 8-15,0-6 0 0,0 0 1 0,0 0-17 16,3 0-4-16,0 3-8 0,0 0 12 16,0 3 3-16,3-1 0 0,0 3 0 0,-3 0 0 0,3 3-3 0,0 3 0 15,-1 2 0-15,1-3 0 16,-3 6-12-16,0-1 9 0,3 4-9 0,-3-1 8 0,0 3-8 0,-3 0 0 16,3 3 0-16,-3 2 0 0,-3 0 8 0,3 3-8 15,0 0 8-15,0 3-8 0,-3-1 0 0,-3 4 0 0,3-4 0 16,0 3 0-16,-3 1 0 0,0-1 0 0,3 3-14 0,-6-3 5 15,3 0-6-15,-3 0-1 0,0 1 0 0,0-4 0 16,0 1 16-16,0-3-11 0,0 0 11 0,0 0-10 16,3-8 10-16,0 0-10 0,0 0 10 0,0 0-10 15,0 0 10-15,0 0 0 0,0 0 0 0,0 0-8 16,0-8 8-16,0 0 0 0,0-3 0 16,3-2 0-16,0 0 20 0,0 0 7 0,3-3 1 0,-3 0 0 15,3 0-20-15,-1 3-8 0,1-3 8 0,0 3-8 16,3-1 26-16,0 1 0 0,0 3 0 0,0 2 0 15,3 0 6-15,-3 0 2 0,0 2 0 0,3 1 0 16,-3 2-34-16,0 1 0 0,0-1 0 0,-1 3 0 16,-2 3 0-16,0-1 0 0,0 1 0 0,0 5 0 15,-3 0 0-15,0 3 0 0,-3-3 0 0,3 2 0 16,-3 3 0-16,-3 3 0 0,0 5 0 0,0 1 0 16,0 1 0-16,0 1 0 0,-3 0 0 0,3 2 0 0,-3-4 0 0,3-1 0 15,1 0 0-15,-1-3 0 0,0-2 0 16,0-2 0-16,0-1 0 0,0 0 0 15,0-2-44-15,3-3-16 0,-3 0-4 0,3-3 0 16,0 3-116-16,0-3-23 0,3 0-5 0,0-2 0 0</inkml:trace>
  <inkml:trace contextRef="#ctx0" brushRef="#br0" timeOffset="63173.853">21029 11153 1958 0,'0'0'43'0,"0"0"9"0,0 0 1 0,0 0 3 0,0 0-45 0,0 0-11 16,0 0 0-16,0 0 0 0,0 0 104 0,0 0 20 0,0 0 3 0,0 0 1 16,0 0-52-16,0 0-9 15,0 0-3-15,0 0 0 0,0 0-51 0,0 0-13 16,-6 5 0-16,0 0 0 0,3 3 0 0,-6 0 0 0,3 0 0 0,-3 0 0 16,1 3 0-16,-1-3 0 0,-3 2 0 0,0 1 0 15,0-1 54-15,0 1 8 0,0-3 2 0,-3 3 0 16,6-3-52-16,0 2-12 0,0-2 0 0,0-3 0 31,4 3-48-31,-1-2-13 0,0-1-3 0,3 0 0 0,0 0 52 0,3-5 12 0,3 6 0 0,-3-6 0 16,3 5 0-16,3-2 0 0,0 2 0 0,2-2 0 15,1-1 0-15,0 1 0 0,3-3 0 0,-3 3 0 16,6-3 0-16,-3 0 0 0,-3 0 0 0,3 0 0 16,0 0 0-16,0 0 0 0,-3-3 0 0,-1 3 0 15,1-3 0-15,-3 3 0 0,3-2 0 0,0-1 0 16,-3 3 0-16,0-3 0 0,0 1 0 0,0 2 0 15,-3-3 0-15,-3 3 0 0,3 0 0 0,-3 0 0 16,0 0-80-16,0 0-14 0,3-5-2 0,-3 5-1 16,0 0-50-16,0 0-9 0,0-6-3 0,0 1 0 15,0 3 25-15,0 2 5 0,0-6 1 0,0 1 0 0,-3-3 102 0,3 3 26 16,0-1 0-16,-3 1 0 0,3-3 0 0,-3 0 0 16,0 3 0-16,0-3 0 0,0 3 148 0,0-3 36 15,0 2 6-15,0 1 2 0,0 0-52 0,0 0-9 16,3 5-3-16,0 0 0 0,0 0-51 0,0 0-10 0,0 0-3 0,0 0 0 15,0 0 0-15,0 0 0 0,0 0 0 0,0 0 0 16,0 0 0-16,0 0 0 0,0 8 0 0,0-1 0 16,0 4-51-16,3-3-13 0,-3 3 0 0,0-1 0 15,0 1 0-15,3 2 0 0,-3-2 0 16,0-1 0-16,3 6 0 0,-3-3 0 0,0-2 0 16,0 5 0-16,0-3 0 0,0 3 0 0,-3 2 0 15,3 1 0-15,-3-1 54 0,0 1 8 0,3 2 2 16,-3 0 0-16,3-2-52 0,-3-1-12 0,3-2 0 0,0 3 0 31,-3-3-21-31,3-3-7 0,0 0-2 0,0 0 0 16,0-5-10-16,0 3-3 0,0-3 0 0,0 0 0 15,0 0-174-15,0 0-35 0,-12 7-8 0,6 1 0 0</inkml:trace>
  <inkml:trace contextRef="#ctx0" brushRef="#br0" timeOffset="64205.126">20270 12807 1392 0,'0'0'40'0,"0"0"8"0,0 0-39 0,0 0-9 0,0 0 0 0,0 0 0 15,0 0 88-15,0 0 15 0,0 0 3 0,0 0 1 16,0 0-35-16,0 0-6 0,0 0-2 0,3 5 0 0,0 0 0 15,-3 3 0-15,3 0 0 0,0 3 0 16,0-1-51-16,-3 1-13 0,3 5 0 0,0-3 0 16,0 0 0-16,-3 0 0 0,0 3 0 0,0 0 0 0,0-3 0 0,0 3 0 15,-3 0 0-15,0-3 0 0,0 1 0 0,0-1 0 16,-3-3 0-16,3 1 0 0,-3 0 0 0,3-3 0 16,0-3 0-16,-3 0 0 0,6-5 0 0,0 0 0 15,0 0 0-15,0 0 0 0,0 0 0 0,-3-3 0 16,3-2 0-16,0-3 0 0,0 0 0 0,0-2 0 15,3-1 0-15,0 1 0 0,0-4 0 0,0 1 0 0,3 0 0 0,0-3 0 16,3 3 54-16,-3-3 8 0,3 0 2 16,0-3 0-16,0 1-24 0,3-1-4 15,0-2 0-15,-1 3-1 0,1-1-5 0,3 3-1 16,0-2 0-16,-3 5 0 0,0 2-29 0,0 0 0 16,-3 3 0-16,3 3 0 0,-3 0 30 0,-3 5 0 0,3 0 0 15,-4 5 0-15,1-2-12 0,0 2-2 0,-3 6-1 16,3 2 0-16,-3 0-15 0,0 0 0 0,0 3 8 15,0 3-8-15,-3-3 16 0,0 0 1 0,0-1 0 0,0 1 0 32,0-2-65-32,-3-1-12 0,0-3-4 0,0 4 0 0,0-6 52 0,0 2 12 0,3-2 0 0,-3-3 0 15,0 1 0-15,0-1 0 0,3-5 0 0,0 0 0 16,0 0 0-16,0 0 0 0,0 0 0 0,0 0 0 16,0 0-16-16,0 0 4 0,3-5 0 0,-3-1 0 15,3-2 12-15,0 0 0 0,3 1 0 0,-3-4 10 16,3 0 8-16,-3 1 2 0,3-6 0 0,0 3 0 0,0-6 8 15,0 3 1-15,0-2 1 0,3-1 0 0,-3 3-3 16,0-2-1-16,0 2 0 0,-3 0 0 0,3 5-7 0,0-2-2 16,0 5 0-16,-3-2 0 0,3 4-5 0,-4 1 0 15,1 0-1-15,0 2 0 16,-3 3 17-16,0 0 4 0,0 0 1 0,0 0 0 16,6 6-33-16,-3 1 0 0,3-1 0 0,-3 4 0 0,0 4 0 0,-3-1 0 15,3 3 0-15,-3 2 0 0,3 1 0 16,0-1 0-16,-3 3 0 0,3-2 0 0,-3-1 0 0,3-2 0 15,-3 3 0-15,0-1 0 0,0-2 0 0,0 3 0 16,0-3 0-16,0-1 0 16,0 4-20-16,0-3-12 0,0 0-1 0,0-3-1 15,0 3 3-15,0-3 1 0,0 3 0 0,0-5 0 16,0 2-100-16,0-3-20 0,3 1-4 0,-3-3-1 16,3-3-59-16,-3-5-12 0,0 0-2 0,0 0-1 0</inkml:trace>
  <inkml:trace contextRef="#ctx0" brushRef="#br0" timeOffset="64575.326">20943 13005 1958 0,'0'0'43'0,"0"0"9"0,0 0 1 0,0-5 3 0,0 5-45 0,0-6-11 0,0 6 0 0,0 0 0 16,-3-5 104-16,0 3 20 0,0-1 3 16,3 3 1-16,-6-3-52 0,-3 1-9 0,3 2-3 0,0 2 0 15,0-2 0-15,0 3 0 0,0 0 0 0,0-1 0 16,0 3-51-16,3-2-13 0,-3 2 0 0,3 1 0 15,3-4 0-15,-3 6 0 0,6-2 0 0,-3-1 0 16,0-5 0-16,3 8 0 0,3 0 0 0,0 0 0 16,0-3 0-16,0 3 0 0,3 3 0 0,0-4 0 15,0 1 0-15,-3 0 0 0,3 3 0 0,-3-3 0 0,3 0 0 0,-3 0 0 16,-3 2 0-16,3-2 0 0,0 0 0 0,-3 0 0 16,0 0 0-16,0 0 0 0,-3 0 0 0,3 0 0 15,-3 2 0-15,0-2 0 0,0 0 0 0,0 0 0 16,-3 0 0-16,0 0 0 15,0 0-48-15,-3 0-13 0,0 0-3 0,-3 0 0 0,0 0 52 0,0 0 12 16,-3 0 0-16,-3-3 0 0,3 3 0 0,0-3 0 16,-3 3 0-16,4-3 0 15,-4-2-54-15,3 2-8 0,0-2-2 0,0-3 0 16,0 3-102-16,6-3-21 0,-3 0-4 0</inkml:trace>
  <inkml:trace contextRef="#ctx0" brushRef="#br0" timeOffset="64780.222">21005 12989 2188 0,'0'0'48'0,"0"0"11"0,0 0 1 0,-3-2 1 0,-3-1-49 0,6 3-12 0,-3-3 0 0,3 3 0 16,0 0 105-16,0 0 19 0,0 0 3 0,0 0 1 16,0 0-103-16,0 0-25 0,0 0 0 0,0 0 0 15,0 0 0-15,3 0 0 0,3-2 0 0,0 2 0 16,0 0 0-16,3 0 0 0,-3 0 0 0,3 0 0 15,0-3 0-15,-3 3 0 0,3 0 0 0,3 0 0 16,-3 0-46-16,0-3-14 0,3 3-4 0,-3 0-1049 16</inkml:trace>
  <inkml:trace contextRef="#ctx0" brushRef="#br0" timeOffset="65937.448">20249 15982 2030 0,'0'0'57'0,"0"0"14"0,-3 5-57 0,0 0-14 0,3 1 0 0,-3 2 0 16,3-3 54-16,0 3 8 0,-3 0 2 15,3 0 0-15,-3 2 0 0,3 4 0 0,0-4 0 0,-3 3 0 16,3 1 0-16,-3 1 0 0,3 1 0 0,-3 0 0 16,3 0-52-16,-2 0-12 0,2 0 0 0,-3 0 0 15,0 0 0-15,3-1 0 16,-3 4 0-16,0 0 0 0,0-1 0 0,0-2 0 0,0 0 0 0,0 0 0 31,0-3-48-31,0 0-13 0,0 0-3 0,3-5 0 0,-3 0 52 0,3-2 12 0,0-6 0 0,0 0 0 16,0 0 0-16,0 0 0 0,3-6 0 0,-3-2 0 15,3 0 0-15,-3-5 0 0,3 0 0 0,0 0 0 16,3-3-15-16,-3 0 0 0,3 0 0 0,-3 0 0 16,3 0 27-16,-1 0 6 0,1 3 1 0,-3-5 0 15,3 2-19-15,0-3 0 0,0 1 0 0,0-1-9 16,0 1 58-16,3 2 12 0,-3-3 3 0,0 3 0 16,0 6-52-16,0-3-12 0,0 5 0 0,0 0 0 0,0 2 0 15,-3 4 0-15,3 2 0 0,-6 0 0 0,6 0 13 0,0 2 0 16,-3 6 0-16,3 0 0 15,-3 0-5-15,-1 3 0 0,1-1-8 0,0 1 12 0,0 0-12 0,0-1 0 16,-3 1 0-16,0 2 0 0,0-5-20 0,0 0 2 16,0 2 1-16,-3-2 0 0,3-2 17 0,-3 2-12 15,3-8 12-15,0 0-10 0,0 0 10 0,0 0-13 0,0 0 5 16,0 0 8-16,0 0-15 0,0 0 5 16,0 0 1-16,0 0 0 0,3-6 9 0,-3 1-12 0,6-3 12 0,-3-2-12 15,3-4 12-15,0 1 0 0,0 0 0 0,0-3 8 16,3-3 12-16,0 1 4 0,0-1 0 0,0 1 0 15,3-1-11-15,-3 3-1 0,3 3-1 0,-3 0 0 16,2 2 5-16,-2 3 2 0,-3 1 0 0,3-1 0 16,-3 2-3-16,3 4-1 0,-3-1 0 0,-3 0 0 15,3 3-2-15,-3 0-1 0,3 3 0 16,-6-3 0-16,3 5-1 0,0 1 0 0,-3 2 0 0,3 2 0 16,-3 1 0-16,0 5 0 0,0-1 0 0,0 7 0 15,0-1-10-15,0 0 8 0,-3 3-8 0,0 0 8 16,0-1-8-16,0-1-9 0,-3 1 9 0,0-1-13 15,0 1-3-15,0 1 0 0,0 0 0 0,-3 0 0 16,3 2-7-16,-3-2-1 0,3 5-1 0,-2-2 0 16,2-1-21-1,3 1-4-15,-3-4-1 0,3-1 0 0,0-7-85 0,0 1-18 0,3-2-3 16</inkml:trace>
  <inkml:trace contextRef="#ctx0" brushRef="#br0" timeOffset="66370.047">20684 16228 2127 0,'0'0'47'0,"0"0"9"0,0 0 3 0,0 0 1 0,-6 3-48 16,0-1-12-16,3-2 0 0,-3 3 0 0,6-3 67 0,-6 5 11 16,3-2 2-16,0 2 1 0,-3 3-15 0,3-3-3 15,0 3-1-15,0 3 0 0,3-3-30 0,-3 2-7 0,0 4-1 0,3-1 0 16,-3 0-36-16,3 3-8 0,0 2-2 0,-3-2 0 15,3 5 40-15,0-2 8 0,0 0 2 0,3 2 0 32,-3-3-45-32,0 1-9 0,3-1-2 0,0 1 0 0,0-6 28 0,0 0 0 0,3-2 0 0,-3-1 0 31,3-2-56-31,-3 0-7 0,3-2-1 0,0-1 0 16,3-5 0-16,-3 3 0 0,0-3 0 0,3-3 0 0,0 3 52 0,-3-5 12 0,3 2 0 0,0-2 0 15,-1-1 0-15,-2-2 0 0,3 0 0 0,-3 1 0 16,3-1 52-16,-3 2 12 0,-3-4 4 0,3 2 0 15,-3-3-8-15,-3 3-2 0,3-2 0 0,-3-1 0 16,0 3-3-16,0 0-1 0,-3 0 0 0,0 0 0 16,-3 0-34-16,0 0-6 0,0 3-2 0,0 0 0 15,-3 2 42-15,0 1 8 0,0 2 2 0,1 0 0 16,-4 0-52-16,3 5-12 0,-3 0 0 0,0 0 0 16,3 3 0-16,-3 0 0 0,3-2 0 0,-3 2 0 15,3 0-48-15,-3-1-13 16,3 1-3-16,1 0 0 0,-1 0-146 0,-3 0-30 0</inkml:trace>
  <inkml:trace contextRef="#ctx0" brushRef="#br0" timeOffset="67470.276">20374 14505 1893 0,'0'0'41'0,"0"0"9"0,0-5 2 0,0 0 2 0,3-1-43 0,0 1-11 0,0-3 0 0,0 0 0 16,3 3 56-16,-3 0 8 0,3-3 3 0,0 5 0 15,3-2-42-15,-3 2-8 0,0-2-1 0,3 5-1 16,-3-3 38-16,3 3 8 0,-3 0 2 0,3 3 0 16,-3 0-33-16,2 2-6 0,-2 0-2 0,3 0 0 15,-3 3-7-15,0 3-2 0,3 0 0 0,-3 2 0 16,0-3-13-16,-3 4 0 0,3-1 0 0,0 0 0 15,-3-2-16-15,0 2-7 0,0-3-1 0,-3 4 0 16,3-4-6-16,-3 1-2 16,0-1 0-16,0-2 0 0,0-2 8 0,0-1 0 0,0-5 1 0,0 0 0 15,0 0 13-15,0 0 10 0,0 0-13 0,0 0 5 16,0 0-4-16,0 0 0 0,0-8 0 0,0 0 0 16,3 0 12-16,0-2 0 0,0-1 0 0,0 0 0 15,0 1 27-15,0-3 7 0,3-1 2 0,-3-2 0 16,0-2-8-16,3-1-2 0,0 1 0 0,-3-1 0 15,2-2-26-15,1 3 8 0,0-1-8 0,0 3 0 16,3 0 36-16,-3 3 1 0,0 3 1 0,3 2 0 0,-3 0-26 0,0 5-12 16,0-2 10-16,0 5-10 0,-6 0 23 0,6 5-2 15,0 3 0-15,-3 3 0 0,3-1-21 0,-3 3 0 16,0 3 0-16,0 0 0 0,-3 0 0 0,0 0 0 16,3 0 0-16,-3-3 0 15,0 0-47-15,0 0-13 0,0-2-4 0,-3 0 0 16,3-3 30-16,0 0 6 0,-3-1 0 0,3-1 1 0,0-6 27 0,0 0-8 0,0 0 8 0,0 0 0 15,0 0 0-15,0 0 0 0,0 0 0 0,0 0 0 16,0 0 8-16,0 0 0 0,0 0 0 0,0 0 0 16,0-6 8-16,0-4 3 0,0 2 0 15,0-3 0-15,3 1 36 0,0-1 7 16,0-2 2-16,3 0 0 0,-3 0-56 0,3-1-8 0,-1 1 0 0,4-3-10 16,0 3 25-16,0 0 5 0,0-1 0 0,3 4 1 15,0-1-10-15,3 3-3 0,0 3 0 0,-3 0 0 16,3-1-25-16,-4 1-6 0,1 5-1 0,0 0 0 15,0 3 24-15,0-1 0 0,-3 6 0 0,0 0 0 16,0 3 25-16,-3 0 10 0,0 4 1 0,0 1 1 16,-3 3-29-16,0-1-8 0,3 1 0 0,-6 2 0 15,3 0-26-15,-3-2-10 0,3-1-1 16,-3-2-1-16,-3 0 7 0,3 3 2 0,-3-4 0 0,0 1 0 16,0 0-124-16,0 0-25 0,0-3-5 0,-3 0-1 0</inkml:trace>
  <inkml:trace contextRef="#ctx0" brushRef="#br0" timeOffset="67813.099">21130 14484 2419 0,'0'0'53'0,"0"0"11"0,0 0 3 0,0 0 1 0,0 0-55 0,0 0-13 0,-6-5 0 0,6 5 0 16,0 0 54-16,0 0 8 15,0 0 2-15,0 0 0 0,3-3-52 0,3-2-12 16,0 2 0-16,0-2 0 0,3 2 0 0,0 1 0 0,3-1 0 0,0 0 0 16,3 1 35-16,0-1 4 0,0 1 1 0,-4-1 0 15,4 3-30-15,0 0-10 0,0 0 0 0,-3 0 9 16,-3 3-9-16,3-1 8 0,-3 3-8 0,0 1 8 16,-3 2-8-16,0 0 10 0,0 0-10 0,0 2 10 15,-3 1-10-15,0 2 0 0,-3-2 0 0,2 2 8 16,-2 0-16-16,-2 0-4 0,2 3-1 0,-6 0 0 15,3 2-23-15,-6 1-4 0,3 2 0 0,-3 3-1 16,0 0-13-16,0 2-2 0,-3 3-1 16,0 0 0-1,0 1-18-15,3-4-3 0,-3 1-1 0,0-1 0 16,4-5-102-16,-4-2-21 0,3-1-4 0,0 1-1 0</inkml:trace>
  <inkml:trace contextRef="#ctx0" brushRef="#br0" timeOffset="68057.397">21199 14738 2268 0,'0'0'50'0,"-6"0"10"0,0-2 3 0,6 2 0 0,0 0-51 0,0 0-12 15,-3-3 0-15,3-2 0 0,6 2 71 0,0 0 11 0,0 1 2 0,6-4 1 16,0 4-24-16,3-1-5 0,2 0 0 0,1-2-1 15,0 3-27-15,0-1-6 0,0 0-1 0,0 1 0 16,-6-4-13-16,2 1-8 0,1 0 8 0,-3-1-8 31,3-2-94-31,-3 1-23 0,6-4-5 0,-3-2-1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31:47.03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9837 7785 1573 0,'0'0'34'0,"0"0"7"0,0 0 47 0,0 0-79 0,0 0-9 0,0 0 0 0,0 0 0 15,0 0 88-15,0 0 15 0,0 0 3 0,0 0 1 16,0 0-27-16,0 0-6 0,0 0-1 0,0 0 0 16,0 5-14-16,0 5-3 0,3-2-1 0,0 6 0 15,0-1-63-15,0 0-13 0,3 0-3 0,0 3 0 16,3 0 39-16,0-3 7 0,0 3 2 0,3-3 0 16,0-2-24-16,-1 0 0 0,4-4 0 0,0 1 0 15,3-2 0-15,-3-4 0 0,3 1 0 0,0-3 0 16,-3-3 0-16,-1 3 0 0,4-5 0 0,-3 0 0 15,3-3 0-15,3-3 0 0,0 1 0 0,0-9 0 0,2 3 0 16,4-2-10-16,3-1 1 0,0-2 0 0,-1 5 9 0,1-2 0 16,0 2 0-16,0 0 0 0,-6 0-19 0,2 0 2 15,-2-2 0-15,0 2 0 16,-3 0-33-16,0 3-6 0,-3-1-2 0,-1 4 0 16,-2 2-142-16,0 3-28 0,-3 2-5 0</inkml:trace>
  <inkml:trace contextRef="#ctx0" brushRef="#br0" timeOffset="668.194">9870 9369 1360 0,'0'0'30'0,"0"0"6"0,0 0 2 0,0 0 0 0,0 0-30 0,0 0-8 0,0 0 0 0,0 0 0 16,0 0 88-16,0 0 16 16,0 0 3-16,0 0 1 0,0 0-27 0,0 0-5 0,0 0 0 0,0 0-1 15,0 0-27-15,0 0-4 0,0 0-2 0,0 6 0 16,0-6-22-16,3 5-4 0,3 3 0 0,0 0-1 16,0 0-15-16,3 2 0 0,0 4 0 0,-1-1 0 15,4 0 0-15,-3 0-13 0,3 1 2 16,0-1 1-16,0-3 10 0,3 1-10 0,-3-3 10 15,0 0-10-15,0 0 10 0,0-3-10 0,-1 0 10 16,1 1-10-16,0-4 10 0,-3 1 0 0,3 0 0 0,3-1 0 16,0-2 0-16,-3 0 0 0,6 0 0 0,-3-2 8 15,2-4-8-15,1 1 8 0,3 0-8 0,-3-3 8 16,3-3-8-16,0 1 12 0,2-4-4 0,1 1 0 16,0 0-8-16,0-3 0 0,0 0 8 0,-1 0-8 15,1 0 0-15,-3-2 0 0,3-1-12 0,0 1 4 16,0-3 8-16,-1 0 0 0,1 2 0 0,0-2 0 15,0 2-186-15,3 1-35 16,32-14-7-16,-20 8-2 0</inkml:trace>
  <inkml:trace contextRef="#ctx0" brushRef="#br0" timeOffset="1504.841">9888 12299 1465 0,'0'0'32'0,"0"0"6"0,-3-6 2 0,0 4 2 0,0-4-34 0,-3 1-8 0,3-3 0 0,0 5 0 16,0-2 60-16,0 0 11 0,-3 0 1 0,3 2 1 15,0-2-7-15,0 2-2 0,3-2 0 0,0 5 0 16,-3-3 0-16,3 3 0 15,0 0 0-15,0 0 0 0,0 0 0 0,0 0 0 0,0 0 0 0,0 0 0 16,0 0-51-16,0 0-13 0,0 0 0 0,0 5 0 16,6 6-15-16,-3 0-5 0,6 2-2 0,-3 3 0 15,6 2 10-15,-3 1 1 0,6-1 1 0,-3 1 0 32,2-3-22-32,1-3-4 0,0 0 0 0,3 0-1 0,0-2 17 0,0-3 3 0,0 0 1 0,-4 0 0 15,1-3 16-15,3 0-8 0,-3-2 8 0,-3 0 0 16,6-1 0-16,-3-2 0 0,0 0 0 0,0-2 0 15,2-4 8-15,-2-2-8 0,6-2 11 0,0-1-11 16,0-2 19-16,0-6-3 0,2 1-1 0,1-3 0 16,0 0-15-16,0-1 0 0,0 1 0 0,-1-3 0 0,-2 3 0 15,0-3 0-15,-3 3 0 0,0 0 0 16,3 3 0-16,-3-1 0 0,-1-2 0 0,4 5 0 0,-6 0 0 0,3 0-8 16,3 0 8-16,-3 3-13 15,0 0-110-15,-1 5-21 0,1-3-5 16</inkml:trace>
  <inkml:trace contextRef="#ctx0" brushRef="#br0" timeOffset="2403.235">9912 15159 1630 0,'0'0'36'0,"0"0"7"0,0 0 1 0,-6-3 3 0,3-2-38 0,-3 2-9 0,3-2 0 0,3 5 0 16,-3-3 75-16,3 3 13 0,-6-5 2 0,6 5 1 16,-6 0-22-16,6 0-4 0,0 0-1 0,0 0 0 0,0 0-51 15,0 0-13-15,0 0 0 0,0 0 0 0,0 0 0 16,0 5 0-16,0 3 0 0,0 0 0 0,6 0 20 16,-3 3 0-16,3-1 1 0,3 1 0 0,3 0-33 0,-4-1-8 15,4 1 0-15,3-3-1 0,-3 0 21 16,0-3 0-16,3-2 0 0,0-1 0 15,3 1 0-15,-6-1 0 0,2-2 0 0,-2-2 0 16,3-1 0-16,-3-2 0 0,3 0 0 0,0-6 0 16,0 0 0-16,3-2 0 0,0-3 0 0,-1 0 0 0,1 1 0 15,3-4 0-15,0 1 0 0,3-4 0 0,-3 1 31 0,-1 0 10 16,4 0 3-16,0 0 0 0,0 0-20 0,0-3-3 16,-4 3-1-16,4-3 0 0,-3 0-32 0,-3-3-6 15,3 4-2-15,3-1 0 16,-1-3-121-16,-2 6-25 0,0-3-5 0,3 3-1 0</inkml:trace>
  <inkml:trace contextRef="#ctx0" brushRef="#br0" timeOffset="7332.696">17332 5041 1090 0,'0'0'24'0,"0"0"4"0,0 0 2 0,0-6 2 0,3 1-32 0,-3 0 0 0,0 5 0 0,0-6 0 15,0 1 97-15,0 5 14 0,0-5 2 0,0 5 1 16,0-5-19-16,0 5-4 0,0 0-1 0,0 0 0 15,0 0-22-15,0 0-4 0,0 0 0 0,0 0-1 16,0 0-19-16,0 0-3 0,0 0-1 0,0 0 0 16,0 0-6-16,0 0-2 0,0 10 0 0,0-2 0 15,0 3-11-15,0 7-2 0,-3-5-1 0,3 9 0 0,0-1-10 16,0 0-8-16,-3 0 9 0,0 3-9 0,3-3 0 16,-3 3 8-16,3-3-8 0,-3 0 0 0,3-2 0 15,-3 2 0-15,3 0 8 0,-3 0-8 0,3-2 0 16,-3 2 0-16,0 0 8 0,0-2-8 15,3-1 0-15,-3-2 0 0,0 3 0 0,1-6 0 0,-1 3 0 0,3-6 0 16,-3 3 0-16,0 1 0 0,3-4 0 0,-3-2-15 16,3 0 2-16,0 0 0 15,-3-3-30-15,3 1-5 0,0-6-2 0,0 0-622 16,0 0-124-16</inkml:trace>
  <inkml:trace contextRef="#ctx0" brushRef="#br0" timeOffset="8271.442">17332 7189 914 0,'0'0'25'0,"-3"-5"7"0,0-3-32 0,0 0 0 16,3 3 0-16,-3-1 0 0,0-2 86 0,0 3 10 16,0 0 3-16,0 0 0 0,0-1-15 0,0 4-2 15,3 2-1-15,-5-6 0 0,2 4-9 0,3 2-3 16,-6-3 0-16,6 3 0 0,0 0-10 0,0 0-3 16,0 0 0-16,0 0 0 0,-6 3-12 0,3-1-2 0,0 6-1 15,0 0 0-15,0 0-19 0,3 0-4 16,0 5-1-16,0-2 0 0,0 5-17 0,0 0 0 0,3 2 0 15,-3 1 0-15,0-1 33 0,3 3 3 0,-3 1 1 16,0 1 0-16,3 4-24 0,-3 2-5 0,3 5 0 0,-3 1-8 16,0-1 12-16,3-2-12 0,-3 0 12 15,0-1-12-15,0-1 12 0,0-4-4 0,0-2 0 0,-3 0-8 16,3-3 11-16,-3 0-11 0,3-3 10 0,-3 1-10 16,0 0 8-16,0-4-8 0,0 4 0 0,3-6 9 31,-3 0-37-31,3 1-8 0,0-4-2 0,0-2-657 0,0 0-131 0</inkml:trace>
  <inkml:trace contextRef="#ctx0" brushRef="#br0" timeOffset="9344.196">21586 7057 1036 0,'0'0'23'0,"0"-5"5"0,-3-3 0 0,3 0 1 0,0 2-29 0,0-2 0 0,0 1 0 0,0 1 0 16,0 1 108-16,0 0 16 0,0 5 4 0,0-6 0 0,0 6-52 0,0-2-9 15,0 2-3-15,0 0 0 0,0 0 0 0,0 0 0 16,0 0 0-16,0 0 0 15,0 0-51-15,0 0-13 0,0 0 0 0,0 0 0 0,0 0 54 0,0 0 8 16,-3 5 2-16,0 3 0 0,0 0 0 0,3 2 0 16,-3 1 0-16,3 5 0 0,-3 0-52 0,3 2-12 15,0 1 0-15,-3 2 0 0,3 0 0 0,-3 0 0 16,3-2 0-16,-3 2 0 0,3 0 0 0,-3-2 0 16,3-1 0-16,-3 1 0 0,3-1 0 15,-3 1 0-15,3-1 0 0,-3 1 0 0,0 2 0 0,0-2-13 16,0 2 2-16,3 0 1 0,-3 0 10 0,3-2 14 15,-3 2-3-15,3-5-1 0,-3 2-24 0,0-5-5 16,3 1-1-16,-3-1 0 16,0-5-19-16,3 2-4 0,0-2-1 0,-3 0 0 15,3-2-16-15,0-1-3 0,0-5-1 0,0 0 0 16,0 0-116-16,0 0-23 0,-6 10-5 0,6-10 0 0</inkml:trace>
  <inkml:trace contextRef="#ctx0" brushRef="#br0" timeOffset="10033.877">19407 6948 1267 0,'0'0'28'0,"0"0"5"0,0 0 2 0,0 0 1 0,0-5-36 0,0 5 0 0,0 0 0 0,0-5 0 15,0 5 56-15,0 0 4 0,0 0 0 0,0 0 1 16,0 0 5-16,0 0 1 0,0 0 0 0,0 0 0 16,0 0-3-16,0 0 0 0,0 0 0 0,0 0 0 15,0 0-8-15,0 0-3 0,0 0 0 0,3 8 0 16,-3 0-33-16,3 5-8 0,-3 0 0 0,0 3-1 15,0 5-11-15,3 3 0 0,-3 0 0 0,0 5 0 16,0-5 0-16,0 5 0 0,0-3 0 0,0 1 0 0,-3-3 53 16,3-1 9-16,0-1 2 0,-3 1 0 0,3-1-52 15,0-4-12-15,0 6 0 0,-3-3 0 16,3 0 0-16,0 0 0 0,0 1 0 0,0-1 0 0,0 0 0 0,-3-5 0 16,3 0 0-16,0 0 0 0,0-3 0 0,0-3-13 15,0 1 2-15,0-3 1 16,0-3-35-16,0 0-7 0,0-5-2 0,0 0 0 15,6 3-110-15,0-6-23 0,0 1-4 0,0-4-1 0</inkml:trace>
  <inkml:trace contextRef="#ctx0" brushRef="#br0" timeOffset="10695.95">21687 5250 1347 0,'-9'-3'38'0,"9"3"9"0,-6 0-38 0,0 0-9 15,6 0 0-15,-6 0 0 0,0 0 82 0,0 0 14 0,-3 3 4 0,3-1 0 16,-3 4-40-16,4-6-8 0,-4 2-2 0,0 4 0 16,0-1-18-16,0 3-3 0,0 0-1 0,0 5 0 15,0 0-18-15,0 6-10 0,-3-1 10 0,6 6-10 16,0 2 0-16,3 1 0 0,0-1 0 0,0-2 0 16,3 3 0-16,0-6 0 0,3-3 0 0,0 4 0 15,3-7 0-15,0 1 0 16,0-2 0-16,6-1 0 0,-3-3 20 0,3-2-1 15,3 0-1-15,-3-3 0 0,6 1-29 0,-4-4-5 0,7-2-2 0,-3 0 0 16,0 0 66-16,0-2 12 16,0-4 4-16,0-1 0 0,-1-4-52 0,1 0-12 0,-3-2 0 0,-3-3 0 15,3 0 54-15,-3 1 8 0,0-7 2 0,-3-1 0 16,0-1-1-16,0-3 0 0,-3 1 0 0,-1-1 0 16,-2 1-50-16,0-1-13 0,-3 6 0 0,-3 0 0 15,-2 0 56-15,-1 5 7 0,0-5 1 0,-6 5 0 16,3 0-52-16,-3 3-12 0,0 0 0 0,-3-1 0 15,-3 4 0-15,0 2 0 0,-2 3 0 0,-4-1 0 16,0 4 0-16,0 4 0 0,-3 1 0 0,0 0 0 16,1 5-74-16,-1 0-18 0,0 2-3 0,3 1-701 15,1 2-140-15</inkml:trace>
  <inkml:trace contextRef="#ctx0" brushRef="#br0" timeOffset="11289.75">19517 4985 1396 0,'0'0'31'0,"0"0"6"0,0 0 2 0,0 0 0 0,0 0-31 0,0 0-8 0,-6 3 0 0,0-1 0 16,-3 4 24-16,3 2 3 0,-3 2 1 0,-3-2 0 15,4 3 28-15,-4 7 5 0,3-5 2 0,-3 6 0 16,0-1-50-16,3 1-13 0,0 0 0 0,-3 4 0 16,3-1 35-16,0-1 1 0,3-3 1 0,0 1 0 0,0-1-21 0,3-2-4 15,0 3 0-15,0-1-1 0,3-2-11 0,3-3 0 16,0 3 0-16,0 0 0 0,0-3 0 0,3-2 0 16,0-1 0-16,3 1 0 0,0-6 0 0,3 1 0 15,-3-1 0-15,6-2 8 0,-3-3 5 0,6-3 1 16,-4-2 0-16,7-1 0 0,-3-2 40 15,3-2 8-15,3 2 2 0,-3-8 0 0,-1 5-8 0,1-2-2 16,-3 0 0-16,0 2 0 0,0-2-1 16,-6 0 0-16,0 0 0 0,-3-3 0 0,0 0-2 0,-3-3-1 15,-3 1 0-15,-1-1 0 0,-2 3-14 16,-2-7-4-16,2 1 0 0,-6 4 0 0,0-3-18 0,-3 2-4 0,0 1-1 16,0-1 0-16,-3 3-9 0,-3 3 10 0,0 0-10 0,-3 2 10 15,0 3-10-15,1 0 0 0,-4 6-10 16,0-1 10-1,3 3-62-15,-3 3-6 0,3 2-2 0,0 0 0 16,1 3-46-16,2 3-10 0,-3-1-2 0,3 6-921 0</inkml:trace>
  <inkml:trace contextRef="#ctx0" brushRef="#br0" timeOffset="12045.107">15094 5162 1638 0,'0'0'36'0,"0"0"7"0,0 0 1 0,-6 0 3 0,-3-2-38 0,3 2-9 0,-3 0 0 0,0 2 0 16,0-2 22-16,-3 3 2 0,3 0 1 0,-3-1 0 15,4 4-5-15,-4-1-2 0,0 0 0 0,0 3 0 16,3 0-2-16,0 0-1 0,0 3 0 0,0 2 0 16,3-3-5-16,-3 4-1 0,0-1 0 0,3 3 0 0,3 2-9 15,-3 1 0-15,3 2 0 0,3 0 0 16,0 0 0-16,3 3 0 0,0 0-9 0,3-3 9 0,3 0 0 0,0 0 0 16,0-5 0-16,6 0 0 0,0-3-12 0,0 1 12 15,6-6-12-15,-1 2 12 0,1-7-8 0,3-1 8 16,0-2 0-16,0 0 0 0,2-2 0 15,-2-1 20-15,0-7-2 0,0 2-1 16,0-3 37-16,-6 0 7 0,2-4 2 0,-2 1 0 0,-3-2 4 16,-3 1 1-16,-3-4 0 0,0 1 0 0,0-1 8 0,-3 0 3 15,-3 1 0-15,0-1 0 0,-3 1-12 16,-3 2-3-16,3 0 0 0,-3 0 0 0,-3-2-52 0,0 2-12 16,0 0 0-16,-6 0 0 0,0 3 0 0,0 0 0 0,-3 2 0 15,-2 3 0-15,-4 0 0 0,0 6 10 0,-3-1-10 16,-3 6 8-16,0 2-19 0,1 0-4 15,2 6-1-15,-3 2 0 16,3 0-80-16,0 3-16 0,4 3-3 0,-4 2-656 0,6 5-131 0</inkml:trace>
  <inkml:trace contextRef="#ctx0" brushRef="#br0" timeOffset="12715.588">15204 7165 1456 0,'-6'-10'41'0,"3"2"9"0,0 0-40 0,0-3-10 0,3 1 0 0,-3 2 0 16,0-3 74-16,0 3 13 0,0-2 2 0,0 4 1 15,0 1-21-15,-3 0-4 0,0 0-1 0,0 2 0 16,0 3 0-16,-3 0 0 0,1 0 0 0,-1 5 0 16,0 0-51-16,-3 6-13 0,3-3 0 0,-3 5 0 15,0 3 0-15,0 0 0 0,3 0 0 0,-3 2 0 16,3 1 0-16,0 2 0 0,3 0 0 0,-2-2 0 16,5 2 0-16,-3-3 0 0,3 4 0 0,0-1 0 15,3 0 0-15,0 0 0 0,3 0 0 0,0 3 0 16,3-3 0-16,0 3 0 0,-1-3 0 0,7-2 0 15,0-1 0-15,0-4 0 0,3 1 0 0,3-4 0 16,3-3 0-16,0 0 0 0,-4-3 0 0,4-2 0 16,3-6 0-16,-3 0 0 0,3-2 0 0,-3-3 0 15,-1-2 0-15,-2-1 0 0,3-5 0 0,-3 0 0 16,0-2 0-16,0-1 0 0,-3 1 0 0,-1-3 0 0,1 2 44 16,0 1 7-16,-6 2 1 0,0-3 0 0,-3 1 19 0,0-1 4 15,-6 3 1-15,0-2 0 0,-3-1-10 0,0 1-2 16,-6-1 0-16,0-2 0 15,0 0-51-15,-3 2-13 0,-3 1 0 0,1 2 0 16,-1 3 0-16,0 2 0 0,-3 1 0 0,-3 2 0 16,0 5 0-16,-3 3 0 0,-2 3 0 0,-4 2 0 0,0 3 0 0,3 2 0 15,-2 6 0-15,2-3 0 16,0 3-151-16,3 3-33 0,3 2-6 0,-2 0-2 0</inkml:trace>
  <inkml:trace contextRef="#ctx0" brushRef="#br1" timeOffset="55969.086">22050 6599 1306 0,'0'0'28'0,"0"0"7"0,0 0 1 0,0 0 1 0,0 0-29 0,0 0-8 0,0 0 0 0,-6-3 0 16,6 3 80-16,-6-2 14 0,0-1 3 0,0 1 1 15,0-1-28-15,0 3-6 0,0-3 0 0,1 3-1 16,-1 0-14-16,0 0-2 0,-3 0-1 0,0 0 0 16,3 0-5-16,-6 0-1 0,3 0 0 0,0 0 0 15,-3 0 0-15,3 0 0 16,-6 0 0-16,3 0 0 0,-2 3 0 0,-1-3-1 0,0 0 0 15,-3 0 0-15,0 3-15 0,-3-3-4 0,0-3 0 0,-2 3 0 16,-4-3-11-16,0 3-9 0,0-5 12 0,-6 5-12 16,4-3 8-16,-4 3-8 0,0 0 0 0,0 0 0 15,4 0 0-15,-1 0 8 0,-6 0-8 0,0 0 0 16,4 0 9-16,-7-2-9 0,0 2 0 0,1 2 9 16,2-2 4-16,0 3 1 0,1 0 0 0,-1 2 0 15,0-2-14-15,0-1-16 0,1-2 3 0,-4 5 1 0,0-5 12 16,4 3 0-16,-4 2 0 0,3-2 0 15,0 2 0-15,4 1 0 0,-1-1 0 0,3 0 0 0,0-2 0 16,4 2 16-16,-4-2-3 0,0-1-1 0,0 1-12 0,1-3-16 16,2 3 3-16,0-1 1 0,0-2 12 0,0 3 16 15,1 0-3-15,-1-1-1 0,3-2-12 0,0 3 0 16,0 0 0-16,1-1 0 0,-1 1 0 0,0 0-16 16,-3-1 3-16,-3 1 1 0,4-1 12 0,-1 1 0 15,-3 0 0-15,-3 2-9 0,6-2 18 0,-2-1 4 16,-1 4 1-16,0-4 0 0,6 4-25 15,-5-4-5-15,2 4 0 0,-3-1-1 0,3 0 17 0,-3 0 0 0,4-2 0 0,-1 2 0 16,0-2 8-16,0 0 8 16,6-1 1-16,-2 1 1 0,2 0-29 0,0-1-5 0,6-2-2 15,-3 3 0-15,3-3 18 0,0 0 0 0,4 0 0 16,2-3 0-16,0 3 0 0,0-2 0 0,3 2 0 0,0-3 0 16,0 0 0-16,0 1 0 0,6 2 0 0,-3-3 0 15,-3 0 0-15,0 1 0 0,3-1 0 0,-3 0 0 16,0 1 0-16,-3-1 0 0,3 3 0 0,-3-3 0 15,0 1 0-15,1-1 0 0,-1 3 0 0,-3 0 0 16,3-2 0-16,-3 2 9 0,3 0-9 0,-3 0 12 16,0 0-12-16,0 0 0 0,3 0 0 0,0 2 0 15,-3 1 11-15,4-1 0 0,-1 1 0 0,0 0 0 16,3-1-11-16,0 4 0 0,0-1 0 0,3 0 0 16,0 1 0-16,0-1 0 0,0 3 0 0,3 0 0 15,0 0 0-15,0 0 0 0,0 2 0 0,3 1 0 16,0-1 0-16,0 1 0 0,0 2 0 0,0 0 0 15,0-2-16-15,0 2-6 0,0-2-1 0,0 5 0 16,0-3 23-16,0 3 0 0,0 0 0 0,0 2 0 16,0 3 0-16,-3 1 0 0,3 1 0 0,0 4 0 15,-1-3 0-15,-2 2 0 0,3 1 0 0,0-1 0 0,0-2 0 0,-3 2 0 16,3-2 0-16,-3 3 0 0,0-1 0 0,0 0 0 16,0 4 0-16,-3-1 0 0,0 2 0 0,0-1 0 15,3 1 0-15,-3 1 0 0,1-5 0 0,2 2 0 16,-3-3 0-16,0-2 0 0,0 0 0 0,0-3 0 15,3 0 0-15,-3 0 0 0,3-2 0 0,0 2 0 0,0-5 0 16,0 5 0-16,0-3 8 0,0 1-8 0,0-3 0 0,0 2 8 16,0 1-8-16,3-3 10 0,-3 0-10 15,0 2 10-15,3-5-10 0,-3 3 8 0,0-2-8 0,0-4 8 16,0 3 0-16,0-2 0 0,0-1 0 0,0 1 0 16,0 0-8-16,0-3 0 0,0 0 0 0,0-1 0 15,0 1 13-15,0 0 1 16,0 0 0-16,0 0 0 0,0 0-3 0,0-3-1 0,0 1 0 15,0-6 0-15,0 5-1 0,0-5 0 0,0 5 0 16,0-5 0-16,3 6-1 0,-3-6-8 0,0 0 12 0,3 2-4 16,0 1-8-16,-3-3 8 0,2 3-8 0,4-1 8 15,-6-2-8-15,6 0 0 0,0 0 0 0,0 0 0 16,0 0 0-16,0 0 8 0,0 0-8 0,3 0 0 16,-3 0 0-16,3-2 0 0,0 2 0 0,0 0 0 15,3-3 0-15,0 3 0 0,3-3 0 0,-4 1 0 16,1 2 0-16,0-3 0 0,3 0 0 0,0 1 0 15,3-1 0-15,3 0 0 0,0 1 0 0,-1-1 0 16,4 0 14-16,0 1 4 0,3-3 1 0,3 2 0 0,-4 0-19 16,4 1 0-16,0-4 0 0,0 4 0 0,-4-4 0 0,4 4 0 15,-3-4 0-15,3 4 0 0,0-4 0 0,2 4 0 16,4-3 0-16,0-1 0 0,-1 1 0 0,1 0 0 16,3-1 0-16,0 1 0 0,-7 2-10 0,4-2-6 15,0 2 0-15,-1-2-1 16,1 3 7-16,3-4 2 0,0 4 0 0,-1-4 0 0,-2 1 8 0,0 0 0 15,2-1 0-15,-5 4 0 0,0-3 16 0,0 2 8 16,-1 0 1-16,1 1 1 16,0-1-72-16,3 0-14 0,-4 1-4 0,1 2 0 0,0-3 76 0,0 3 16 15,-1-3 2-15,1 3 1 0,-6 3-31 0,3-3 0 16,-4 3 0-16,4-3 0 0,-3 2 32 0,0 1 1 0,0 0 0 0,-1-3 0 31,1 2-77-31,0 1-16 0,0-3-4 0,-1 3 0 0,-2-1 76 0,3-2 16 16,-3 3 2-16,0-1 1 0,-1 1-31 0,-2-3 0 0,3 3 0 0,0-1 0 15,-3 1 0-15,3 0 0 0,-4-1 0 0,4-2 0 16,0 3-19-16,-3 0-9 16,0-3-3-16,0 0 0 0,-1 0 76 0,4 0 15 0,-6 0 4 0,3 0 0 15,0-3-103 1,0 3-20-16,-1 3-4 0,-2-3-1 0,-3 0 82 0,3 0 16 0,-3 0 3 0,3 0 1 16,-3 0-30-16,3 0-8 0,-4 0 0 0,4 0 0 15,-3 0 24-15,-3 0 1 0,3 0 0 0,0 0 0 16,0-3-25-16,-3 3 0 0,0-3 0 0,-1 3 0 15,1 0 0-15,0-2 0 0,0 2 0 0,-3 0 0 16,3-3-16-16,-3 3-8 16,0-3-1-16,-3 3-1 0,3 0 26 0,0-2 0 0,-3 2 0 0,0-3 0 15,0 0 0-15,-1 3 0 0,1-2 0 0,0-1 0 16,-3 1 0-16,3 2 0 0,-3-3 0 0,-3 3 0 0,0 0 0 0,3-3 9 16,0-2-9-16,0 2 0 0,-3 3 10 0,0-5-10 15,3 0 8-15,-3-1-8 0,0 1 11 0,-3-3-3 16,3 0-8-16,-3 0 12 0,0 0-2 15,0-5-1-15,0 3 0 0,-3-4 0 0,3-2-9 16,0 3 0-16,-3-3 0 0,0-2 0 0,4 2 0 0,-4-3 0 16,3 1 0-16,-3-3 0 0,3 2 0 0,0-2 0 15,0 0 0-15,0 0 0 0,0-3 0 0,0 3 0 0,0-3 0 16,0-3 0-16,3 1 53 0,-3 0 9 0,0-1 2 0,3 1 0 16,-3 2-52-16,3-3-12 0,-3 4 0 0,3-4 0 15,0 1 0-15,-3-4 0 16,3 4 0-16,0-3 0 0,0 0 0 0,0-3 0 15,0 0 0-15,0 1 0 0,0-1 26 0,0 0 2 0,0 6 1 16,0-1 0 0,3 3-46-16,-3 1-10 0,0-1-1 0,0 0-1 0,0 0 74 0,0 0 15 0,0 6 4 0,-3-3 0 15,3-3-52-15,0 3-12 0,-3-3 0 0,3 0 0 16,0 0 0-16,-3 3 0 0,0 0 0 0,0 0 0 16,3 2 0-16,-3-2 0 0,0 5 0 0,0 0 0 15,3 0 0-15,-3 3 0 0,0-3 0 0,0 3 0 16,0 0 0-16,3 0 0 0,-3-1 0 0,3 4 0 15,-3-1 0-15,0 1 0 0,3-1 0 0,-3 3 0 0,0 0 0 16,3 0 0-16,-3 3 0 0,3-3 0 0,0 3-8 0,-3-1-5 16,3 1-1-16,-3 2 0 0,3-2 6 0,-3 2 8 15,3 3-13-15,-3-5 5 16,3 5-76-16,0-5-16 0,-3 0-2 0,3-1-1246 0</inkml:trace>
  <inkml:trace contextRef="#ctx0" brushRef="#br1" timeOffset="60134.627">16838 4840 682 0,'0'0'19'0,"-9"0"5"0,3 0-24 0,0 0 0 15,0 0 0-15,0 0 0 0,0 0 71 0,3 0 9 16,-3 0 1-16,6 0 1 0,0 0-13 0,0 0-2 16,0 0-1-16,0 0 0 15,0 0-18-15,0 0-4 0,0 0-1 0,0 0 0 0,0 0-15 0,6 2-2 16,0 1-1-16,3-1 0 0,0 1-2 0,3 0-1 15,0-1 0-15,0 1 0 0,3 0-8 16,3-1-2-16,0-2 0 0,-1 3 0 0,1-3 4 16,3-3 0-16,3 3 0 0,6-2 0 0,-1-1 6 15,1 0 2-15,9 3 0 0,-3-2 0 0,2 2-6 0,-2-3-1 16,0 3 0-16,-3 0 0 0,-1-3-3 0,-2 1-1 16,3-1 0-16,0 1 0 0,-4-1 2 0,1 3 0 15,-3 0 0-15,3 0 0 0,-4 0 3 0,-5 0 1 16,0 0 0-16,0 0 0 0,-3 0-3 15,-3 3 0-15,0-3 0 0,-7 0 0 0,4 0 0 0,-3 2-1 0,-3-2 0 16,-3 3 0-16,3-3 3 0,-3 2 1 0,-3-2 0 0,0 0 0 16,6 0 0-16,-6 0 0 0,3 3 0 0,-3-3 0 15,6 3-6-15,-6-3-1 0,3 5 0 0,-3-5 0 16,3 5 2-16,0 1 0 0,-3-1 0 0,0-5 0 16,3 3-3-16,0 2-1 0,-3 0 0 0,0 3 0 15,3 0 2-15,-3 0 1 0,0-3 0 16,0 6 0-16,0-3-1 0,0 2-1 0,-3 1 0 0,3 2 0 15,0 0-3-15,-3 1 0 0,3 4 0 0,0-5 0 16,0 6-8-16,-3-3 10 0,3 2-10 0,0 1 10 16,-3-1-10-16,3-2 0 0,0 0 9 0,-3 3-9 15,3-3 8-15,0-1-8 0,-3 1 8 0,3 0-8 16,-3-3 9-16,0 3-9 0,0 0 12 0,0 3-12 16,0-6 12-16,0 3-12 0,0 2 12 0,3 3-12 15,-3 1 11-15,0-1-11 0,3 3 10 0,-3-1-10 16,0 1 0-16,0 0 8 0,0-3-8 0,3 3 0 0,0-3 0 15,-3 0 0-15,3-2 8 0,-3-1-8 0,3-2 0 0,-3 3 0 16,3-3 0-16,-3 0 0 0,3 2 0 0,-3 3 0 16,0 0 0-16,1 3 0 0,-1 0 8 0,0 2-8 15,0 1 0-15,0-1 9 0,0 1-9 0,3-1 10 16,-3-2-10-16,0-3 10 0,0 0 9 0,0-2 1 16,3 0 1-16,-3-1 0 0,0-2-30 0,0 2-7 15,3-2 0-15,-3 5-1 0,0 1 17 0,0-1 0 0,0 3 8 16,0 2-8-16,3 1 15 0,-3-4-3 0,0 4-1 15,0-3 0-15,0-1-3 0,3-1 0 16,-3-1 0-16,0-3 0 0,3 1-8 0,0-3-9 0,-3-3 9 0,0 3-13 16,3 0 22-16,0 0 5 0,-3-1 1 0,3 4 0 15,0-1-15-15,-3 4 9 0,3-1-9 16,0 0 8-16,0 3-8 0,0 0 8 0,0-1-8 0,0-1 8 16,0-1-8-16,0 0 0 0,0-3 0 0,0 1 0 15,0 0 0-15,0-4 8 0,0 1-8 0,0-3 0 16,0 3 0-16,3-2 0 0,-3 1 0 0,0-1 0 15,0 2 9-15,3-1-9 0,-3 4 10 0,0 2-10 16,0 0 0-16,0 3 0 0,0 0 0 0,3 0 0 16,-3 0 0-16,3-1 0 0,-3-1 0 0,0-1 0 15,0 0 0-15,3-3 0 0,-3 1 0 0,3-1 0 16,0-2 0-16,-3 0 0 0,3 0 0 0,-3 3 0 0,3-4 0 0,-3 4 0 16,3 2 0-16,-3 0 0 15,0 6 0-15,3-3 0 0,-3 5 0 0,0-3 0 16,0 1 0-16,0-1 0 0,0-2 0 0,0 0 0 15,3-3-24-15,-3 0-4 0,0-2 0 0,3 2-1 16,-3-3 29-16,3 1 0 0,0-1 0 0,-3 1 0 16,3 2 20-16,-3 3 11 0,3 0 1 0,-3 2 1 15,3 1-53-15,0-1-10 0,0 0-2 0,-3-2-1 0,3 0 77 0,0 0 16 16,0 0 4-16,-3-6 0 0,3 1-52 0,0-3-12 16,3 0 0-16,-6-1 0 15,2-1-18-15,1-1-6 0,-3-3-2 0,3 4 0 0,-3-1 42 16,0-3 8-16,3 1 1 0,-3 0 1 0,0-1-26 15,0 1-20-15,0-3 3 0,0 0 1 0,0-3 16 0,-3 3 9 0,3-8-1 16,0 5 0-16,0-5 0 0,-3 6 0 0,3-6 0 0,-5 5 0 16,5-5-8-16,-3 2 0 0,3-2 0 0,-6 3 0 15,6-3 0-15,-6 0 0 0,0 0 0 0,0 0 0 16,-3 0 0-16,3 0 0 0,-3-3 0 0,0 1 0 16,0-1 0-16,0 1 0 0,0-1 0 0,-3 3 0 15,-3-3 32-15,3 1 5 0,-2-1 1 16,-4 3 0-16,0 0-10 0,3 0-1 0,-3 0-1 15,0 0 0-15,0 0-26 0,4 3 0 0,-4-3 0 0,0 2 0 16,0 1 0-16,-3-3 0 0,0 0 0 0,-5 0 0 16,2-3 0-16,-6 3 0 0,3 0 0 0,-6 3 0 15,4-3-10-15,2 0-7 0,-3 3-2 0,3-1 0 16,3-2 19-16,1 3 0 0,5-1 0 0,-6-2 0 16,3 0 16-16,0 0 1 0,0 0 0 0,-2 0 0 15,2 0-17-15,-3-2 0 0,3 2 0 0,-3 0 0 16,1-3-12-16,-1 3-5 0,3 0-2 0,0 3 0 0,3-3 19 0,0 0 0 15,0 2 0-15,4 1 0 0,-1-3 12 0,3 3 5 16,3-3 2-16,-3 2 0 0,6-2-19 0,-3 3 0 16,3-3 0-16,6 0 0 0,0 0 0 0,-6 0 0 15,6 0 0-15,0 0 0 0,0 0 0 0,0 0 0 16,0 0 0-16,0 0 0 0,0 0 0 0,0 0 0 16,0 0 0-16,0 0 0 15,0 0-48-15,0 0-12 0,0 0-4 0,0 0 0 16,-3 0 52-16,3 0 12 0,0 0 0 0,0 0 0 0,-6-5 48 0,3 2 13 15,0-2 3-15,0 0 0 0,0-1-52 0,3 1-12 0,0-3 0 16,-3 3 0-16,3-3 0 0,-3 2 0 16,3-1 0-16,0-1 0 0,-3 0 0 0,3-3 0 15,0 3 0-15,-3-2 0 0,3-1 0 0,0-2 0 0,0 0 0 0,0-1 0 16,0-4 0-16,-3-1 0 0,3-5 0 0,-3 1 0 16,3-7 0-16,-2-1 0 0,2-4 0 0,0-2 0 15,-3 3 0-15,3 0 0 0,0 2 0 0,0 0 0 16,0 0 0-16,-3-2 0 0,3-1 0 0,0-4 0 15,0-1 0-15,0-2 0 0,0 2 0 0,0 0 0 16,0 6 0-16,0 0 0 0,0 2 0 0,3-3 0 16,-3 4 0-16,0-4 0 0,0-4 0 0,3-1 0 15,-3 0 0-15,2-2 0 0,1 5 0 0,0-3 0 16,0 6 0-16,0 2 0 0,0 0 0 0,0-2 0 16,0 2 0-16,0-5 0 0,0 0 0 0,0-5 0 15,3 5 0-15,-3-3 0 0,3 3 0 0,-3 2 0 16,0 6 0-16,3 3 0 0,-3-3 0 0,0 2 0 15,3-2 0-15,-3 0 0 0,0-3 0 0,-3-2 0 0,3-3 0 16,0 0 0-16,-3 0 0 0,3 2 0 0,0 4 0 16,-3 4 0-16,3 1 0 0,-3 2 0 15,3 0 0-15,-6 0 0 0,3-2 0 0,0-3 0 16,0-3 0-16,-3 0 0 0,3-5 0 0,-3 0 0 0,3 3 0 0,-3 2 0 16,3 6 0-16,0-1 0 0,0 3 8 0,0 0-8 15,0 6 11-15,0-3-11 0,0 0 0 0,-3-1 0 16,3 1 0-16,0 0 0 0,0-5 0 0,-3-1 0 0,3 1 0 15,0-1 0-15,0 1 8 0,0-1-8 0,0 4 0 0,0 1 0 16,0 1 0-16,0 5 0 0,0-2 0 0,3 5 0 16,-3-3 0-16,0 2 0 0,0 1 0 0,3 0 0 15,-3 2 0-15,0-2 0 0,3 0 0 0,-3 0 0 16,3 0 0-16,-3-1 0 0,3-2 0 16,0 1 0-16,3-1 8 0,-3-3-8 0,3 1 0 0,-3-4 0 15,3 4 0-15,3-1 0 0,-4 1 0 0,4-3 0 16,0 2 0-16,-3 3 0 0,3 3 0 0,0-3 0 15,3 3 0-15,-3 2 0 0,3 1 0 0,-3 2 0 16,3 0 0-16,-3-3 0 0,3 3 0 0,-1 0 0 16,-2 1 0-16,3-1 0 0,-3 0 0 0,0 0 0 15,-3-3 0-15,3 1 0 0,0-1 0 0,-3 0 0 16,3 1 0-16,-3-3 0 0,0 2 0 0,0 0 0 16,0 1 0-16,0 2-14 0,-3 0 4 0,3 3 1 15,-3-3-25-15,0 2-5 16,-1 4-1-16,4 2-856 0,-3 5-172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4T19:58:37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9596 4239 1720 0,'0'-8'48'0,"0"3"12"15,0-1-48-15,0-2-12 0,3 6 0 0,0-6 0 16,3 0 68-16,0 3 12 0,0-1 1 0,0-2 1 16,3 6-18-16,0-6-3 0,0 0-1 0,0 3 0 15,2-1-20-15,1 1-5 0,0 0-1 0,0-1 0 16,0 4-13-16,3-4-2 0,0 1-1 0,-3 5 0 15,3-2-18-15,-1 2 8 0,1 0-8 0,-3 2 0 16,0 1 0-16,0 5 0 0,-3-6 0 0,0 6 0 16,-3 0 8-16,-3 3-8 0,0 5 0 0,-3-6 0 15,0 9 0-15,-6-6 0 0,3 6 0 0,-6-1 0 0,3 1-12 16,-3-1-4-16,-3-2 0 0,3 0 0 0,0 0 7 16,-3 0 1-16,4-6 0 0,-1 6 0 15,3-5 8-15,0-3 0 0,0 2 0 0,0 1-8 16,3-3 8-16,0-3 0 0,3 0 0 0,0 3-8 0,0 0 8 0,3-8 0 0,0 6 0 0,0-4 0 15,3 1 10 1,3-1-2-16,-3 1-8 0,3 0 12 0,2-3 0 0,1 2-1 0,0-2 0 0,0 0 0 16,3 0-11-16,0 0 10 15,0 0-10-15,6 0 10 0,-4 0-10 0,4 0 0 0,0 0 0 0,0-2 0 32,3 2-42-32,0-6-10 0,-1 4-3 15,4-1 0-15,0-5-189 0,3 0-39 0</inkml:trace>
  <inkml:trace contextRef="#ctx0" brushRef="#br0" timeOffset="260.14">10685 4138 1659 0,'6'-8'34'0,"0"-2"10"15,-3 2-36-15,0 3-8 0,0-3 0 0,0 0 0 16,-3 2 101-16,0 1 19 0,0 0 3 0,0 5 1 16,-6-3-51-16,3 1-9 0,-3-4-3 0,0 6 0 15,0 0-17-15,1 0-3 0,-4 0-1 0,3 6 0 16,-3-4-12-16,-3 6-4 0,0 0 0 0,-3 3 0 15,3 2-5-15,-3 5-2 0,0 1 0 0,-3 5 0 16,1 0-17-16,-1 2 8 0,3 0-8 0,-6 4 0 16,0-1 8-16,0-3-8 0,-2 1 0 0,-1-1 0 15,-3-2 0-15,3-3-11 0,-3 0 2 0,4 0 0 16,2 1-42-16,0 1-8 0,0-1-1 0,0-1-1 16,3-3-169-16,0 1-34 0</inkml:trace>
  <inkml:trace contextRef="#ctx0" brushRef="#br0" timeOffset="462.409">10304 4289 1941 0,'0'-29'40'0,"0"3"10"0,0 4-40 0,0 1-10 0,0 3 0 0,0-1 0 16,0 6 91-16,0 2 16 0,0 3 3 0,0 3 1 16,0 0-39-16,0 5-8 0,0 0-2 0,0 0 0 15,0 0-36-15,6 8-7 0,-3 0-2 0,3 2 0 31,0 4-6-31,0-1-2 0,3 3 0 0,0 5 0 0,3-5-9 0,0 5 0 0,0-3 9 0,0 6-9 16,3 0 0-16,2-5-10 0,-2 2 1 0,3 0 0 31,0 0-96-31,0-8-19 0,3 3-4 0,3-3-1 0,-1 3-89 0,1-8-18 0</inkml:trace>
  <inkml:trace contextRef="#ctx0" brushRef="#br0" timeOffset="917.25">10918 4257 1960 0,'0'-18'56'0,"3"-1"11"0,3 3-54 0,-3 3-13 0,2-3 0 0,4 1 0 0,0 1 120 16,3 4 22-16,0-4 4 0,0 4 1 0,3-1-67 0,3 3-12 0,0-2-4 0,0 4 0 31,-1 1-51-31,1 3-13 0,-3 2 0 0,3 0 0 16,-3 0 0-16,0 2 0 0,0 3 0 0,-6 1 0 15,2 4 19-15,-5-2 1 0,3 3 0 0,-6 5 0 16,0-6-20-16,0 6 0 0,-3 3 0 0,-3-6 0 16,0 5-34-16,-3 1-1 0,0 0 0 0,-2-1 0 15,-4-2 3-15,-3 0 0 0,3 0 0 0,-3 0 0 16,0-3 14-16,-3 0 3 0,3-5 1 0,0 0 0 0,1 0 14 16,2 0 0-16,3-3 0 0,3-2 0 0,0-1 0 0,6-2 0 0,0 0 0 0,0 0 0 15,0 0 0-15,6 0 0 0,3-2 0 0,3-1 0 16,-1 3 48-1,4-5 13-15,0 2 3 0,3 3 0 0,0 0-52 0,0 0-12 0,0 0 0 0,0 3 0 16,-1 2 16-16,-2-2 0 0,-3 2 0 0,0 0 0 16,-3 1-5-16,0 4-1 0,-3-5 0 0,-3 3 0 15,0 0 9-15,-3 0 1 0,0 0 1 16,-3 0 0-16,0 3-1 0,-3-1 0 16,-3-2 0-16,-3 3 0 0,0-1-4 0,0 6-2 0,-6-5 0 0,1 7 0 15,-4-4-25-15,0 4-5 0,-3 1 0 0,0 4-1 16,3-4 29-16,-2 0 5 0,-1-1 2 0,0 3 0 15,3-2-82-15,0-1-16 0,3 1-3 0</inkml:trace>
  <inkml:trace contextRef="#ctx0" brushRef="#br0" timeOffset="3478.46">9998 13918 1919 0,'0'0'80'0,"6"-3"-64"0,3-5-16 0,3 3 0 15,-3 0 60-15,2-3 8 0,1 3 1 0,0-1 1 16,0-2-30-16,-3 3-5 0,3-3-2 0,0 3 0 15,0 0 14-15,0-1 2 0,0 1 1 0,0 2 0 16,-1 1-30-16,-2-1-7 0,3 0-1 0,-3 3 0 16,3 0-12-16,-3 3 8 0,-3 0-8 0,3-1 0 15,-3 4 0-15,-3-1 0 0,0 3 0 0,0 0 0 16,-3 2 10-16,0 4-1 0,-3-4 0 0,0 6 0 16,0-3-9-1,-3 3-9-15,0 0 9 0,0 0-13 0,0-3 4 0,-3 3 1 0,3-3 0 0,0-2 0 0,0-1 8 16,3-2 8-16,0 0-8 0,0 0 11 15,3-8-11-15,0 0 0 0,0 0 0 0,0 0 0 0,3 0 0 16,3-2 0-16,3 2 0 0,-3-6 0 0,6 1 18 16,-3 0 2-16,3-3 0 0,0 2 0 0,0-2-5 0,3 1-1 0,-3 1 0 0,2-2 0 15,1 6-4 1,0-4-1-16,-3 4 0 0,0-1 0 0,0 0-1 0,-3 3-8 0,0 0 12 0,0 3-4 16,-3 0 1-1,0-1 0-15,0 6 0 0,0 0 0 0,-4 0-1 0,-2 3 0 0,3-1 0 0,-3 4 0 16,0 1 0-16,-3-1-8 0,1 2 12 0,-1 2-4 15,-3-2-8-15,-3 3 0 0,3-4 0 0,-3 4 0 16,-3-1 0-16,3 1 0 0,-3-1 0 0,-3 1-11 16,3 0-7-16,0-1-2 0,-3 3 0 0,4-2 0 15,-1 2-24-15,0-5-4 16,3 2-2-16,-3-2 0 16,3-3-165-16,0-2-33 0</inkml:trace>
  <inkml:trace contextRef="#ctx0" brushRef="#br0" timeOffset="3813.03">10909 13833 1986 0,'24'-34'41'0,"-16"21"11"32,-2 5-42-32,3-3-10 0,-3 3 0 0,0 3 0 0,-3-3 112 0,-3 3 21 0,0 5 4 0,3-3 1 15,-3 3-50-15,0 0-11 0,-3-5-1 0,3 5-1 16,-6-3-9-16,0 3-2 0,6 0 0 0,-9 0 0 15,3 3-18-15,-3 2-4 0,4-2-1 0,-4 5 0 16,0-3-24-16,0 3-5 0,0 0 0 0,3 2-1 16,-6 1-11-16,3 2 8 0,-3 3-8 0,0 0 8 15,0 0-8-15,0 2 0 0,1 1 0 0,-1 7 8 0,0-2-8 0,0 5 0 0,0 0 0 0,0 3 0 32,3-3 0-32,0 0-14 0,0-2 3 0,0 2 1 15,3-3-22-15,-3 1-5 0,3-3-1 0,-3 5 0 16,4-5-40-16,-1 2-8 0,0 0-2 0,0-2 0 15,3 0-130-15,-3-5-26 0,0-1-6 0</inkml:trace>
  <inkml:trace contextRef="#ctx0" brushRef="#br0" timeOffset="4035.25">10602 13921 1968 0,'-3'-11'83'0,"0"0"-67"15,3 1 60-15,-3 2 11 16,3 0 2-16,0 0 1 0,0 3 30 0,3-3 7 0,0 5 1 0,0-2 0 16,0 2-96-16,3 1-18 0,0 2-4 0,0 0-1 15,3 0 10-15,0 2 1 0,0 1 1 0,3 0 0 32,0 2-9-32,-1 0-1 0,1 3-1 0,3 3 0 0,3 2-10 0,0 0 0 0,0 6 0 0,0 2 0 15,-3 0 0-15,2 0 0 0,1 3 0 0,-3 0 0 31,3 0-20-31,-3-3-5 0,0 0-2 0,0 0 0 0,0-2-47 0,-1-4-10 0,4 4-1 0</inkml:trace>
  <inkml:trace contextRef="#ctx0" brushRef="#br0" timeOffset="4618.12">11447 13759 1797 0,'-11'-2'76'16,"-1"-1"-61"-1,0-2 84-15,0 2 17 0,0 0 3 0,0 1 1 0,3-1-43 0,0-2-8 0,3 2-1 0,-3 0-1 16,3 1-19-16,0-1-3 0,6 3-1 0,-6-2 0 16,6 2-9-16,0 0-3 0,0 0 0 0,-3-6 0 15,3 6-4-15,0-5 0 0,3 0-1 0,0-1 0 31,3 1-7-31,3 0-2 0,3-3 0 0,0 3 0 0,6-3-10 0,-3 2-8 0,6-2 12 0,0 0-12 16,-1 0 11-16,4 3-11 0,3 0 10 0,-3 0-10 16,0 2 12-16,-4 0-3 0,4 3-1 0,-3 3 0 15,-6 0-8-15,0 2 0 0,0-2 0 0,-6 4 0 16,0 1 0-16,-3 0-9 16,-1 3 9-16,-2 0-13 15,-3-1-35-15,0 1-8 0,-3 2 0 0,-2 3-1 0,-4-3 45 16,-3 3 12-16,-3-3 0 0,-3 3 0 0,0-3-35 0,0 3-5 0,-3-5 0 0,4 2-1 15,-1-2 29-15,0-4 12 0,6 1-11 0,0 0 11 16,3-5 0-16,3 2 0 0,6-5 0 0,0 0 0 0,0 0 12 16,0 0 1-16,6-5 1 0,3 0 0 15,3-3 11-15,3 2 3 0,0-1 0 0,3-1 0 0,-1 0 0 0,1 0 1 0,3-3 0 16,-3 3 0 0,0 3-3-16,0-3-1 0,-3 3 0 0,2 2 0 0,-2 0-12 0,0 1-2 15,-3 4-1-15,0 1 0 0,0 0-2 16,-3 2 0-16,0 3 0 0,0 0 0 15,-3 2 13-15,-3 1 3 0,0 5 0 0,-3 2 0 0,0 4-15 0,-6 1-9 0,0 6 12 0,0 1-12 16,-3-1 13 0,-3 0-4-16,0 3-1 0,0-3 0 15,-3 0-8-15,0-3 0 0,0 1 0 0,-5 2 8 0,2-5-20 0,-3 2-4 0,-3-2 0 16,0 2-1-16,0-5-120 0,1 3-24 0,2-3-5 16</inkml:trace>
  <inkml:trace contextRef="#ctx0" brushRef="#br0" timeOffset="8604.91">23541 13579 1094 0,'0'0'23'0,"0"0"5"16,0 0-28-16,0 0 0 0,0 0 0 0,0 0 0 31,-3-2 40-31,3 2 2 0,0-6 1 0,-3 1 0 0,3 0 20 0,0-1 4 0,3 1 1 0,-3 0 0 16,0 2 10-16,3-2 2 0,0 2 1 0,0-2 0 15,0 2-28-15,3-2-5 0,0 0-2 0,0-1 0 16,3 1-22-16,0 0-5 0,0 0-1 0,3-1 0 16,3 4 23-16,-3-4 5 0,3 4 1 0,2-4 0 15,-2 4-31-15,3-1-5 0,-3 0-2 0,3 1 0 16,-3 2-9-16,3-3 0 0,-3 3 0 0,-4 0 0 15,1 3 0-15,-3 2 0 16,0 0 0-16,0 1 0 0,-6 2-28 0,3 2-4 0,-3 1 0 0,-3 2-1 16,0 3 1-16,-3 0 1 0,-3 0 0 0,0 2 0 15,0 1 13-15,-3-1 2 0,-3 1 1 0,3-1 0 0,-2 1 15 0,2-3 0 0,-3 0 0 16,0 2 0 0,3-5 0-16,3 1 0 0,0-4 12 0,0 1-12 0,3-3 19 0,3 0-3 0,0-3-1 0,3 3 0 15,6-6-3-15,0 1 0 0,3 0 0 0,0-3 0 16,3 0 1-16,2-3 0 0,1-2 0 0,0 2 0 31,3-5 0-31,0 0 0 0,3 0 0 0,-1 0 0 0,1 3-13 0,0-3 11 16,3 3-11-16,-3 0 10 0,-3 2-10 0,-1-2 0 15,-2 5 9-15,0-3-9 0,-3 6 12 0,-6-3-3 0,0 5 0 0,0-2 0 32,-6 5 7-32,0-1 0 0,0 1 1 0,-6 3 0 0,0 0 2 0,-3 2 0 0,-3-3 0 0,-3 6 0 15,0 0-35-15,-3 0-6 0,-3 3-2 0,-3 2 0 16,1 0 71-16,-1 5 13 0,-3-2 4 0,-3 5 0 15,3-5-64 1,1 0-23-16,2 0 1 0,-6-3 0 0,3 0 14 0,0 0 8 0,0 0-10 16,-2-2 10-16,2-1-28 0,3-4 0 0,0 2 0 0,0-3 0 15,4-3-36-15,2-2-8 0,3 0 0 0</inkml:trace>
  <inkml:trace contextRef="#ctx0" brushRef="#br0" timeOffset="8908.28">24348 13563 1824 0,'0'-8'38'0,"0"8"8"0,0-5-37 0,3 3-9 0,-3-4 0 0,0 6 0 0,0-2 76 0,0 2 12 0,3-6 4 0,-3 6 0 31,0-2-48-31,0 2-8 0,0 0-3 0,0 0 0 15,0 0-24-15,0 0-9 0,0 0 0 0,0 0 9 0,0 0 14 0,0 0 2 0,-6 2 1 0,-3 6 0 16,0 3-42-16,0-1-8 0,-3 6-1 0,0-3-1 31,-2 6 26-31,-1 0 0 0,0 2 0 0,-3 3 0 0,0-1 16 0,-3-1 8 0,0 4 1 0,-2-2 1 16,2-3-26-16,3 3 0 0,-3-3 0 0,0 0 0 31,6 0 0-31,1 0-12 0,-1-2 4 0,0-1 8 0,6 1-35 0,0-6 1 0,3 0 0 0,0-2 0 31,3-3-113-31,3-3-22 0,0-5-5 0</inkml:trace>
  <inkml:trace contextRef="#ctx0" brushRef="#br0" timeOffset="9227.9">24092 13675 1579 0,'-9'-11'32'0,"3"0"10"15,-3 1-34-15,3-1-8 0,0 1 0 0,-3 2 0 16,4 0 88-16,-1 0 16 0,3 2 4 0,-3 1 0 15,3 0-37-15,3 5-7 0,0 0-2 0,0 0 0 16,0 0-29-16,0 0-5 0,0 0-2 0,0 0 0 0,0 0-14 0,3 3-4 16,0 2 0-16,3 0 0 15,2 3-8-15,-2 3 10 0,3-3-10 0,3 5 10 16,0-3-2-16,0 4-8 0,0-1 12 0,0 3-4 16,3-3 2-16,0 0 0 0,3 3 0 0,-1-3 0 15,1 3-10-15,-3-3 0 0,0 3 9 0,3 0-9 0,0-5 0 0,0 2 0 0,-1 0 0 0,1-2 0 16,0-1-25-16,0 1-10 0,0 0-1 0,0-1-1 31,0-2 23-31,-4 0 5 0,1 0 1 0,0 0 0 0,0-3-65 0,-3 0-13 16,3-5-2-16</inkml:trace>
  <inkml:trace contextRef="#ctx0" brushRef="#br0" timeOffset="9656.76">24705 13423 2066 0,'0'0'43'0,"0"0"10"16,0 0-42-16,0 0-11 0,0 0 0 0,0 0 0 15,0 0 0-15,0 0 0 0,0 0 0 0,0 0 0 16,0 0 0-16,0 0 0 0,0 0 0 0,0 0 0 15,-6 3 40-15,0-1 5 0,6-2 2 0,-6 6 0 16,0-1-27-16,-2 0-4 0,2 1-2 0,0-1 0 16,-3 0-14-16,0 3 8 0,3 0-8 0,-6 3 0 15,3-3 0-15,-6 2 0 0,3 1 0 0,0 2 0 16,0 0 0-16,0 0 0 0,1 3 0 0,-1 0 0 31,3-3 14-31,0 3-3 0,0 0-1 0,0 0 0 0,6-3-1 0,0 1 0 0,0-1 0 0,3-3 0 16,3 1-22-16,0 0-5 0,0-1-1 0,3-2 0 15,3 0 36-15,-3 0 7 0,3-3 2 0,3 3 0 0,0-3-26 0,-1 1 0 0,1-1 0 0,3 0 0 16,0 1 0-16,0-4 0 0,0 1 8 16,-3 2-8-1,3-5 0-15,-3 3 0 0,2-3 0 0,-2 2 8 0,0-2-29 0,3 0-7 16,-3 0 0-16,-3 0-1 0,3 0 29 0,-3-2 0 16,0 2 0-16,0-3 0 0,0 1-15 0,-3-1 3 15,0 0 1-15,-1-2 0 16,1-3-85-16,0 3-16 0,0-3-4 0</inkml:trace>
  <inkml:trace contextRef="#ctx0" brushRef="#br0" timeOffset="9928.4">24747 13484 1758 0,'-6'-3'50'0,"0"-2"10"0,3 2-48 0,3 3-12 0,-3-5 0 0,3 5 0 15,0 0 56-15,0 0 8 0,0 0 1 0,0 0 1 16,0 0-10-16,0 0-1 0,0 0-1 15,0 0 0-15,0 0-25 0,0 0-5 0,0 0 0 0,0 0-1 16,0 5-23-16,0 3 0 0,0 3-10 0,0 0 10 16,3 2 44-16,0 3 16 0,0 2 4 0,0 3 0 15,3 0-52-15,0 1-12 0,0 1 0 0,-3 1 0 0,3-3 0 16,3 3 0-16,-3 0 0 0,0-3 0 16,3 3 0-16,-1-3 0 0,-2 3 0 0,3 0 0 15,0 2 14-15,0-2 0 16,-3 5 0-16,3-2 0 0,0-1-14 0,0 3 0 0,0-2 0 0,0-1 0 15,0-5-18-15,0 1 0 0,0-1 0 0,0-5 0 16,2 2-38-16,-2-5-8 0,3 3-2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34:35.41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5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09T22:34:54.442"/>
    </inkml:context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20913 5054 1407 0,'0'0'40'0,"0"0"8"15,0 0-38-15,0 0-10 0,-6-3 0 0,0-2 0 0,3 2 92 0,-3 1 17 16,3-4 3-16,-3 4 1 0,0-1-31 0,0 0-6 16,0 1-2-16,1-4 0 0,-1 4-21 0,0-1-4 15,0 3-1-15,-3-5 0 0,0 2-16 0,0 1-4 16,0-4-1-16,0 6 0 0,-3-2-7 0,0-4 0 15,0 4-1-15,0 2 0 0,0-3-3 0,-2 0-1 16,-4 3 0-16,0-2 0 0,3 2 1 0,-3 0 0 0,0 0 0 16,-3-3 0-16,1 3-4 0,-4 0-1 15,0-8 0-15,-3 6 0 0,-3-1-11 16,-2 0 0-16,-1 3 9 0,-6 0-9 0,4 0 31 0,-1 0 1 16,3 3 1-16,0 0 0 0,1-1-33 0,-4-2 0 0,3 0 0 15,-6 3 0-15,7 2 0 0,-4-5 0 0,0 0 0 16,1 5 0-16,2-2 0 0,3 2 0 0,3 1 0 15,0-1 0 1,1-2-15-16,2 2-9 0,0-5-3 0,-3 5 0 0,3-5 27 0,1 3 0 0,2-1 0 0,-3-2 0 16,3 3 0-16,0-3 0 0,0 3 0 0,1-3 0 15,2 2 16-15,-3-2 9 0,3 0 2 0,0 3 0 16,0-3-27-16,3 0 0 0,1 0 0 0,-1 0 0 16,3 3 0-16,-3-3 0 0,3 0 0 0,0 0 0 15,-3 0 0-15,3 0 0 0,0-3 0 0,0 3 0 16,1 0-18-16,2 0-9 0,0 0-1 0,0 0-1 15,3 0 29-15,0 0 0 0,6 0 0 0,0 0 10 0,-6 3-10 16,6-3 0-16,0 0 0 0,0 0 0 0,0 0 0 0,0 5 0 16,0 0 0-16,0 3 0 0,3-2 0 0,0-1 0 15,0 0 0-15,0 3 0 16,3 0 0-16,-3 0 8 0,0 2-8 0,3-2 0 16,-3 3 8-16,3 0-8 0,-3 2 0 0,0-3 8 15,0 4-8-15,0-1 0 0,-3 0 0 0,2 0 0 0,-2 1 0 16,0-1 0-16,0 0 0 0,0 3 0 15,0-3 19-15,0 6-2 0,0-3 0 0,-2 2 0 0,-1 6-17 0,3-3-19 16,-3 5 4-16,0 1 1 0,0 2 14 0,0 0 0 16,-3-2 0-16,0 2 0 0,3-3 0 0,-3 1 0 15,3-4 0-15,-3-1 0 0,0-1 0 0,3 0 0 16,-3 0 0-16,0 0 0 0,3 0 8 0,-3 1-8 16,3 1 0-16,0 1 0 0,0 0 0 0,0 0 0 0,0-3 0 0,0 0 0 15,0 0 8-15,3-2-8 0,0-1 0 0,-3-2 0 16,3-2 0-16,0 1 0 0,0-4 0 0,0 2 0 15,3 0 0-15,-3-5 0 0,0 3 0 0,0-3 0 16,3 0 0-16,-3 0 0 0,3-3 0 0,0 3 0 16,-3-3 0-16,3 3 8 0,0-2-8 0,-3-1 0 15,3 0 11-15,0 0-11 0,0 1 10 0,-3-6-10 16,3 2 12-16,0 4-4 0,-3-6-8 0,3 5 12 16,0 0-4-16,0-2-8 0,0 2 11 0,3-2-11 15,-6-3 0-15,3 5-14 0,0-2 1 0,3 2 0 16,-3-2 29-16,0-1 5 0,3 1 2 0,-3 0 0 15,0-1-37-15,3-2-7 0,0 3-2 0,0 0 0 16,-4-3 48-16,4 2 10 0,0-2 1 0,0 0 1 16,0 0-29-16,0 0-8 0,3 0 0 0,-3-2 0 15,3 2 8-15,-3-3 0 0,3 0 0 0,3 3 0 0,0-2-8 16,0-1 0-16,3 0 0 0,-1 1 0 0,4-1 16 16,0 0 3-16,3 1 0 0,0-1 0 0,0 0-31 0,2 1-7 15,1 2-1-15,0-3 0 0,0 3 20 0,0 0 0 16,0-2 0-16,-1 2 0 0,4-6 20 0,-3 4-3 15,0-1 0-15,6 0 0 0,-1 1-17 0,1-1 0 16,0 0 0-16,6 3 0 0,-7 0 0 0,4 0 0 16,-3 0 0-16,0 0 0 0,-1 0 0 0,-2 0 0 0,0-2-13 0,3-1 5 15,-1 0 8-15,1 3 9 16,0-2-1-16,3-1-8 0,-1 3 0 0,1 0 0 16,-3 0 0-16,0 0 0 0,0 0 12 0,-1 0-12 0,-2 0 12 15,0-3-12-15,-3 3 11 0,5-2-11 0,-2-1 10 16,3 1-10-16,-3 2 12 0,3 0-3 15,-1-3-1-15,-2 3 0 0,3 0-21 0,-3 3-5 0,-4-3-1 0,1 0 0 16,0 2 35-16,-3-2 8 0,-3 0 0 0,0 0 1 16,-3 0-16-16,-1-2-9 0,-2 2 10 0,3 0-10 15,-3 0 10-15,-3-3-10 0,0 0 10 0,0 3-10 16,-3 0 9-16,-3-2-9 0,3 2 8 0,-6 0-8 16,0 0 0-16,0 0 0 0,3 0 0 0,-3 0 0 15,0 0-49-15,0 0-3 0,3-6 0 0,0 1-807 16,-3 2-161-16</inkml:trace>
  <inkml:trace contextRef="#ctx0" brushRef="#br0" timeOffset="514.809">20827 4916 1497 0,'0'0'32'0,"0"0"8"0,0 0 0 0,0 0 4 0,0 0-36 0,0 0-8 0,0 0 0 0,0 0 0 16,0 0 53-16,6 3 9 0,3-3 2 0,-3 3 0 16,3-3-13-16,-1 2-3 0,1-2 0 0,3 0 0 15,-3 3 26-15,3-3 5 0,0 0 1 0,3 0 0 16,-3 0-57-16,0 0-11 0,0-3-3 0,3 3 0 0,-4-2 1 16,1 2 0-16,3-3 0 0,0 0 0 0,-3 1-23 0,3 2-5 15,0-3-1-15,0 3 0 0,0 0 19 0,-1 0 0 16,1-5 0-16,0 5 0 15,-3 0-157-15,0 0-28 0,18-6-6 0,-12 4-1 16</inkml:trace>
  <inkml:trace contextRef="#ctx0" brushRef="#br0" timeOffset="2383.716">20746 11097 1724 0,'0'0'38'0,"0"0"8"0,0 0 2 0,0 0 0 0,0 0-39 0,0 0-9 16,0 0 0-16,0 0 0 0,0 0 82 0,0 0 14 16,0 0 4-16,-3-2 0 0,3 2-40 0,-3-6-7 0,-3 4-1 0,1-1-1 15,-1 3-7-15,-3 0-2 0,0 0 0 0,-3 0 0 16,0 3-29-16,-3-1-5 0,3 1-8 0,-3 2 11 15,0 1 9-15,-3-4 1 0,1 4 1 0,-4-1 0 16,0 0-6-16,-3-2 0 0,-3 2-1 16,1 0 0-16,-4 1-4 0,3-1-1 0,-3 0 0 0,-2 1 0 15,2-1 0-15,0 0 0 0,0 0 0 16,3-2 0-16,-2 0-10 0,-1-1 0 0,-3 4 0 16,0-4 0-16,1 1 0 0,-4 0 0 0,3 2 0 0,-3-2 0 15,4-1 0-15,2 1 0 0,3-1 0 0,0 4 0 16,4-6 0-16,-1 2 0 0,0 1 0 0,-3 0 0 15,3-1 0-15,4 1 0 0,-4-3 0 0,0 3 0 16,3-3 0-16,0 2 0 0,0-2 0 0,4 0 0 16,-1 0 0-16,3 3 0 0,0-3 0 0,0 0 0 15,3 0 0-15,0-3 0 0,0 3 0 0,3 0 0 16,0 0 0-16,1-2 0 0,2 2 0 0,-3 0 0 16,3 0 0-16,0-3 0 0,0 3 0 0,0 0 0 15,6 0 0-15,-6 0 0 0,0 0 0 0,0 0 0 0,6 0 0 0,0 0 0 16,-6 0 0-16,6 0 0 0,-6 0 0 0,6 0 0 15,0 0 0-15,-9 0 0 0,9 0 56 0,0 0 7 16,-6 0 1-16,6 0 0 0,0 0-52 0,-6 3-12 16,6-3 0-16,-3 5 0 0,3-5 0 0,0 0 0 15,-6 3 0-15,3 2 0 16,3 0 0-16,-3 3-12 0,3-3 3 0,0 1 0 16,0 2 1-16,0 0 0 0,0 2 0 0,0 1 0 0,3 2 8 0,-3 0 0 15,3 0 0-15,-3 1 0 0,3 2 12 0,-3-1 4 0,3 1 0 16,-3 3 1-16,0-1-27 15,3 1-6-15,-3 5 0 0,3-1-1 0,-3 1 17 0,0 0 0 0,3 3 0 16,-3-1 0-16,0-2 10 0,3 0 6 0,-3-1 0 0,0-1 1 16,0 1-29-16,0-1-7 0,0-1-1 15,0 0 0-15,-3-3 12 0,3 4 8 0,-3-1-12 0,3 0 12 16,-3 0-11-16,3 0 11 16,0 0-10-16,-3 1 10 0,3-1-13 0,-3 0 3 0,3-3 1 0,0 1 0 15,0-3 9-15,0-3 0 0,0 3 0 0,0-3 0 16,0 0 0-16,0 1 0 0,3-1 0 0,-3-3 0 15,3 1 0-15,-3 0 0 0,0-1 0 0,3-2 0 16,-3 0 0-16,0 0 0 0,0-3 0 0,3 3-8 16,-3-2-12-16,3-4-1 0,-3 4-1 0,3-1 0 15,-3-5 34-15,0 5 6 0,0-5 2 0,3 5 0 16,-3-5-20-16,3 6 8 0,0-1-8 0,0-2 0 16,-3-3 0-16,6 5 0 0,-3-2 0 0,3-1 0 0,-6-2 0 15,3 3 0-15,3-1 0 0,0 1 0 16,0-3 0-16,0 3 0 0,0-1 0 0,3-2 0 0,-3 3-12 15,2-3-8-15,1 3-3 0,3-3 0 16,-3 0 23-16,3 0 0 0,0 0 0 0,0 0 0 0,3 0 9 0,0 2 7 16,0-2 0-16,-1 0 1 0,1 0-17 15,3 0 0-15,0 0 0 0,0 3 0 0,3-3-10 0,-3 3-6 16,-1-3 0-16,1 0-1 0,3-3 17 16,-3 0 0-16,3 1 0 0,0-1 0 0,0 0 0 0,2 1 0 15,4-1 0-15,0 0 0 0,3 1 0 0,-1 2 0 16,4-3 0-16,0 3 0 0,0 0 27 0,-4 0 9 0,-2-2 1 0,3-1 1 15,-3 0-30-15,0 1-8 0,2-4 0 0,4 4 0 16,0-1 0-16,0 0 12 0,-4 1-4 0,7-1 0 16,-6 3-8-16,0-3 12 0,-1 3-4 0,-2-2 0 15,0-1 2-15,-6 1 1 0,3-1 0 0,-4 0 0 16,1 1-11-16,0-1 0 16,0 0 0-16,-3 3 0 0,0-2 12 0,0 2-4 0,-4-3 0 0,1 3 0 15,0-3-8-15,-6 3 0 0,3 0 9 0,-3 0-9 16,0 0 0-16,-3 0 8 0,0 0-8 0,0 0 0 15,-6 0 0-15,6 0-16 0,-3 0 2 0,-3 0 1 16,6 3 21-16,0 0 4 0,-3-3 0 0,-3 0 1 16,6 2-13-16,-1 1 0 0,1-3 0 0,-3 3 0 15,3-3-12-15,0 2 4 0,0-2 8 0,0 3-13 16,0-3 3-16,3 3 1 0,-3-3 0 0,3 0 0 16,-3 0-7-16,0 0-2 0,0 0 0 0,0 0 0 15,-3 0-5-15,3 0-1 0,-3 0 0 0,3 0 0 16,-3 0-20-16,-3 0-4 0,6-3 0 0,-3 0-1 15,0 1-145-15,0-4-29 0</inkml:trace>
  <inkml:trace contextRef="#ctx0" brushRef="#br0" timeOffset="4240.5">11876 4853 1263 0,'0'0'28'0,"0"0"5"0,0 0 2 0,0 0 1 0,0 0-36 0,0 0 0 0,0 0 0 0,0 0 0 15,0 0 63-15,0 0 5 16,3 5 2-16,-3-5 0 0,3 5-9 0,0-2-1 15,3 5-1-15,-3-8 0 0,3 5-47 0,3-2-12 0,0 2 0 0,0-2 0 16,3 2 0-16,0-2 0 0,-1 2 0 16,4 3 0-16,0-5 0 0,0-1 0 0,3 4 0 0,0-1 0 15,0-3 0-15,-3 1 0 16,2 0 0-16,4 2 0 0,0-5 0 0,0 0 0 16,3 0 0-16,0 0 0 0,2 0 22 0,4 3 2 0,-3-3 1 0,3 2 0 15,-1-2 11-15,-2 3 3 0,3-3 0 16,-3 3 0-16,-3-3-31 0,2-3-8 0,-2 0 0 0,3 1 0 15,0 2 0-15,0-3 0 0,-1 3 0 0,4-5 0 16,-3 2 24-16,0 3 4 0,-4 0 1 0,4 0 0 16,-3 0-10-16,-3 0-3 0,3 0 0 0,-3 0 0 15,-4-3 7-15,4 3 1 0,-6-2 0 0,3-1 0 16,0 1 0-16,0-1 0 0,-3 0 0 0,5 1 0 16,-2-1-5-16,0-2-1 0,0 2 0 0,-1444 0 0 15,2891 1-1-15,-1444-1 0 0,-1 3 0 0,1-3 0 16,-3 3 5-16,0 0 1 0,0 0 0 0,-3 0 0 15,3 0-7-15,-7 0-2 0,4 3 0 0,-3-3 0 16,0 0-4-16,-3 0-1 0,0 0 0 0,0 0 0 16,-3 0 5-16,3 3 1 0,-3-3 0 0,0 2 0 15,-3-2-15-15,3 0 8 0,-3 0-8 0,3 3 0 0,-3-3 0 16,3 3 0-16,-3-3 0 0,-3 0 0 0,5 5 57 0,-2-2 6 16,3-1 1-16,-3 1 0 0,0 0-52 0,3 2-12 15,-3 0 0-15,3 3 0 0,0-3 0 0,-3 3 0 0,3 0 0 16,0 0 0-16,-3 3 0 0,3-1 0 0,0 4 0 0,-3 1 0 15,3-1 0-15,-3 4 0 0,0-5 0 0,3 6 0 16,-3-3 0-16,0 2 0 0,3-2 0 0,-3 0 0 16,0 0 0-16,0-3 0 0,0 3 0 0,-3 0 0 15,3-3 0-15,0 0 0 16,-3 1 0-16,3-1 0 0,-1 3 0 0,-2 0 0 0,3 2 0 16,-3 3 0-16,0 1 0 0,3 4 0 15,-3 0 0-15,0 4 0 0,0-1 0 0,3-3 0 0,-3 1 0 0,0-1 0 16,0-2 0-16,0-3 0 0,0 0 0 0,-3 0 0 15,3-2 0-15,0-1 0 0,-3 4 0 0,3 1 0 16,-3-4 0-16,3 2 0 0,0 6 0 0,0-1 0 16,0-2 0-16,0 2 0 0,0-2 0 0,0 0 0 15,0 0 0-15,0-6 0 0,3 3 0 0,-3-2 0 16,0-6 0-16,0 3 0 0,0-3 0 0,0 0 0 16,0-2 0-16,0 0 0 0,0-3 0 0,0 2 0 15,0-2 0-15,0 0 0 0,-3 0 0 0,3-3 0 0,-2 3 0 16,-1-3 0-16,3 3 0 0,-3-2 0 0,0 2 0 0,0-6 0 15,0 4 0-15,0-1 0 0,0 0 0 0,0-2 0 16,3-3 0-16,-6 5 0 0,0 0 54 0,-3-2 8 16,3 0 2-16,0-1 0 0,-3 1-64 0,3 0 0 15,-3-1 0-15,0 1-10 0,0 0 18 16,0-1 4-16,0-2 1 0,-2 3 0 0,2 0-3 16,-3-1-1-16,-3-2 0 0,0 0 0 0,0 0-9 15,-3 0 12-15,0 0-12 0,-5 0 12 0,-1 0-12 0,0 0 0 16,-3 3 0-16,0-1 0 0,1 1 0 0,-4 0 0 15,6 2 8-15,-3 0-8 0,3 1 0 0,1-1 0 16,2 3 0-16,-6-3 0 0,3 0 0 0,-3 1 0 16,1 2 0-16,-4 0 0 0,0-3-14 0,-3 3-8 15,0 0-2-15,1-3 0 0,2 3 24 0,0-3 0 0,6 1 0 0,-2-1 0 16,2 0 17-16,-3 0 8 16,3 1 2-16,-3-1 0 0,4 0-27 0,-7 1 0 0,3-1 0 15,-3 0 0 1,1 1-16-16,-1-1-9 0,3 0-2 0,0 0 0 0,0 1 27 0,4-1 0 0,-1-2 0 0,3 2 0 15,0 3 21-15,-3-3 10 0,3-2 1 0,1 2 1 16,-1 0-25-16,0 1-8 0,0-4 0 0,3 4 0 16,-3-4 8-16,4 4-8 0,2-4 0 0,-3 3 0 15,3-2 0-15,3 2 0 0,0-2 0 0,3 0 0 16,0-1 0-16,3 1 0 0,0 0-9 0,6-3 9 31,0 0-42-31,0 0-3 0,0 0-1 0,0 0 0 0,6 2-174 16,3-4-34-16</inkml:trace>
  <inkml:trace contextRef="#ctx0" brushRef="#br0" timeOffset="5942.68">12147 11052 1497 0,'0'0'32'0,"0"0"8"0,0 0 0 0,0 0 4 16,0 0-36-16,-6-2-8 0,3-1 0 0,-3 0 0 15,6 3 64-15,-3-2 12 0,3 2 1 0,0 0 1 0,-6-6-16 0,6 6-3 16,0 0-1-16,0 0 0 0,0 0-14 0,0 0-2 16,-6-2-1-16,6 2 0 0,0 0-9 0,0 0-3 15,0 0 0-15,0 0 0 16,0 0-17-16,0 0-4 0,0 0-8 0,0 0 12 16,0 0-12-16,0 0 8 0,0 0-8 0,3 5 0 0,0 0 10 0,0-2-10 15,3 0 10-15,3-1-10 0,-3-2 34 0,6 0 1 16,0 0 0-16,6 0 0 0,0 0-35 0,2-2 0 15,4 2 0-15,6 0 0 0,0 0 0 0,5 0 0 16,-2 0 0-16,3-3-12 0,-3 0 12 0,-1 1 8 16,1-4 0-16,6 1-8 0,-1 0 0 0,1 0 0 15,6 2 0-15,-1 0 0 0,-2 3 15 0,0-2-1 16,-3-1 0-16,-1 0 0 0,1-2-22 0,3 2-5 16,-1-2-1-16,1 5 0 0,3-3 37 0,-7 3 7 0,4 0 2 0,-6-2 0 15,-4 2-19-15,-2-3-3 0,-3 3-1 0,0-2 0 16,-6-1 11-16,-1 3 3 0,1-3 0 0,0 3 0 15,-6-2-23-15,0 2 0 0,0 0 0 0,-3-3 0 16,0 3 56-16,-4 0 6 0,1 0 2 0,3 3 0 16,-6-3-50-16,3 0-14 0,-3 2 0 0,-6-2 8 15,3 0 5-15,-3 0 2 0,6 3 0 0,-3 0 0 16,3-1-5-16,-3 1-1 0,0-1 0 0,0 1 0 16,0 2-9-16,0-2 10 0,0 2-10 0,0 1 10 15,0 2-2-15,-3-3 0 0,3 3 0 0,-3 0 0 16,3 2-8-16,-3 4 0 0,0-1 0 0,3 5 0 15,-3 1 0-15,0-1 0 0,3 4 0 0,-3-1 0 16,0 0 22-16,0 3 2 0,0-3 1 0,3 0 0 16,-3-2-33-16,0-1-8 0,0 1 0 0,3 2-1 0,-3-3 17 15,0 1-10-15,0-1 10 0,0 6-8 16,0-3 8-16,0 3 0 0,0 3 0 0,0 2 0 0,-3-3 0 0,3 3 0 16,-3 0 0-16,0-5 0 0,0 3 0 0,0-4 0 15,0-1 0-15,0-1 0 0,3-3 0 0,-3 1 0 16,0-1 0-16,0 1 0 0,3-3 0 0,-3 0 0 15,0 2 0-15,3 1 8 0,-3-3-8 0,0 2 8 16,3 1-8-16,-3-1 8 0,0 1-8 0,-3-4 11 0,3-1-11 0,0 4 12 16,0-5-4-16,-3 1 0 0,3-4 0 15,0 1 0-15,-3-1 3 0,0-2 0 16,3 0 0-16,-3 0 0 0,0-2-11 0,4-1-16 16,-4 0 4-16,0 0 1 15,0-2 11-15,0 2 0 0,0-2 0 0,0 0 0 0,0-1 29 0,0 1 8 0,-3 0 2 0,3-3 0 16,-3 2-27-16,3-2-4 0,0 0-8 0,-3 0 11 15,0 3 6-15,3-3 2 0,-3 0 0 0,1 0 0 16,-1 0-19-16,0 0 0 0,-3 0 0 0,0 3 0 16,-3-3 0-16,-3 2 0 0,0-2 0 0,0 3 0 15,-2-1 0-15,-4-2 0 0,-3 3 0 0,3 0 0 16,0-1 0-16,0-2 0 0,-2 3 0 0,2 0 0 16,0-1 0-16,3 1 0 0,0 2 0 0,-2 1 0 15,5-4 16-15,-3 4 0 0,-3-4 0 0,0 3 0 16,-3-2-25-16,4 0-6 0,-4-1-1 0,-3 1 0 15,3 0 16-15,4 2 0 0,-4-2 0 0,0 2 0 16,3 0 0-16,0 1 0 0,3-1 0 0,1 0 0 0,2 0 0 0,-3 3 0 16,0-2 0-16,-3-4 0 0,3 4 0 0,1-1 0 15,-1 0 0-15,0 0 0 16,0 1 0-16,3-1 0 0,-3 0 0 0,4 1 0 16,-1-1 15-16,3 0 5 0,0 0 2 0,0 1 0 0,3-1-35 0,0 0-7 15,0-2-2-15,3 2 0 0,0 1 22 0,4-4 0 16,-1 1 0-16,0 0 0 0,6-3 0 0,0 0 0 15,0 0 0-15,0 0 0 0,0 0 0 0,0 0 0 16,0 0 0-16,0 0 0 16,0 0-107-16,0 0-17 0,3-3-3 0,3-5-1 15,-1 3-102-15,7-9-21 0,12-15-4 0,-3 5-1 0</inkml:trace>
  <inkml:trace contextRef="#ctx1" brushRef="#br1">17639 12889 0,'0'0'31,"0"0"-15</inkml:trace>
  <inkml:trace contextRef="#ctx0" brushRef="#br1" timeOffset="22318.26">15746 8856 1090 0,'0'0'31'0,"0"0"6"0,0 0-29 0,-9 0-8 0,3 3 0 0,0-3 0 16,-3 0 62-16,0 0 11 0,0 2 3 0,0 1 0 0,-3-3-24 0,3 3-4 16,-3-3 0-16,-2 5-1 0,2-2-4 0,-3-3-1 15,0 2 0-15,0 1 0 0,0 0 5 0,0-1 1 16,-3 1 0-16,0 0 0 0,4-1-8 0,-4 1 0 15,3-1-1-15,-3 1 0 0,0 0-7 0,3 2-2 16,-3-2 0-16,1-1 0 0,-1 1-10 0,-3-3-3 16,0 3 0-16,-6-3 0 0,0 0 3 15,1 0 1-15,-1 0 0 0,-3 0 0 0,3 0-3 0,0 2-1 16,1-2 0-16,-1 3 0 0,3-3-17 0,0 3 8 16,3-3-8-16,-2 0 0 0,-4 0 0 0,3 0 0 15,-3 0 0-15,0-3 0 0,1 6 8 0,-1-3-8 16,0 0 0-16,0 0 0 0,-2 0 9 0,5 0-9 0,-3 2 0 15,3-2 9-15,-3 0 1 0,6 3 0 0,-2-3 0 0,2 3 0 16,-3-3-10-16,0 2 10 0,-3-2-10 0,-2 0 10 16,-1 0-10-16,3 0 0 0,-6 0 0 0,4 0 0 15,-1 0 20-15,0 0 0 0,3 3-1 16,-2-1 0-16,2 1-19 0,0-3 0 16,-3 3 0-16,-6-3 0 0,4 0 0 0,-1 2 0 0,-3-2 0 15,1 0 0-15,-1 3-10 0,3-3-6 0,0 3 0 0,4 2-1 16,-1 0 17-16,3-2 0 0,0-3 0 0,0 5 0 15,4-2 10-15,-4-3 6 0,0 3 0 0,0-1 1 16,3 1-17-16,1-3 0 0,2 2 0 0,0 1 0 16,0-3 0-16,3 3-16 0,3-1 4 0,-3-2 0 15,7 3 12-15,-4-3 0 0,3 0 0 0,0 3 0 16,0-3 0-16,0 2 0 0,3-2 0 0,-3 3 0 16,3-3 0-16,-3 0 0 0,1 3 0 0,-1-1 0 15,0-2 0-15,0 3 0 0,-3-3 0 0,-3 3 0 16,0-1 14-16,0-2-4 0,0 0-1 0,-2 3 0 15,2 0-9-15,-3-1 0 0,0 1 0 0,3-1 0 0,-3 1 0 0,4 0 0 16,-1-1 0-16,0 1 0 0,0 0 0 0,3-1 0 16,0 4 0-16,0-4 0 0,3 1 0 0,0 2 0 15,1-2 0-15,2-1 0 0,0 1 0 16,0 0 0-16,0-1 0 0,0 1 0 16,6 0 0-16,-3-3 0 0,0 2 0 0,6-2 0 0,-6 0 0 0,0 3 0 15,6-3 10-15,-9 0-10 0,3 3 12 0,0-3-12 0,6 0 12 16,-6 2-12-16,0 1 12 0,0-3-4 15,1 3 0-15,-1-1-8 0,6-2 12 0,-9 3-12 16,3 0 12-16,0-1-12 0,3 1 12 0,-3-1-12 16,0 1 12-16,3 2-12 0,-3 1 8 0,3-1-8 0,0 0 0 0,0 1 0 15,0-1 8-15,0 0-8 16,0 3 0-16,3 0 0 0,-3-3 0 0,3 3 0 0,0 0 0 16,0 3 0-16,0-3 0 0,0 2 0 0,3-2 0 0,0 3 0 15,-3-1 0-15,3 1 0 0,0 0 0 0,0 2 0 16,0-3 0-16,0 6 0 0,0-3 0 0,0 1 0 15,0-1 0-15,0 3 0 0,0 0 0 0,0 0 0 16,-3 5 0-16,3-3 0 0,0 6 0 0,0-3 0 16,0 3 0-16,0 0 0 0,0-3 0 0,0 3 0 15,0 0 8-15,0-1-8 0,0-1 9 0,0 1-9 16,2 1 12-16,-2-3-4 0,0 3-8 0,0 0 12 16,3 0-12-16,-3 0 0 0,0 2 8 0,0 1-8 15,0-4 0-15,0 4 0 0,0-3 0 0,0 0 0 0,0-1 8 16,0-1-8-16,-3-1 0 0,3 3 0 15,-3-3 0-15,3 0 0 0,-3 0 0 0,3 0 0 16,-3-2 0-16,0-1 8 0,0 3-8 0,0 1 0 0,0-1 0 16,0 0 0-16,0 3 8 0,0 0-8 0,0-3 0 15,0 0 0-15,0 0 0 0,0 0 0 16,0 0 0-16,0-2 0 0,0-1 0 0,0-2 0 0,0 3 0 0,0-1 0 16,0 1 0-16,0-1 0 0,0-2 15 0,0 0-3 15,0 0-1-15,3 0 0 0,-3 0-11 0,0 2-11 16,0 1 3-16,0-3 0 0,0 2 8 0,-3 1 0 15,3-3 0-15,0 2 8 0,-3-2-8 0,3 3 9 0,0-4-9 0,-3 1 10 16,3 0-10-16,0-3 0 0,-3 3 0 0,3-3 0 16,-3 1 9-16,0-1 0 0,3 0 0 0,-3 0 0 15,3 1-9-15,-3-1-12 0,0 0 2 16,3 0 1-16,-3 1 18 0,0-4 4 0,3 3 1 0,-3 3 0 16,0-3-14-1,3 1 8-15,-3 2-8 0,0-3 0 0,3 3 11 0,-3 0-11 0,3-1 12 0,-3-1-12 16,3 2 9-16,-3-1-9 0,3-1 0 0,-3 2 9 15,3-3-9-15,0 0 0 0,-2 0 0 0,2-2 0 16,0 2 0-16,-3-2 0 0,3 2 0 0,0 0 0 16,-3-2 0-16,3 2 8 0,0 0-8 0,0 0 0 15,0 1 0-15,0-1 0 0,0 0 0 0,0 3 0 16,0-3 0-16,0 0 0 0,0 3 8 0,3 0-8 16,-3 0 0-16,0 0 0 0,0 0 0 0,0 2 0 15,0-2 0-15,0 0 8 0,0 3-8 0,0-4 0 16,0 1 0-16,0 0 0 0,0-3 8 0,0 1-8 15,0-1 0-15,0 0 0 0,0 0 0 0,0 1 0 0,0-1 0 16,3 0 0-16,-3 3 0 0,0 0 0 0,2-3 0 0,-2 3 0 16,0 0 0-16,3 2 8 0,-3-2-8 0,0 0 0 15,3 3 0-15,-3-1 0 16,0 1 0-16,3-1 0 0,0-2 0 0,-3 2 0 16,3 1 0-16,-3-3 0 0,3 0 0 0,-3 2 0 0,0-2 0 15,0-3 0-15,0 1 0 0,0-1 0 0,0 0 0 0,0-2 0 16,0-1 0-16,0 3 0 0,0-5 0 0,0 3 0 15,0 0 8-15,0-3-8 0,0-1 0 0,-3-1 0 16,3-1 0-16,-3 3 8 0,3-8-8 0,0 0 0 16,0 5 0-16,0-5 0 0,0 0 8 0,0 6-8 15,0-6 0-15,0 0 8 0,0 0-8 0,0 5 10 16,0-5-10-16,0 0 10 0,0 0-10 0,0 0 12 0,0 0-12 0,0 0 12 16,0 0-12-16,0 5 8 0,0-5-8 0,0 0 8 15,0 5-8-15,0-5 0 0,0 0 9 0,0 0-9 16,0 0 0-16,0 6 0 0,0-6 0 0,0 0 0 15,0 0 0-15,6 5 0 0,-3 0 0 0,-3-5 0 16,0 0 0-16,3 3 0 0,-3-3 0 0,3 5 0 16,0-2 0-16,0 0 0 0,-3-3 0 0,3 2 0 15,-3-2 0-15,0 0 0 0,6 3 0 0,-3-3 0 16,3 0 0-16,-3 0 0 0,3 0 0 0,0 0 0 16,-6 0 0-16,3 0 0 0,3-3 0 0,0 3 0 15,-3-2 0-15,3 2 0 0,0-3 0 0,0 0 8 0,0 1-8 16,0 2 0-16,0-3 0 0,2 0 0 15,1 1 0-15,-3 2 0 0,3-3 0 0,0 0 0 16,0 1 0-16,0 2 0 0,0-3 0 0,0 3 0 16,3-3 0-16,-3 3 0 0,3 0 0 0,0-2 0 0,-1 2 0 15,4 0 0-15,-3 0 0 0,3 0-8 16,0 0 8-16,-3 0 0 0,6 0 0 0,-3 0 0 0,0 0 0 16,-1 0 0-16,1 0 0 0,3 2 0 0,-3-2 0 0,0 0 0 15,0 0 0-15,0 0 8 0,-3 0-8 0,3 0 0 16,-1-2 0-16,1 2 0 0,3-3 0 0,0 3 0 15,3 0 0-15,-3-2 0 0,3 2 0 0,-1 0 0 16,4 0 0-16,0 0 0 0,-3 0 0 0,0 0 0 0,2 0 0 0,1 0 0 16,-3 0 0-16,-3 2 0 0,3-2 0 0,-3 0 0 15,0 0 0-15,-1 0 0 0,1 0 0 0,0 0 0 16,-3 0 0-16,6 0 0 0,-6 0 0 0,6 0 0 16,-4 3 0-16,4-1 0 0,0-2 0 0,0 3 0 15,-3-3 0-15,3 3 0 0,-4-1 0 0,4 1-8 16,0 0 8-16,-3-1 0 0,0 1 0 0,0 0 0 15,-3-1 0-15,0-2 0 0,-1 3 0 0,4 0 0 16,-3-3 0-16,3 2 0 0,0-2 0 0,3 0 0 16,0 0 0-16,2 0 0 0,1 0 8 0,0 0-8 15,0 0 0-15,0 3 0 0,2-1 0 0,-2-2-8 16,0 3 8-16,0-3 0 0,0 3 0 0,-4-1 0 16,1-2 0-16,0 3 0 0,0 0 0 0,-3-1 8 15,3 1-8-15,0 0 0 0,-1-1 0 0,4 4 0 16,-3-1 0-16,0 0 0 0,0 0 0 0,2 1 0 15,-2 2 0-15,0-3 0 0,0 0 0 0,0 1-8 0,-3-1 8 16,3 0 0-16,-4 0 0 0,-2 1 0 0,3-1 0 0,-3 0 0 16,3 1 0-16,0-1 0 0,0 3 0 0,-1-5 0 15,1 2 8-15,0 0-8 16,3 0 0-16,0-2 0 0,0 0 0 0,0-1 0 0,-1 1 0 0,1 0 0 16,3-3 0-16,-3 2-8 0,0 1 8 0,0-3 0 15,-1 0 0-15,1 3 0 0,-6-3 0 0,3 0 0 0,0 2 0 16,0 1 0-16,0-3 0 0,2 0 0 0,1 0 8 15,0 0-8-15,-3 0 0 0,3 0 0 0,3-3 0 0,-4 1 0 16,1-1 0-16,0 0 0 0,0 1 0 16,0-1 0-16,-3-2 0 0,-1 2 0 15,1 0 0-15,-3 1 0 0,0-1 0 0,0-2 0 0,-3 2 0 16,0 1 0-16,0 2 0 16,-3-3 0-16,0 0 0 0,2 1 8 0,-2 2-8 0,0-3 0 0,0 3 0 15,0 0 0-15,-3-3 0 0,3 1 0 0,0 2 0 0,-3-3 0 16,3 3 0-16,-3-3 0 0,0 3 0 0,0-2 0 15,0-1 0-15,0 0 0 0,-3 3 0 0,3-2 0 16,-3-1 0-16,-1 0 0 0,4 1 0 0,-6 2 0 16,6-3 0-16,-6 3 0 0,3-2 0 0,0-1 0 15,0-2 0-15,0-1 0 0,0 4 0 0,0-4 0 16,0 4 0-16,0-4 14 0,-3 1-3 0,3 0-1 16,-3-3-10-16,3 3 0 0,-3-1 0 0,0-2 8 15,3 0-8-15,-3 0 10 0,0 1-10 0,0-1 10 16,0 0-22-16,0 0-4 0,3-3 0 0,-3 3-1 15,0-2 17-15,0-1 0 0,0 0 0 0,0 1 0 16,0-1 0-16,0-2 0 0,0 2 0 0,0-2 0 16,0 0 48-16,-3 0 12 0,3-3 4 0,0-3 0 15,-3 1-64-15,3-1-12 0,0-4-2 0,-3-1-1 16,3 0 24-16,0 0 5 0,0 0 1 0,0 0 0 0,0 1-15 16,3-1 0-16,-3 3 0 0,0-3 0 0,0 3 0 0,0 0 0 15,0-1 0-15,0-1-10 0,0-1 10 0,0 0 0 16,0-3 8-16,0-2-8 0,0 0 0 0,0 0 0 15,0-3 0-15,-3 6 0 0,3-1 0 0,-3 1 0 16,3 2 0-16,-3 0 0 0,0 3 0 0,0-3 0 0,0 1 0 0,0-1 0 16,0 0 0-16,0-5 0 0,0 0 0 15,0-3 0-15,0 3 0 0,3 0 0 16,-3 0 0-16,3 2 0 0,-3 3 0 0,3 1 0 0,-2 1 0 0,2 1 0 16,0 0 32-16,0 0 3 0,0 2 0 0,0-2 0 15,0 0-25-15,0-3-10 0,0 0 8 0,0-2-8 16,0 0 25-16,0-1 0 0,0 3 0 0,0-2 0 15,0 2-25-15,-3 3 0 0,3 0 0 0,-3 2 0 16,0 1 0-16,3-1 0 0,0 1 0 0,-3-1 0 16,3 3 0-16,-3 0 0 0,3 0 0 0,0-5 0 15,0 3 0-15,0-3 0 0,0-3 0 0,0 0 0 16,0 0 0-16,0 0 0 0,0 0-12 0,0-2 12 16,0 5 0-16,3 0 0 0,-3 2 9 0,3-2-1 15,-3 0-8-15,0 5 0 0,0-3 0 0,3 4 0 16,-6-4 0-16,3 3 0 0,0 0 0 0,0-2 0 15,0-1 0-15,3 1 0 0,-3-3 0 0,0 2 0 0,0-2 0 16,0 0 0-16,0-3 0 0,0 3 8 0,0 0-8 16,0-1 0-16,0 6 0 0,0-2 8 0,0-1-8 15,0 4 0-15,0-1-8 0,0-3 8 16,0 6 0-16,0-3 0 0,0 3 12 0,0-3-4 16,-3 3-8-16,3-1 0 0,-3 1 0 0,3-3 0 0,-3 0 0 15,3 1 0-15,-3-4 0 0,3 3 0 0,-3-2 0 0,0-1 0 16,3-2 0-16,-3 2 0 0,0 1 0 15,3 2 0-15,-3-2 0 0,0 2 8 0,0 2-8 16,0 1 0-16,3 3 0 0,-3-4 0 0,0 4 0 0,0-3 11 16,0 2-11-16,0 0 12 0,0-2-12 0,0 3 0 15,0-4-10-15,0 4 10 0,-3-1 0 0,3 1 0 16,0-1 0-16,0 0 0 0,3-2 0 0,-3 3 0 16,3-4 0-16,-3 1 0 0,3 0 0 0,-3 0 0 0,3 0 0 0,-3-1 0 15,3 1-9-15,-3 0-3 0,3 0 0 0,0-1 0 16,-3 1 20-16,3 0 4 0,0 2 1 0,-3 1 0 15,3-1-13-15,-3 3 0 0,3-2 0 0,0-1 0 16,0 3 0-16,-3 0 0 0,3 0 0 0,-3 0 0 16,3 0 0-16,0 0 0 0,-3 0 0 0,3 3 0 15,-3-3 0-15,3-2 0 0,0 2 0 0,-3 2 0 16,3 1 0-16,-3-3 0 0,1 0 8 0,2 3-8 16,-3 0 0-16,0 2 0 0,3-2 0 0,0 5 0 15,-3-6 0-15,3 6 0 0,-3-2 0 0,3 2 0 16,0 0 0-16,-6-3 0 0,6 3 0 0,0 0 0 15,-6-2-16-15,0 4-7 0,-3-2-1 0,3 3 0 16,-3 2-127 0,0-2-25-16,-3 2-6 0,-3-5-1 0</inkml:trace>
  <inkml:trace contextRef="#ctx0" brushRef="#br0" timeOffset="35069.377">15189 9145 1036 0,'0'0'23'16,"0"0"5"-16,0 0 0 0,0 0 1 0,0 0-29 0,0 0 0 0,0 0 0 0,0 0 0 15,0 0 57-15,0 0 6 0,0 0 1 0,0 0 0 16,0 0-52-16,0 0-12 0,0 8 0 0,0-3 0 16,3 0 54-16,0 3 8 0,0-3 2 0,0 1 0 0,3-1-52 0,0 0-12 15,0 3 0-15,3-3 0 0,0 1 0 0,0-4 0 16,0 4 0-16,2-4 0 0,1 4 54 0,0-4 8 15,0 4 2-15,0-4 0 0,0 3-52 0,0-2-12 16,0 0 0-16,3-1 0 0,3 1 34 0,-1 0 4 0,7-3 1 0,-3 2 0 16,3-2-22-16,3 0-4 15,-1 0-1-15,4 0 0 0,3 0 1 0,-3-2 0 16,-1 2 0-16,-2-3 0 0,0 3-13 0,3-3 0 16,-3 3 0-16,-1-2 0 0,4-4 40 0,3 4 6 0,0-1 1 0,2-2 0 15,-2 2-24-15,3-2-5 0,-3 0-1 0,-1-1 0 16,-2 4-17-16,0-4 0 0,0 1 0 0,-1 0 0 15,1 0 0-15,3-1 0 0,0 4 0 0,2-4 0 16,1 4 32-16,0-4 4 0,-3 4 0 0,-1-1 0 16,1 0-7-16,-6 1-1 0,3-1 0 0,-4 1 0 15,7-1-28-15,-3-2 0 0,3 2 0 0,2 0 0 16,1 1 0-16,-3-4-8 0,0 6-1 0,-1-2 0 16,-2-1 9-16,0 0 0 0,0 1 0 0,-1-1 0 15,-2 0 0-15,6-2 0 0,-3 0 0 0,5 2 8 16,-2 1-8-16,3-1 0 0,0 0 0 0,-4 1 8 15,1 2-8-15,-3-3 0 0,0 0 8 0,-4 3-8 0,-2-5 0 16,0 2 0-16,0 1 0 0,0-4 0 0,-1 4 0 0,-2-1 9 16,3-2-9-16,0 2 0 0,-3 3 10 0,0-2-10 15,-4-1 8-15,1 0-8 0,0 3 8 16,0-2-8-16,-3 2 0 0,0 0 8 0,-3 0-8 0,0 0 0 16,-1 0 0-16,1 0 0 0,0 0 0 0,-3 0 8 15,0 0-8-15,0 0 0 0,0-3 0 0,-3 3 0 16,3 0 0-16,-3 0 0 0,0-3 0 0,3 3 8 15,-3 0-8-15,3 0 0 0,-3-2 0 0,0 2 0 16,2 0 8-16,-2 0-8 0,3 0 0 0,-3 2 0 16,0-2 0-16,0 3 8 0,0-3-8 0,0 3 12 15,0-1-12-15,-3 1 12 0,3 0-1 16,-3 2 0-16,0 0 0 0,0 0 0 0,0 1-2 0,0-1 0 16,0 3 0-16,0 0 0 0,0 3-9 0,-3-4 8 15,3 1-8-15,-3 6 8 0,3-6-8 0,-3 2 0 0,3 1 9 0,-3-1-9 16,0 4 0-16,3-4 8 0,-6 1-8 0,3-1 0 15,0 4 0-15,0-4 9 0,0 3-9 0,0 1 0 16,0-4 8-16,-3 1-8 0,3-1 0 0,-3 1 0 16,3-3 0-16,0 2 0 0,-3 1 0 0,3 0 0 15,-3-1 0-15,0 3 8 0,0 1-8 0,0-1 0 16,0 3 0-16,3 0 0 0,-3 0 0 0,3 2 0 16,-3 1 0-16,0-1 0 0,3 3 0 0,-3-2 0 15,3-1 0-15,-3-2 0 0,3 0 0 0,0 3 0 16,0-4 8-16,0-1-8 0,0-1 0 0,0 0 0 15,3-2 0-15,-3-1 0 0,0 4 0 0,3-4 0 16,-3-2 0-16,3 0 0 0,-3 3 0 0,3-3 0 16,-3-1 0-16,0 4 0 0,3-3 0 0,-3 3 0 15,0-4 0-15,3 4 0 0,-3 0 0 0,0-3 0 16,0 2 0-16,0 1 0 0,0-1 0 0,0-2 0 0,0 3 0 16,0-1 0-16,0-2 0 0,0 3 0 0,0 0 0 0,0-1 0 15,-3 1 0-15,3-1 0 0,0-2 8 0,0 3-8 16,0-3 0-16,0 0 0 0,-3 0 8 0,3-3-8 15,0 3 9-15,-3 0-9 0,3-3 14 0,-3 0-3 16,3-5-1-16,0 6 0 0,-3-1 1 0,3 0 0 16,0-5 0-16,-3 6 0 0,3-6-2 0,0 5 0 15,-3 0 0-15,3-5 0 0,-3 5 1 0,3-5 0 16,-3 6 0-16,0-1 0 0,3-5-1 16,-3 5 0-16,3-5 0 0,-3 6 0 0,3-6 1 15,-6 5 0-15,6-5 0 0,-6 5 0 0,0-2-2 0,6-3 0 0,-6 5 0 16,0-2 0-16,6-3 0 0,-6 5-8 0,1-5 12 15,5 0-4-15,-6 3 3 0,0 2 0 0,0-5 0 0,-3 3 0 16,3-1-11-16,-3 1 12 0,3-3-12 0,-3 3 12 16,-3-1-12-16,-3-2 8 0,3 3-8 0,-6 0 8 15,1-3-8-15,-4 2 8 0,0-2-8 0,-3 3 8 16,-3-3-8-16,3 2 0 0,-2 1 0 0,-1-3 8 16,0 3 13-16,3-1 3 0,3 1 0 0,-5 0 0 15,5-3-24-15,0 2 0 0,-3-2 0 0,-3 3 0 16,1-3 0-16,2 0 0 0,-6 0 0 0,3 0 0 15,-3 0 0-15,1 0 0 0,-1 0 0 0,0 0 0 16,0 3 0-16,4-3 0 0,-1 0 0 0,-6 0 0 0,3 0 0 0,1 0 0 16,-7-3 0-16,0 3 0 0,0 0 0 15,1 0 0-15,2 0 0 0,-3 3 0 16,3-1-11-16,4 1-6 0,-1 0-2 0,0-1 0 0,-3-2 19 0,4 3 0 16,-4-3 0-16,-3 0 0 0,0 0 12 0,4 3 5 15,-1-1 2-15,-3 1 0 0,4-1-31 16,2 1-7-16,3 0-1 0,0 2 0 0,0-5 20 0,1 3 0 15,-4-3 0-15,3 0 0 0,-3 0 0 0,0 0 0 16,4 0 0-16,-1 0 0 0,0 0 12 0,0 0 7 16,4 2 1-16,-4-2 0 0,6 0-32 0,0 3-5 15,0-3-2-15,0 0 0 0,4 0 19 16,-4 0 0-16,3 0 0 0,-6 0 0 0,3 0 0 0,0 0 0 16,-2 0 0-16,-1 0 0 0,0 0 9 0,0 0 9 15,3 0 2-15,-3 0 0 0,1 0-20 0,2 0 0 0,0 3 0 0,0-1 0 16,3 1-13-16,-3-3-7 0,7 3 0 0,-4-1-1 15,0-2 21-15,3 0 0 0,-3 0 0 0,-3 0 0 16,6 0 0-16,-2 3 0 0,-1-6 0 0,0 3 0 16,3 0 0-16,0 0 0 0,0 0-9 0,0 0 9 15,0 0 15-15,0 0 6 0,4 0 2 16,2 3 0-16,0-3-23 0,0 0 0 0,0 0 0 0,3 0 0 16,6 0 0-16,-6 0 0 0,6 0 0 0,0 0 0 15,-3 0 0-15,3 0 0 0,0 0 0 0,0 0 0 16,0 0 0-16,0 0 0 0,0 0 0 0,0 0 0 15,-6 0 0-15,6 0 0 0,0 0 0 0,-3-3 0 16,3 3 0-16,-3-5 0 0,3 5 0 0,-3-3 0 16,0-2 0-16,0 0 0 0,3-1 0 0,-3 4 0 15,0-4 0-15,0 1 0 0,3 0 0 0,-3 0 0 16,3-3 0-16,-3 0 0 0,3 0 0 0,-3 0 0 16,0-3 0-16,3 1 0 0,-3-1 0 0,3-2 0 0,-3-3 0 15,3 0 0-15,-3 0 0 0,3-2 0 0,-3-3 0 0,3-1 0 16,-3 1 0-16,3-3 0 0,-3 1 0 0,0 1 0 15,0 1 0-15,1 3 0 0,-1-1 29 0,-3 3 2 16,6 3 0-16,-3 0 0 0,0 0-17 0,3-1-3 16,-3 1-1-16,0 3 0 0,3-4-10 0,-3 4 0 15,3-1 0-15,-3-2 8 0,0 2-8 0,3 1 0 16,-3-1 0-16,3 1 0 0,-3-1 0 0,3 0 0 0,0-2 0 0,-3 3 0 16,3-1 0-16,0-2 0 0,-3 2 0 0,3 1 0 15,0-1 0-15,0-2 0 0,0 2 0 0,0 1 0 16,0-1 0-16,0 0 0 0,0 1 0 0,0-1 0 15,0 3 0-15,0-2 0 0,3 2 0 0,-3-3 0 16,0 3 21-16,3 0-1 0,-3 0 0 16,0 3 0-16,3 0-20 0,-3 0 0 0,3-3 0 15,0 5 0-15,0-2 0 0,-3-1 0 0,3 1 0 16,-3 2 0-16,3-2 0 0,0 3 0 0,-3-4 0 0,3 4 0 16,0-4 0-16,-3 1 0 0,0 5 0 0,3-5 0 15,0-1-9-15,0 4-7 0,-1-4 0 0,1 4-1 16,0-3 27-16,0-1 6 0,0 4 0 0,0-4 1 15,0 1-17-15,0 2 0 0,0-2 0 0,0 2 0 16,0 1-14-16,-3 2-6 0,3-3-2 0,3 1 0 16,-3-4 22-16,3 4 0 0,0 2 0 0,3-3 0 15,-3 3 0-15,3-3 0 0,0 3 0 0,0 0 0 16,3-2-8-16,0 2 8 0,-1-3 0 0,1 3 0 0,0-3 0 16,0 3 0-16,3-2 0 0,-3 2 0 15,3-3 0-15,-3 0 0 0,3 1 0 0,-3-1 0 0,2 0 0 0,-2-2-11 16,3 0 11-16,3 0-8 15,-3-3-74-15,6 0-14 0,0-6-4 0,8-1-1240 16</inkml:trace>
  <inkml:trace contextRef="#ctx0" brushRef="#br2" timeOffset="50451.383">19591 4969 1276 0,'0'0'36'0,"0"0"8"0,-5 0-35 0,-1 0-9 0,0 0 0 0,0 0 0 16,0 0 92-16,0 0 17 0,0-2 3 0,0-1 1 15,3-2-17-15,-3 2-4 0,0-2-1 0,0-3 0 16,3 0-18-16,0 0-3 0,-3-3-1 0,3 1 0 16,0-4-23-16,-3-1-5 0,3-1-1 0,-3-3 0 15,3-2-18-15,0-5-4 0,3-4-1 0,-3-7 0 16,3-5 24-16,0-3 5 0,0-3 1 0,3-2 0 16,3 3-19-16,-3-9-3 0,3-5-1 0,3-5 0 15,3 0-7-15,0 2-1 0,3 1-1 0,6-9 0 16,-1 1-3-16,4 5-1 0,6 2 0 0,-3 6 0 15,0 3 16-15,-1 2 3 0,-2 2 1 0,3-2 0 16,0 6-31-16,0-4 0 0,-1 7 0 0,4-1 0 16,0 10 0-16,-3 3 0 0,0 3 0 0,-1 0 0 15,-2 5-18-15,0 6-10 0,-3-3-1 16,-3 5-1-16,-3-3 48 0,-1 6 10 0,-2-3 1 0,-3 6 1 16,0-1-75-16,-3 3-15 0,0 3-4 0,0-1 0 15,0 4 52-15,-3-1 12 0,0 3 0 0,-3 0 0 16,0 0-156-16,6 3-29 0,-6-3-6 0,0 5-1 0</inkml:trace>
  <inkml:trace contextRef="#ctx0" brushRef="#br2" timeOffset="50870.791">19859 3239 1364 0,'0'0'30'0,"0"0"6"0,0 0 2 0,0 0 0 0,0 0-30 0,-6-3-8 0,6 3 0 0,0 0 0 15,0 0 84-15,0 0 15 0,-3-3 3 0,3 3 1 16,0 0-33-16,-6-5-6 0,4 0-2 0,2 2 0 16,0-2 2-16,0 5 0 0,0-3 0 0,2-5 0 15,4 3-52-15,-3 0-12 0,3 2 0 0,0-2 0 16,3 2 0-16,3-2 0 0,3 2 0 0,0-5 0 15,6 3 0-15,3 0 0 0,-1 2 0 0,1-5 0 16,0 0 54-16,3 3 8 0,-3-3 2 0,-1 3 0 16,-2 2-52-16,-3-2-12 0,0 2 0 0,-3 3 0 15,3-5 0-15,-3 5 0 0,-3 5 0 0,2-5 0 16,-2 3 0-16,-3 2 0 0,0-2 0 0,0 2 0 0,0 0 0 16,-3 1 0-16,-3 4 0 0,0-7 0 0,0 5 0 15,-3 0 0-15,-3 2 0 0,0-2 0 0,0 0 0 16,0-3 0-16,-3 6 0 0,0-3 0 0,0 0 0 0,0 2 0 15,0-2 0-15,0 3 0 0,0-3 0 0,0 0 0 16,3 0 0-16,0-3 0 16,0 3-151-16,3-3-33 0,-3 3-6 0</inkml:trace>
  <inkml:trace contextRef="#ctx0" brushRef="#br2" timeOffset="99634.907">19815 4599 979 0,'0'0'21'0,"0"0"5"0,-6 2 1 0,0 1 1 0,6-3-28 0,-6 0 0 15,0 3 0-15,0-1 0 0,6-2 67 0,-6 3 8 16,6-3 1-16,-6 0 1 0,6 0-12 0,0 0-2 16,-6 3-1-16,6-3 0 0,0 0-14 0,0 0-4 15,0 0 0-15,-6 2 0 0,6-2-16 0,0 0-3 16,0 0-1-16,0 0 0 0,0 0-12 0,0 0-2 15,0 0-1-15,0 0 0 0,0 0 3 0,6 6 0 16,0-6 0-16,0 0 0 0,3 0 4 0,0-6 2 0,0 4 0 0,3-1 0 16,0-2 6-16,2-1 2 0,1 1 0 0,0 2 0 15,0-4-16-15,3 1-10 0,-3 1 12 16,0 0-12-16,0-1 8 0,0 1-8 16,-4 2 0-16,1 3 0 0,-3-5 8 0,-3 0-8 0,0 5 0 15,-6 0 0-15,0 0 12 0,0 0-2 0,0 0 0 0,0 0 0 16,0 0-2-16,0 0 0 0,0 0 0 0,0 0 0 15,0 0-8-15,-9 0 8 0,3 0-8 16,0 0 8-16,-3 2-8 0,0 1 0 0,4 2 0 0,-4-5 0 16,-3 3 0-16,3 0 0 0,0 2 0 0,-3 0-11 15,0-2 11-15,0 2 0 0,0 1-9 0,-3 1 9 16,3-4 0-16,1 2 0 0,-1-2 0 0,0 2 0 16,0 1 0-16,3-4 0 0,0 4 0 0,0-4 0 15,0 3 0-15,3-5 0 0,0 0 0 0,6 0 0 16,0 0 0-16,0 0 0 0,0 0 8 0,0 0-8 15,0 0 11-15,0 0-3 0,0 0-8 0,0 0 12 16,6 0 5-16,0-5 1 0,3 5 0 0,0-2 0 0,3-4 3 16,0 4 1-16,0-4 0 0,3 4 0 0,2-4-6 0,-2 4-2 15,3-4 0-15,0 6 0 0,0-7-14 16,3 4 0-16,0-2 0 0,-1 2 0 0,1 0 0 16,0 1 0-16,0-1 0 0,0 3 0 15,0-5-102-15,-1 2-17 0,1 0-3 16</inkml:trace>
  <inkml:trace contextRef="#ctx0" brushRef="#br2" timeOffset="102058.962">20999 2350 1911 0,'0'0'42'0,"3"-6"9"0,-3 4 1 0,0-6 2 0,0 0-43 0,3 3-11 0,-3-1 0 0,0-2 0 0,0 6 101 0,0-6 19 15,-3 2 3-15,3 6 1 0,0 0-35 0,-3-5-6 16,0 2-2-16,3 3 0 0,-6 0-35 0,1 3-7 16,-4 0-2-16,0 5 0 0,-3 0-21 0,0 0-4 15,-3 0 0-15,-3 7-1 0,-3 1-11 0,0 3 0 16,-2-3 9-16,-4 0-9 0,3-1 0 0,-3 7 0 16,3-1 0-16,-2 3 8 0,2 2-8 0,0-2 0 15,3 0 0-15,0 2-8 16,0-5-15-16,1 3-2 0,-1-8-1 0,0 5 0 15,0-8-92-15,0 3-18 0,0-5-4 0,1-1-585 16,5-7-117-16</inkml:trace>
  <inkml:trace contextRef="#ctx0" brushRef="#br2" timeOffset="102311.714">20520 2445 1958 0,'0'-8'43'0,"0"-5"9"0,0 5 1 0,0 0 3 0,0-5-45 0,0 5-11 0,0 0 0 0,0 0 0 16,0 3 104-16,0-1 20 0,0 6 3 0,0 0 1 15,3-2-52-15,-3 2-9 0,6 0-3 0,-3 0 0 16,3 2-51-16,0 4-13 0,3 1 0 0,-3 1 0 16,3 0 33-16,-3 3 4 0,6 0 1 0,-3 2 0 15,0 0-26-15,2 3-4 0,-2 0-8 0,0 5 11 16,3 0 7-16,-3 8 2 0,3-5 0 0,0 5 0 0,-3-5-20 16,3 5 0-16,-3-5 0 0,0 2 0 15,0-5 0-15,-1 3-11 0,1-3 2 0,-3-5 0 0,0 0 9 16,0 0 12-16,3 3-2 0,-3-9-1 15,0 3-58-15,-3 1-12 16,3-4-3-16,-3 1-751 0,6-1-150 0</inkml:trace>
  <inkml:trace contextRef="#ctx0" brushRef="#br2" timeOffset="102644.042">20973 2712 2188 0,'0'0'48'0,"0"0"11"0,0 0 1 0,0-5 1 0,0 2-49 0,3-2-12 0,-3 2 0 0,3-2 0 15,0 2 54-15,0-5 8 16,0 6 2-16,-1-1 0 0,1 0 0 0,0 1 0 0,-3 2 0 0,6 0 0 16,0 0-16-16,0 0-2 0,0 2-1 0,-3 4 0 15,3-4-21-15,-3 6-4 0,-3-5 0 0,3 5-1 16,-3 0-19-16,0 2 0 0,0 1 0 0,-3 2 0 16,0 3 0-16,-3-3 0 0,0 3 0 0,0 5 0 15,0-7 0-15,-3 4 0 0,1 1 0 0,-1 4 0 16,0-7-20-1,0 6-8-15,0-7-2 0,3 7 0 0,0-1 21 0,3-8 9 0,0 6-8 0,3-6 8 16,0 0-29-16,3-2-1 16,3-4 0-16,0 1 0 0,3 3 30 0,0-8 0 0,3 2 0 0,-1-5 0 15,1 0 0-15,3-5 0 0,3 2 0 0,0-5 0 16,0 3 0-16,3-3 0 0,3 0 0 0,-1-5 0 16,-2-1 0-16,3 4 0 0,0-6 0 0,0 3 0 15,-1 0-211-15,-5-1-36 0</inkml:trace>
  <inkml:trace contextRef="#ctx0" brushRef="#br2" timeOffset="103098.433">20443 2146 1558 0,'0'0'34'0,"-6"-3"7"0,0 3 2 0,-3-5 1 0,0 5-35 0,0-3-9 0,0 3 0 0,0 0 0 15,-3 0 82-15,3 0 14 0,0 0 4 0,4 0 0 16,-4 0-27-16,3 0-5 0,0 0 0 0,6 0-1 16,0 0-20-16,-6 8-4 0,6-8-1 0,0 0 0 15,0 3-15-15,0-3-3 0,3 5-1 0,3 0 0 16,0 3 8-16,3-8 1 0,5 3 1 0,4 2 0 16,0-5 0-16,3 3 0 0,3-3 0 0,3-3 0 15,-4 3-3-15,4-5-1 0,-3 2 0 0,3-5 0 16,3 1-8-16,-1 1-1 0,7-2-1 0,3 0 0 0,-4 0-19 15,1-2 10-15,0 7-10 0,-3-5 8 0,-4 8-8 16,-2-8 0-16,-3 8 0 0,-6-8 8 0,0 8-8 16,-3-5 0-16,-1 0 0 0,-2 2 8 15,0 3-33-15,-3 0-7 0,-3-5-2 0,0 5-785 16,0 0-157-16</inkml:trace>
  <inkml:trace contextRef="#ctx0" brushRef="#br2" timeOffset="109817.514">11081 6186 1004 0,'0'0'22'0,"0"0"5"0,-3-2 1 0,3 2 0 0,-6-3-28 0,6 3 0 0,-6-3 0 0,6 3 0 16,-3-2 81-16,3 2 11 0,-5-3 3 0,5 3 0 16,0 0-26-16,0 0-5 0,0 0 0 0,0 0-1 15,0 0-19-15,0 0-3 0,0 0-1 0,0 0 0 16,3-5-21-16,2 2-5 0,1 1-1 0,0-1 0 15,3 0 2-15,0 1 0 0,3 2 0 0,3-3 0 16,-3 0-7-16,6 3-8 0,-3-2 11 0,3 2-11 16,-1-3 8-16,-2 3-8 0,3-3 0 0,-6 3 0 15,3-2 0-15,-6-1 0 0,3 0 0 0,-3 3 0 0,0-2 32 16,-3-1-1-16,-3 3 0 0,-3 0 0 16,0 0-31-16,0 0 0 0,0 0 0 0,0 0 0 0,0 0 0 0,0 0 0 15,-9 3 0-15,-3-1 0 0,0 4 0 0,-6-4 0 16,0-2 0-16,-3 6 0 0,3-4 0 0,-2 1 0 15,-4 2 0-15,3-2 0 16,0 2 0-16,0-2 0 0,6 2 0 0,-3 0 0 0,4 1 0 0,2-1 0 0,0-2 0 16,3 2 0-16,0-2 57 0,3-1 6 0,6-2 1 0,0 0 0 15,0 0-35-15,0 0-6 0,0 0-2 0,0 0 0 16,6 3-6-16,0 0-2 0,3-3 0 0,3 0 0 16,0 0-2-16,3 0-1 0,2 0 0 0,1 0 0 15,3 0-10-15,0-3 0 0,0 3-10 0,0 0 10 31,2-3-113-31,1 3-17 0,-3-2-3 0</inkml:trace>
  <inkml:trace contextRef="#ctx0" brushRef="#br2" timeOffset="113128.345">22199 2241 1728 0,'0'0'38'16,"0"0"8"-16,0-2 2 0,0-4 0 0,0 6-39 0,0-2-9 0,0 2 0 0,0-8 0 15,0 8 104-15,0 0 20 0,-3-6 3 0,3 6 1 16,-6 0 0-16,0 0 0 0,-3 0 0 0,0 6 0 16,0 2-103-16,-3 0-25 0,1 2 0 0,-4 3 0 15,-3 3 24-15,0 3-1 0,-3-3 0 0,-3 5 0 0,0-3-7 0,-2 3-2 16,-1 1 0-16,-3 1 0 0,3 4 10 0,1-3 3 15,-1 5 0-15,-3 5 0 0,0-2-27 0,0 0 0 16,1 2 0-16,-4-5 0 16,3 0-16-16,-3-7-8 0,7 1-1 0,-1-2-1 15,3-5-17-15,3 0-3 0,0 0-1 0,6-5 0 16,1-1-129-16,2 4-27 0,3-12-5 0,3 3-441 0,6-5-89 16</inkml:trace>
  <inkml:trace contextRef="#ctx0" brushRef="#br2" timeOffset="113368.405">21505 2672 1497 0,'3'-13'32'0,"-3"-5"8"0,3-1 0 0,0-2 4 0,-3 0-36 0,3 5-8 0,0-5 0 0,-3 5 0 0,0-5 135 0,3 8 25 0,-3 2 4 0,0-2 2 16,3 5-61-16,-3 0-12 0,3 0-2 0,0 0-1 15,0 0-18-15,3 5-4 0,-3 1-1 0,3 2 0 16,3-6-27-16,-3 6-4 0,3 6-2 0,3-6 0 16,-3 2-6-16,6 9 0 0,-3-3-1 0,2 0 0 15,1 5-27-15,-3 3 0 0,3 0 0 0,0 5 0 16,0 3 20-16,-3-3 0 0,3 8-1 0,0-8 0 15,-1 6-31-15,-2-6-5 0,3 0-2 0,0 0 0 16,-3 0 19-16,3-5 0 0,0-3 0 0,3 3 0 16,-6-5 0-16,2 0 0 0,-2-1 0 0,0-2 0 15,3 0-157-15,-3 3-28 0,0-3-6 16,3-6-897-16</inkml:trace>
  <inkml:trace contextRef="#ctx0" brushRef="#br2" timeOffset="114053.827">22339 2530 1958 0,'0'0'43'0,"0"0"9"0,0 0 1 0,0 0 3 0,0 0-45 0,0 0-11 0,0 0 0 0,0 0 0 16,0 0 104-16,0 0 20 0,0 0 3 0,-3 10 1 16,0-7-103-16,0 5-25 0,-3 0 0 0,-3 2 0 15,0 6 56-15,0-8 7 0,-3 5 1 0,0 3 0 16,0-5-52-16,1 2-12 0,-1 0 0 0,0 0 0 16,0 3 0-16,-3-5 0 0,3 0 0 0,0 4 0 15,0-7-13-15,0 3-6 0,0-1-1 0,4 1 0 16,-1-3 20-16,3 0 0 0,0 3 0 15,0-4 0-15,3-4 0 0,0 2 0 0,3-5 0 0,0 6 0 16,3-1 0-16,0-2 0 0,3 5 0 0,0-8 0 16,3 2 12-16,0 4-3 0,-1-4-1 0,1-2 0 15,3 5 2-15,-3-5 0 0,6 0 0 0,-3 0 0 16,0 0-10-16,3-5 0 0,-3 5 0 0,3 0 0 16,-1-2 0-16,4-4 0 0,-3 4 0 0,3 2 0 15,-3-6 0-15,-3 6 0 0,0-5 0 0,0 2 0 0,0 1-10 16,-1-1-1-16,-2 0 0 0,0-2 0 15,-3 2-56-15,-3-4-11 0,0 1-2 16,0 1-1-16,-3 2-45 0,0-5-9 0,0 3-1 0,-3-3-1 16,0 5 33-16,0-7 6 0,-3 2 2 0,0 0 0 15,0 0 80-15,0-2 16 0,1 4 0 0,-1-7 0 0,0 5 78 0,0-3 10 16,0 1 1-16,0 2 1 0,3-3 10 0,-3 6 3 16,3-3 0-16,0 0 0 0,0 0-31 0,0 3-7 0,0 2-1 0,3 3 0 15,0 0 0-15,0 0 0 16,0 0 0-16,0 0 0 0,0 0 0 0,0 0 0 15,0 8 0-15,0 0 0 0,0 3-51 0,0 2-13 16,0 0 0-16,3 3 0 0,-3 0 40 0,0 0 4 0,0 2 2 16,0-2 0-16,0-3-30 0,3 3-5 0,-3 0-2 15,0 0 0-15,0 0 0 0,3-3 0 0,-3 3 0 0,0 3 0 16,0-4-9-16,3 1-17 0,-3 0 4 0,0 3 1 31,3-3-32-31,-3-6-7 0,0 3-1 0,0 1 0 16,0-4-124-16,0 1-24 0,0-3-6 0</inkml:trace>
  <inkml:trace contextRef="#ctx0" brushRef="#br2" timeOffset="114522.791">21654 2019 1638 0,'0'0'36'0,"-6"5"7"0,-3-5 1 0,0 0 3 0,3 0-38 0,1 0-9 0,-4 0 0 0,3 0 0 16,0 0 84-16,0 0 14 0,6 0 3 0,-6 3 1 15,6-3-27-15,-6 0-6 0,6 0-1 0,0 0 0 16,0 0-9-16,0 0-3 0,0 0 0 0,0 0 0 16,0 0-10-16,0 0-2 0,0 0-1 0,0 0 0 15,0 0-7-15,0 0-2 0,0 0 0 0,0 0 0 16,0 0-7-16,3-3-2 0,3 3 0 0,0-5 0 15,3 2-5-15,3 3 0 0,2-5-1 0,7 5 0 16,0-3-1-16,0 1 0 0,3-1 0 0,3-2 0 16,-1 2-10-16,4-5-8 0,6 3 9 0,6-3-9 15,-1 3 0-15,4 2 8 0,-1-5-8 0,1 3 0 16,-6 2-18-16,0-5-6 0,-4 3-2 16,4-3 0-16,0 3-133 0,-7 2-26 0,4-5-6 0,-3 0-1 15</inkml:trace>
  <inkml:trace contextRef="#ctx0" brushRef="#br2" timeOffset="117764.601">15639 12386 1900 0,'0'0'54'0,"-3"8"11"0,0 0-52 0,3 2-13 0,0 1 0 0,0 2 0 16,0 0 63-16,0 6 9 0,0-3 3 0,0 5 0 15,0 0-41-15,0 3-8 0,0 2-2 0,0 6 0 16,0 0 8-16,0 5 2 0,0 3 0 0,3 2 0 16,0-5-17-16,0 0-3 0,-1 3-1 0,4-1 0 15,0 1-1-15,0 2-1 0,0 9 0 0,3-1 0 16,-3-5-11-16,3 0 12 0,0-3-12 0,0 3 12 16,-3-5 20-16,3 5 5 0,-3-5 1 0,0 5 0 15,0-3-14-15,0-2-4 0,0-1 0 0,0-2 0 16,0-2-3-16,-1-6-1 0,1 0 0 0,0-5 0 0,0-3-16 0,-3 0-12 15,0 0 1-15,0-2 1 0,0-3 10 0,0-3 0 16,0 0 0-16,-3-2 0 0,3-6 0 0,0 3 0 16,-3-8 0-16,0 0 0 15,0 0-53-15,0 0-9 0,6-3-2 0,-3-2 0 16,0-3-102-16,0 0-21 0,0-2-4 0,0-1-1 0</inkml:trace>
  <inkml:trace contextRef="#ctx0" brushRef="#br2" timeOffset="118295.852">15603 13746 1728 0,'0'0'38'0,"0"0"8"0,0 0 2 0,0 0 0 0,0 0-39 0,0 0-9 0,0 0 0 0,0 0 0 0,0 0 53 0,6 0 9 16,-3 0 2-16,3 0 0 0,0 0 0 0,0 3 0 0,0-3 0 0,0 0 0 15,-1 2-8-15,4 1-2 0,0-3 0 0,0 5 0 16,3-2-37-16,-3 2-7 16,0-2-2-16,0 5 0 0,0-3-8 0,0 3 0 15,0 0 0-15,0 0 0 0,0 0 0 0,-3 0 0 16,2 0 8-16,-2 0-8 0,3-3 0 0,-3 3 0 0,3-3 0 0,-3-2 0 15,3 2 0-15,-3 0 0 16,3-2 0-16,-3-3 0 0,0 3 0 0,3-1 0 0,-3-2 0 0,3-2 0 16,-3-1 32-16,3 0 4 0,0 1 0 0,2-4 1 15,-2 1-24-15,3-3-5 0,0 0 0 0,0 0-8 16,0-2 8-16,3-4-8 0,0 1 0 0,0 0 0 16,3-3-14-1,-1-2-10-15,4-4-1 0,-3-4-725 0,0 0-145 0</inkml:trace>
  <inkml:trace contextRef="#ctx0" brushRef="#br2" timeOffset="127704.274">16279 14439 1792 0,'0'0'51'0,"-6"3"10"0,0 0-49 0,0-1-12 0,0-2 0 0,-3 3 0 16,3-3 100-16,0 5 16 0,0-2 4 0,-3-1 1 15,3 4-40-15,0-1-8 0,-3 0-1 0,3 3-1 16,0-3-31-16,-3 6-7 0,0-3-1 0,0 3 0 0,1-1-19 0,-4 3-4 16,0 1-1-16,-3 2 0 15,0-3-8-15,0 0 0 0,-3 5 9 0,0-2-9 0,-3 0 0 16,4 0 0-16,-1 3 0 0,-3-3 0 16,3 2-30-16,3 1-10 0,-3-1-3 15,3 1 0-15,1-4 34 0,2 1 9 0,0-2 0 0,0-1 0 16,3-5-106-16,0 2-17 0,0-4-3 0,-3-1-821 15</inkml:trace>
  <inkml:trace contextRef="#ctx0" brushRef="#br2" timeOffset="127972.746">15781 14519 1954 0,'0'0'43'0,"0"0"9"0,0 0 1 0,0 0 3 0,0 0-45 0,0 0-11 0,-6-3 0 0,6 3 0 16,0 0 80-16,0 0 13 0,0 0 3 15,0 0 1-15,0 0-38 0,0 0-8 16,0 0-2-16,0 0 0 0,0 0-9 0,0 0-1 0,0 0-1 0,3 5 0 16,3 1-23-16,0-1-5 0,0 0-1 0,3 3 0 15,0 3 23-15,0-3 4 0,3 0 0 0,0 2 1 16,0-2-8-16,3 3-1 0,0-1-1 0,-1 3 0 16,1-2-40-16,3 2-8 0,0 0-2 0,0-2 0 15,3 2 9-15,-3 1 2 0,-1-1 0 0,4 0 0 16,0 0-96-16,-3-2-18 0,0-3-4 0,0 0-607 15,0-6-122-15</inkml:trace>
  <inkml:trace contextRef="#ctx0" brushRef="#br2" timeOffset="128194.241">16329 14699 1864 0,'0'0'41'0,"0"0"9"0,0 0 2 0,-3-6 0 0,3 6-42 0,-3-2-10 0,0-4 0 0,3 6 0 0,-3-2 114 0,3 2 21 15,-6-6 4-15,3 4 1 0,3 2-50 0,0 0-10 16,0 0-1-16,-6 0-1 15,6 0-20-15,-6 2-4 0,6-2-1 0,-6 6 0 0,6-6-18 0,-3 5-4 16,0 3-1-16,0 0 0 0,3 2-39 0,0 1-8 16,0 0-2-16,0 4 0 0,3 1 43 0,0 3 9 15,-3-1 2-15,3 4 0 16,0-1-56-16,0 0-11 0,0 0-3 0,0 0 0 0,0-2 35 0,0-3 12 0,0-1 0 0,0 1 0 31,-3-2-70-31,3-1-14 0,-3 0-4 0,3 0 0 16,-3-5-41-16,0 3-9 0,0-3-2 0,0-3-921 0</inkml:trace>
  <inkml:trace contextRef="#ctx0" brushRef="#br2" timeOffset="128788.48">15633 14270 1512 0,'0'0'43'0,"0"0"9"0,0 0-42 0,0 0-10 0,0 0 0 0,0 0 0 16,0 0 96-16,0 0 16 0,0 0 4 0,0 0 1 16,3 3-33-16,5-3-6 0,1 0-2 0,0 0 0 15,3 2-24-15,3-2-4 0,-3 0-2 0,3 0 0 16,0-2-14-16,3 2-4 0,0 0 0 0,2-3 0 16,4 3 29-16,3-3 6 0,3 1 1 0,2-1 0 15,4 0-64-15,-3 1-20 0,3-1 0 0,-1-2 0 16,-2-1 20-16,-6 1 0 0,3 0 0 0,-4 0 0 15,1-1 20-15,-3 1-3 0,3 0 0 0,0-1 0 16,-4 4-17-16,-2-4-14 0,3 4 2 0,-6-1 1 16,3 0 11-16,-6 1 16 0,0-1-4 0,-4 1-1 15,-2-1-11-15,0 0 0 0,0 3 0 0,-3-2 0 16,-3 2-14-16,-3 0-5 0,0 0-1 0,0 0 0 16,0 0-118-16,0 0-24 0,0 0-5 15</inkml:trace>
  <inkml:trace contextRef="#ctx0" brushRef="#br2" timeOffset="133998.733">11623 12267 1144 0,'0'0'25'0,"0"0"6"0,0 0 1 0,-6 2 0 0,-3 1-32 0,6 2 0 0,-3-2 0 0,0 0 0 15,0-1 77-15,3 4 10 0,-3-4 1 0,3 1 1 16,-2 2-8-16,2 1-1 0,3-6-1 0,-6 5 0 16,3-3-17-16,3-2-3 0,-3 6-1 0,0-1 0 15,3-5 5-15,0 0 1 0,0 0 0 0,0 0 0 16,0 0-52-16,0 0-12 0,0 0 0 0,0 0 0 15,6 3 54-15,-3-1 8 0,6-2 2 0,-4 0 0 16,4 0-52-16,3-2-12 0,0-4 0 0,0 4 0 16,3-4 54-16,0 1 8 0,-3-3 2 0,3 3 0 15,0-3-52-15,-4 3-12 0,4-3 0 0,-3 0 0 0,0 3 0 0,0-3 0 16,-3 2 0-16,0 1 0 16,-3 2 0-16,0-2 0 0,-3 5 0 0,-3 0 0 0,0 0 0 0,0 0 0 15,0 0 0-15,0 0 0 16,-6 0-48-16,-3 3-13 0,0-1-3 0,0 4 0 0,0-1 52 0,-3 0 12 15,0 1 0-15,0-4 0 0,-2 6 0 0,2-3-9 16,-3 1 9-16,0-1-8 0,3 0 8 0,0 3 0 16,0-2-9-16,3-1 9 0,0 0 0 0,0-2-9 0,0 2 9 15,3-2 0-15,3 2 0 0,-2-2 9 0,5-3 1 16,0 0 0-16,0 0-10 0,0 0 0 0,0 0 0 0,0 0 0 16,0 0 0-16,0 0 0 0,0 0 0 0,8 2 0 15,-2-2 0-15,0-2 0 0,3 2 0 0,0-3 0 16,0 0 53-16,0 1 9 0,3-4 2 0,-3 4 0 31,3-4-78-31,0 1-15 0,0 0-3 16,0 0-1-16,2-1-3 0,-2 1-1 0,0-3 0 0,3 0-691 0,0 3-137 0</inkml:trace>
  <inkml:trace contextRef="#ctx0" brushRef="#br2" timeOffset="136576.547">17308 14278 2145 0,'0'0'47'0,"0"0"9"0,0 0 64 0,0 0-108 0,0 0-12 0,0 0 0 0,0 0 0 16,0 0 71-16,0 0 11 0,-6 0 2 0,1 0 1 15,-1 0-28-15,0 0-5 0,0 2-2 0,0 1 0 16,3 2-21-16,-6 1-4 0,3-1-1 0,-3 3 0 0,0 0-9 15,-3 0-3-15,0 5 0 0,-3 3 0 0,0 0-4 0,1 2-8 16,-4 3 11-16,0 1-11 0,0-1 28 0,0 0 0 16,0 0-1-16,-3 0 0 15,4 0-44-15,2-2-9 0,-3 5-2 0,0-3 0 0,3 0 8 0,-3 0 0 16,0 0 1-16,-3 3 0 16,7-5-19-16,-4-1-4 0,3 1-1 0,-3-1 0 15,6-2-28-15,-3-3-5 0,3 1-2 0,0-6-633 0,0 0-126 16</inkml:trace>
  <inkml:trace contextRef="#ctx0" brushRef="#br2" timeOffset="136870.501">16826 14362 1987 0,'0'0'44'0,"0"-5"8"0,0 0 3 0,0-3 1 0,0 0-45 0,0 3-11 0,0-3 0 0,0 8 0 15,0-6 72-15,0 6 12 0,0 0 2 0,0 0 1 16,0 0-27-16,0 0-4 0,0 0-2 0,6 0 0 15,-3 0-11-15,3 0-3 0,0 3 0 0,3 2 0 16,-3 1-12-16,3-1-2 0,0 3-1 0,3 0 0 16,-3 0-11-16,3 5-2 0,-1-2-1 0,-2-1 0 15,3 3-11-15,0 1 0 0,0 2 9 0,0-1-9 16,3 1 0-16,0 0 8 0,0-3-8 0,0 1 0 16,-1-1 0-16,4 0 8 0,0-2-8 0,0-1 0 15,-3-2 24-15,3 0 0 0,0 0 0 0,-1 0 0 16,-2 0-46-16,0 0-9 0,0-3-1 0,0 3-1 15,0 0-50-15,-3-3-9 16,0 3-3-16,0-2 0 0,-3-1-147 0,-1 0-30 0</inkml:trace>
  <inkml:trace contextRef="#ctx0" brushRef="#br2" timeOffset="137367.489">17401 14646 1552 0,'0'0'44'0,"0"0"10"0,0 0-43 0,-3-6-11 0,0 1 0 0,0 2 0 16,0-2 140-16,3 0 27 0,0-1 5 0,0 1 0 15,0 5-64-15,0-5-12 0,3-3-4 0,-3 5 0 16,3-2-29-16,0 0-7 0,3 2 0 0,0-2-1 16,0 2-44-16,3-2-11 0,-1 2 0 0,4 1 0 15,0-1 0-15,0 0 0 0,0 1 0 0,3-1 0 16,0 3 35-16,0-3 5 0,0 3 0 0,-1 0 1 15,1 0-31-15,-3 3-10 16,0-3 0-16,0 5 0 0,-3-2 24 0,0 0-3 0,-3 2 0 0,0 0 0 31,-3 0-39-31,-3 1-8 0,0-1-2 0,0 3 0 0,-3 0-6 16,-3 2-2-16,0-2 0 0,-3 3 0 0,0 0 36 0,0-1 0 0,0 1 0 0,-3-1 0 16,0 1-58-16,3 0-5 0,1-4-1 15,-1 4 0-15,3-3 52 0,-3-3 12 0,6 1 0 0,3-6 0 16,0 0 0-16,0 0 0 0,0 0 0 0,0 0 0 15,6 2 0-15,3-2 0 0,0 0 0 0,-1-2 0 0,4-1 0 16,0 0 0-16,3 1 0 0,-3-4 0 0,3 4 0 16,0 2 0-16,-3-3 0 0,0 3 0 0,0 0 28 15,-1 3 9-15,-2-1 2 0,0 4 0 0,-3-1-19 0,0 0-3 16,0 6-1-16,-6-1 0 0,3 4-5 0,-6-1-2 16,0 3 0-16,-3 5 0 0,0-3-9 15,-3 1 0-15,-5 2 0 0,-1 0 0 0,-3-2 0 0,0-1 0 0,-3 1 0 16,-3-1 0-16,3 1 0 0,-2-1 0 15,2 1 0-15,-3-1 0 16,6 1 0-16,-3-1 0 0,3-2 0 0,1 0-1176 16</inkml:trace>
  <inkml:trace contextRef="#ctx0" brushRef="#br2" timeOffset="140645.7">17984 9280 1074 0,'0'0'30'0,"-9"2"8"0,3 1-30 0,0-3-8 0,0 2 0 0,0 4 0 15,3-4 80-15,3-2 14 0,0 0 3 0,0 0 1 16,-6 6-18-16,6-6-4 0,0 0-1 0,0 0 0 15,0 0-45-15,3 2-9 0,3 4-1 0,0-4-1 16,3 1 36-16,3-3 7 0,0 3 2 0,6-3 0 16,0-3-52-16,0 0-12 0,5-2 0 0,4 0 0 0,-3-3 54 0,0 0 8 15,9 0 2-15,-1 0 0 0,7-3 0 0,6-2 0 16,-1 0 0-16,10 0 0 0,-6-6-52 16,5 3-12-16,1-2 0 0,11-3 0 0,-2 2 0 15,2 1 9-15,-2-1-9 0,5 0 8 0,-2-2-8 16,5 5 12-16,1 3-12 0,5-3 12 15,-6 3-1-15,1 0 0 0,8 0 0 0,6-1 0 16,-5 4 4-16,-4-3 1 0,4-1 0 0,5 1 0 0,-3 0-16 0,-5 2 8 16,-1 1-8-16,9-1 0 0,-5 1 0 0,-1-1 8 15,-5 0-8-15,5 1 0 0,-12 2 12 0,1 0 0 16,5 0 0-16,-2-3 0 0,-10 6 0 0,-2-3 0 0,-7 3 0 0,4-3 0 16,-7 0-3-16,-2 3-1 0,-3-3 0 0,-1 3 0 15,-5-1-8-15,-3 4 10 0,-3-4-10 0,-4 1 10 16,-2 2-10-16,-3 1 10 0,-3-4-10 0,-3 4 10 15,-1-1-10-15,1 0 0 0,0 1 9 16,-3-3-9-16,3 2 0 0,-3 0 8 0,3 1-8 16,-3-4 0-16,2 4 0 0,-2-1 0 0,0 0 0 0,3 1 0 15,-3 2 0-15,0-3 0 0,-3 0 0 0,0 3 0 16,0-2 0-16,-1 2 9 0,-2-3-9 0,0 3 0 16,0-3 8-16,-3 3-8 0,3 0 0 0,-3-2 0 15,0 2 8-15,-3-3-8 0,3 3 0 0,0 0 0 16,-3-2 0-16,3 2 0 0,-3 0 0 0,-3 0 0 15,6-3-9-15,-6 3-3 0,3-3 0 0,-3 3 0 16,0 0-17-16,3-2-4 0,-3 2-1 16,0 0 0-16,3-6-40 0,-3 4-8 0,3-4-2 0,-3 4-632 15,0-4-128-15</inkml:trace>
  <inkml:trace contextRef="#ctx0" brushRef="#br2" timeOffset="141075.529">21497 8443 1594 0,'0'0'35'0,"0"0"7"0,0 0 2 0,-3-2 1 0,0-4-36 0,3 6-9 0,0 0 0 0,0 0 0 15,0-5 93-15,0 5 17 16,0-5 3-16,3 2 1 0,0-2-34 0,-1 2-6 0,4 1-2 0,-3 2 0 15,3-3-22-15,3 3-5 16,-3 3-1-16,0-1 0 0,6-2-11 0,-3 3-2 16,-3 0-1-16,6-1 0 0,-3 4-7 0,3-1-2 0,-3 0 0 0,3 0 0 15,-1 3-7-15,-2 0-2 0,3 0 0 0,0 0 0 16,0 0-4-16,-3 3-8 0,0-1 11 0,0 1-11 16,0-1 9-16,3 4-9 0,-6-4 0 0,3 3 9 15,-3 1-9-15,-3 2 0 0,0-3 0 0,0 3 8 16,-1 0-8-16,-4-1 10 0,2 1-10 15,-3 3 10-15,-3-6-10 0,0 3 8 0,0 0-8 0,-3-3 8 16,3 3 0-16,-3-6 0 0,-3 4 0 0,3-1 0 16,-3-2-8-16,0-1 0 0,0-2 0 0,0 0 0 15,0 0 0-15,1 0 0 0,2 0 0 0,-3 0 0 0,3-3 0 16,0 0 0-16,0 1 0 0,3-1 0 16,0 0 0-16,0 0-12 0,-3-2 4 0,9-3 8 15,0 0-99-15,0 0-12 16,0 0-2-16,0 0-625 0,0 0-125 0</inkml:trace>
  <inkml:trace contextRef="#ctx0" brushRef="#br2" timeOffset="149277.733">15231 4691 1494 0,'0'0'32'0,"0"0"8"0,0 0 0 0,0 0 3 0,0 0-35 0,0 0-8 0,0 0 0 0,0 0 0 15,0 0 54-15,0 0 9 0,0 0 1 0,0 0 1 16,0 0-1-16,0 0 0 0,0 0 0 0,0 0 0 15,3-2 0-15,3-1 0 0,3-2 0 0,0 2 0 16,2-2-51-16,1 0-13 0,6-1 0 0,-6 4 0 16,3-9 0-16,0 6 0 0,3-3 0 0,-3 2 0 15,2-7 54-15,4 5 8 0,0-2 2 0,3-1 0 16,-3 1-73-16,0 2-15 16,2 0-2-16,-2 2-1 0,-3-2 43 0,0 3 9 0,-3 0 2 0,-3 0 0 15,0 2-27-15,-6 0 0 0,0 3 0 0,-6 0 0 16,0 0 0-16,0 0 0 0,0 0 0 0,0 0 0 15,-6 0 0-15,-6 0 0 0,3 3 0 0,-6 0 0 16,3 2 0-16,-6 3 0 0,3-3 0 0,-3 3 0 16,-2 0-20-16,2 0-10 0,0 3-2 15,-3-1 0-15,3-2 0 0,3 3 0 0,-3-1 0 0,4-2 0 0,2 3 32 16,0-3 0-16,0 2 0 0,3-2 0 0,0 0 0 0,0 0 0 16,3-3 0-16,3 1 0 0,3-6 0 0,0 0 0 15,0 5 0-15,0-5 0 0,3 5 12 0,3-2 8 16,0-3 1-16,0 3 1 0,3-3-22 0,0 0 8 15,0-3-8-15,3 3 0 16,0-3-15-16,2-2-7 0,4 0-2 0,3-1 0 0,-3-2 24 0,6 0 0 0,3-2-9 16,2-1-963-16</inkml:trace>
  <inkml:trace contextRef="#ctx0" brushRef="#br2" timeOffset="150050.194">17422 4673 1450 0,'0'0'32'0,"0"0"6"0,0 0 2 0,-6 0 1 0,-3 0-33 0,6 0-8 0,3 0 0 0,-6-3 0 16,0 3 78-16,6 0 14 15,0 0 2-15,0 0 1 0,0 0-26 0,0 0-5 0,-3-5 0 0,3 5-1 16,0 0-19-16,0 0-3 0,0-3-1 0,3 1 0 16,0-6-12-16,3 5-4 0,3-2 0 0,0-1 0 15,2 1-9-15,1 2-3 0,0-4 0 0,6-1 0 16,-3 2-12-16,3 1 0 0,3-3 8 0,0 5-8 16,-1-4 0-16,1 1 0 0,-3 1 0 0,3 0 0 15,-3-1 0-15,-3 4 0 0,0-4 0 0,-4 6 0 16,1-5 9-16,-6 0-9 0,3 2 8 0,-6 1-8 15,-3 2 8-15,0 0-8 0,0 0 8 0,0 0-8 16,-6-3 9-16,-3 3-9 0,-3 0 10 0,-2 0-10 16,-1 0 0-16,0 3 0 0,-3-1-13 0,0 1 4 15,-3 2 9-15,3 0-10 0,0 1 10 0,1-1-10 0,-1 0 10 0,3 1 0 16,0 2 0-16,3-1 0 0,0-1 0 0,3-1-8 16,0 0 8-16,3 1 0 0,3 2 0 0,3-8-10 15,-3 2 10-15,3-2 0 0,3 5-11 0,-3-2 11 16,0-3-10-16,6 5 10 0,3-2 0 0,0 0-9 15,0-3 9-15,0 0 0 0,3 0 0 16,0 0 0-16,0-3 0 0,3 3 0 0,0-3 0 0,-1 1 0 16,4 2 0-16,-3-3 0 15,3 0-79-15,0 3-20 0,-3-5-4 0</inkml:trace>
  <inkml:trace contextRef="#ctx0" brushRef="#br2" timeOffset="150939.182">22645 8401 1695 0,'0'0'37'0,"0"0"8"0,0 0 2 0,0 0 1 0,0 0-39 0,0 0-9 0,0 0 0 0,0 0 0 15,0 0 74-15,0 0 13 0,0 0 2 0,-5 5 1 16,-1-2-33-16,3 2-6 0,-3-2-2 0,0 2 0 16,0 1-13-16,0-1-4 0,-3 0 0 0,-3 3 0 15,3-3-4-15,-3 3-2 0,0 0 0 0,-3 0 0 16,0 3-10-16,1-1-3 15,-4-2 0-15,3 5 0 0,-3-2-13 0,0 0 8 16,-3-1-8-16,3 6 0 0,-2-3 0 0,2 1-13 0,-3 4 1 16,3-2 0-16,0 0 12 0,3 0 12 0,-3 0-3 0,4-1 0 31,-1-1-36-31,0-1-7 0,3-2-2 0,-6 2 0 0,3-5-123 16,-3 2-25-16,0-2-4 0</inkml:trace>
  <inkml:trace contextRef="#ctx0" brushRef="#br2" timeOffset="151275.482">22172 8515 1728 0,'0'-5'38'0,"3"-1"8"0,0-2 2 0,-3 0 0 0,3 3-39 0,0 0-9 16,-3 2 0-16,0 3 0 0,3-5 104 0,-3 5 20 15,3-3 3-15,-3 3 1 0,0 0-52 0,3-5-9 16,0 2-3-16,-3 3 0 0,0 0 0 0,0 0 0 15,3 0 0-15,-3 0 0 16,6 3-51-16,0 0-13 0,-3-1 0 0,0 3 0 0,3 3 0 0,-3-2 0 16,0 2 0-16,3 0 0 0,-3 0 0 0,3-1 0 15,-3 4 0-15,3-3 0 0,0 3 0 0,-4-3 0 16,4 2 0-16,3 3 0 0,-3-2 0 0,3-1 0 0,-3 4 0 0,3-1 0 16,3 0 0-16,-3 0 0 0,3 3 0 0,0-2 0 15,0-1 18-15,0 0 1 0,0 0 0 0,-1-2 0 16,1-1-19-16,0 1 0 0,0-3 0 15,-3 0 0-15,0-3-16 0,0 0-1 16,0 1 0-16,0-4 0 16,0-2-191-16,0 3-39 0,9 0-7 0,-7-3-2 0</inkml:trace>
  <inkml:trace contextRef="#ctx0" brushRef="#br2" timeOffset="152475.701">22663 8724 899 0,'0'0'25'0,"0"0"7"0,0 0-32 0,0 0 0 0,0 0 0 0,-3 8 0 15,3-8 66-15,0 0 7 0,0 0 2 0,0 0 0 16,0 0 5-16,0 0 0 0,0 0 1 0,0 0 0 16,0 0 2-16,0 0 0 0,0 0 0 0,0 0 0 15,0 0-3-15,0 0-1 0,0 0 0 0,0 0 0 16,6-5-11-16,0 2-1 0,0 0-1 0,0-2 0 16,3 0-10-16,0-1-3 0,0 4 0 0,0-4 0 0,0 4-14 0,3-4-3 15,0 4-1-15,3-3 0 0,-4 2-21 0,1-2-4 16,3 2-1-16,0 0 0 15,-3 1-9-15,3 2 0 0,-3 0 0 0,-3 0 8 16,3 0-8-16,-3 2 0 0,-1 1 0 0,-2 2 0 0,-3-2 14 16,0 5-2-16,0 0-1 0,-6 0 0 0,0 5-11 0,0-2 0 15,-5 2 0-15,-1 3 0 16,0-1-49-16,-3-1-12 0,-3 2-3 0,0-1 0 0,0-1 52 16,0 2 12-16,0-3 0 0,0 3 0 15,1-3-55-15,2 0-8 0,0 0-1 0,3 1-1 0,0-4 33 0,0 1 6 16,3-1 2-16,0-2 0 0,3 3 16 0,0-3 8 15,0-3-8-15,3 3 8 0,3-3-8 0,0-2 8 0,3 2-8 0,3-2 8 16,3-3 0-16,0 0 8 0,3 0 0 0,3 0 0 16,2 0 11-16,-2-3 2 0,6 1 1 0,-3-1 0 15,0 3-22-15,3-3 9 0,-1 1-9 0,-2-1 0 16,-3 0 0-16,0-2 0 0,0 0 0 0,-3 2 0 16,2-2 0-16,-2 2 0 0,0-2 0 0,0 0-966 15</inkml:trace>
  <inkml:trace contextRef="#ctx0" brushRef="#br2" timeOffset="157606.214">23723 8380 1897 0,'0'0'41'0,"0"0"9"0,0 0 2 0,-6 0 2 0,0-3-43 0,0 1-11 0,0 2 0 0,-3-3 0 15,0 3 67-15,0 3 11 0,0-1 2 0,-2 1 1 16,-4 2-13-16,3 3-4 0,-3 0 0 0,-3 3 0 16,0-1 0-16,0 6 0 0,-3-3 0 0,4 8 0 15,-4 1-72-15,0 1-16 0,3 1-2 0,-6 3-1 16,0-1 43-16,-2 3 9 0,2 0 2 0,-6 1 0 16,3-4-73-16,1 0-14 0,-1-2-4 0,-3-3 0 15,6-2-154-15,-3-1-31 0</inkml:trace>
  <inkml:trace contextRef="#ctx0" brushRef="#br2" timeOffset="157865.19">23131 8470 1958 0,'0'-11'43'0,"0"6"9"0,3 0 1 0,0-1 3 0,0 1-45 15,3 2-11-15,0-2 0 0,-1 3 0 0,4-1 104 0,0 3 20 0,0-3 3 0,0 6 1 16,3-3-52-16,0 3-9 15,0-1-3-15,3 3 0 0,-3 3 0 0,3 0 0 16,-1 0 0-16,1 3 0 0,0 2-51 0,-3 0-13 16,3 1 0-16,-3 1 0 0,0 1 0 0,-3 0 0 0,3 3 0 0,-3-1 0 15,0 3 0-15,-4 1 0 0,4-1 0 0,-3 3 0 32,3-3-24-32,-3-3-8 0,0 1-2 0,0 2 0 15,0-5-99-15,0 0-20 0,0-3-4 0,-3 0-1 0,3-2-58 16,0-3-11-16,0 0-2 0,-3 2-1 0</inkml:trace>
  <inkml:trace contextRef="#ctx0" brushRef="#br2" timeOffset="158274.625">23577 8838 1728 0,'0'0'38'0,"0"0"8"0,0-8 2 0,3 2 0 0,0-2-39 0,0 1-9 15,3-1 0-15,-3 0 0 0,6-3 104 0,-3 3 20 16,0-2 3-16,3 2 1 0,0 0 0 0,3 0 0 16,-3 0 0-16,5 0 0 0,-2 3-52 0,0-1-9 15,0 4-3-15,0-4 0 0,0 4-51 16,0-1-13-16,0 3 0 0,-3 0 0 15,0 0 54-15,-3 0 8 0,3 3 2 0,-4-1 0 16,-2 1-52-16,3 0-12 0,-3 2 0 0,0 0 0 0,0 1 0 0,-3-1 0 16,0 3 0-16,0 0 0 15,0 0-48-15,0 0-13 0,-3-1-3 0,0 1 0 0,0 3 64 0,-3-3 0 16,3 0 0-16,-2 0 0 0,2-3 0 0,-3 3 0 0,3-5-12 16,3-3 3-16,0 0 9 0,0 0 0 15,0 0 0-15,3 8-8 0,-3-8 8 0,6 2-10 0,-1 1 10 16,4-3-10-16,0 0 10 0,0 0 0 15,0 0 0-15,0 0 0 0,3 0 0 0,0 0 12 16,0 0-2-16,0 0-1 0,0 3-9 0,-3-3 0 0,3 2 0 16,-4 1 0-16,1 0 0 0,-3-1 0 0,3 1 0 0,-6 2 0 15,0 0 14-15,0 1 1 0,-3 2 0 0,0 0 0 16,-3-1-24-16,0 4-5 0,-3 0-1 0,-3-1 0 16,0 1 33-16,-2 2 6 0,-1 0 2 0,0-2 0 15,0 2-26-15,0 3 0 0,0-3 0 0,0 0 0 16,-3 1-20-16,0-1 0 0,3-3 0 0,-2 1 0 31,-1 0-23-31,0-3-4 0,0 0-1 0,3-3 0 0,0 0-160 0,3-2-32 16</inkml:trace>
  <inkml:trace contextRef="#ctx0" brushRef="#br2" timeOffset="158655.237">24622 8372 1958 0,'0'0'43'0,"3"-5"9"0,0-1 1 0,0-2 3 0,0 3-45 0,0 0-11 0,0-3 0 0,0 3 0 16,0-3 104-16,0 5 20 0,-3-2 3 0,3-1 1 15,-3 6-52-15,0-2-9 16,0 2-3-16,0 0 0 0,0-6-3 0,0 6-1 15,0 0 0-15,0 0 0 0,0 0-24 0,0 0-4 0,0 0-2 0,0 0 0 16,0 0-14-16,-6 3-2 16,0 0-1-16,0 2 0 0,0-2-5 0,0 2 0 0,-3 3-8 0,0 0 12 15,0 0-12-15,0 2 9 0,-3 4-9 0,-3-1 8 16,4 3-8-16,-7 0 0 0,0 0 0 0,-3 2 0 16,-3-2 0-16,3 2 0 0,0 1 0 0,-2 2 0 15,-1-2-43 1,3 2-4-16,0 0-1 0,0 0 0 0,3 0 39 0,-2 0 9 0,5-2 0 0,-3 0 0 31,0-1-104-31,0 1-20 0,0-4-3 0,0-1-649 0,1 2-131 0</inkml:trace>
  <inkml:trace contextRef="#ctx0" brushRef="#br2" timeOffset="158931.748">24178 8417 1958 0,'3'-16'43'0,"-3"5"9"0,-3 1 1 0,3-3 3 0,3-3-45 0,-3 5-11 16,3-2 0-16,0 2 0 0,0 3 104 0,-3 0 20 16,3 3 3-16,0 0 1 0,-3 5-47 0,0 0-9 15,6 0-1-15,-3 5-1 0,3 0-25 0,0 3-5 16,3 3 0-16,-3 2-1 0,0 3-10 0,3 0-1 16,0 0-1-16,0 2 0 0,0 1-13 0,0-1-2 15,3-2-1-15,-1 3 0 0,1-1-11 0,0 1 0 0,0-1 0 16,0 4 8-16,3-1-8 0,-3 3 0 15,3-3 0-15,-3 3 8 0,0-1-8 0,-1-1 0 16,1-1 0-16,0 0 0 16,0-5-84-16,-3 0-10 0,0-3-2 0,0-3 0 15,0 1-220-15,9 5-45 0,-3-6-9 0,-9-7-2 0</inkml:trace>
  <inkml:trace contextRef="#ctx0" brushRef="#br2" timeOffset="159300.986">24795 8623 1792 0,'0'0'51'0,"0"0"10"0,0 0-49 0,0 0-12 0,0 0 0 0,0 0 0 15,0 0 156-15,0 0 29 0,0 0 6 0,0 0 1 16,0 0-103-16,0 0-20 0,0 0-4 0,0 0-1 16,0 0 0-16,-6 6 0 0,3-1 0 0,-6 3 0 0,3 0-51 0,-3 2-13 15,0 1 0-15,-3 5 0 0,0-6 0 0,0 4 0 16,-3-1 0-16,3 3 0 15,3-3 0-15,-2-2 0 0,-1 2 0 0,0-3 0 0,3 1 0 16,-3 0 0-16,3 2 0 0,-3-5 0 0,3 0 0 16,3 0 0-16,0 2 0 0,-3-5 0 0,6 3 0 15,0-2 0-15,0-1 0 0,3 3 0 0,3-3 0 0,0-2 0 16,3 2 0-16,0 0 0 0,3 1 0 0,-3-1 0 16,3-2 0-16,3 2 0 0,-3-2 0 0,3-1 0 15,0-2 0-15,0 3 0 0,0-3 0 16,-1 3 0-16,4-3 0 0,0 0 0 0,-3 0 0 0,3 0 0 15,-3 0 0-15,0-3 0 16,3 3-19-16,-3 0-6 0,-1-3-2 0,-2 1 0 16,3-1-110-16,-3 0-23 0,0 1-4 0,3-1-908 0</inkml:trace>
  <inkml:trace contextRef="#ctx0" brushRef="#br2" timeOffset="159581.301">24830 8711 2095 0,'-6'-11'46'0,"0"6"10"0,3-1 1 0,-3 1 2 0,3 0-47 0,1 0-12 0,-1-1 0 0,0 4 0 16,3 2 116-16,0 0 22 0,0 0 4 0,0 0 1 15,0 0-52-15,0 0-11 0,0 0-1 0,0 0-1 16,0 0-26-16,3 8-6 0,2 2-1 0,-2 3 0 0,0 3-9 16,3 0-1-16,-3 3-1 0,0-1 0 15,0 1-10-15,0-1-1 0,0 1-1 0,-3-1 0 16,0 1-8-16,0-1-2 0,0 1 0 0,-3 2 0 15,3 0-12-15,-3 3 11 0,-3 5-11 0,3 0 10 16,-3 6-10-16,3-1 0 0,0-2 0 0,-2-3 8 0,2-3-8 0,-3-2 8 16,3-3-8-16,0 0 8 0,0-2-8 0,0-3 0 15,0 0 0-15,0-6 0 16,3 4-48-16,0-7-12 0,0 1-3 0,0 0 0 16,3 0-103-16,0-5-21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12T23:17:05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16049 14198 2229 0,'-9'0'46'0,"0"0"12"16,1 0-46-16,-1 0-12 0,3 0 0 0,-3 0 0 0,0 3 50 0,0 0 8 0,0-1 2 0,0 1 0 156,0 2-28-156,0 1-6 0,-3-1-1 0,0 3 0 0,3 0 31 0,-3 0 7 0,4 2 1 0,-4 1 0 0,0 2-52 15,0 3-12-15,0 0 0 0,0 5 0 0,0-2 0 0,0 4 0 0,0 1 0 0,-3 3 0 0,1-1-21 0,-1 1-7 0,-3-1-2 0,-3 3 0 0,3-2 16 0,-3 2 3 0,3-3 1 0,-2 3 0 0,-1-5-11 16,0 3-3-16,0-1 0 0,3-2 0 0,0-3-55 0,3 0-11 0,1-2-2 0</inkml:trace>
  <inkml:trace contextRef="#ctx0" brushRef="#br0" timeOffset="220.89">15418 14378 2108 0,'0'-26'98'16,"0"13"-87"-16,0 5-11 0,0 0 0 0,0 2 0 15,0 6 56-15,0 0 10 0,0 0 2 0,0 0 0 16,0 0-25-16,0 0-5 0,0 0-1 0,0 0 0 15,0 0-20-15,3 8-4 0,0-2-1 0,0 4 0 16,0 4-12-16,0-1 0 0,3 3 0 0,0 2 0 16,-3 1 0-16,6-1 0 0,-3 1 0 0,3 2 0 0,0 0 0 0,0-2 0 0,3-1 0 0,0 1 0 31,-4-1 8-31,4-2 0 0,0 3-8 0,0-4 12 0,0 1-22 0,0-2-5 0,0-4-1 0,0 1 0 31,3-3-122-31,-3 0-25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38:07.84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12165 4469 1036 0,'0'0'23'0,"0"0"5"0,0 0 0 0,0 0 1 0,0 0-29 0,0 0 0 0,0 0 0 0,0 0 0 16,0 0 57-16,0 0 6 0,-6-3 1 0,6 3 0 16,0 0 0-16,0 0 0 0,-6 0 0 0,6 0 0 15,0 0 0-15,0 0 0 0,0 0 0 0,0 0 0 16,-6 0 0-16,6 0 0 0,0 0 0 0,0 0 0 16,0 0-52-16,0 0-12 0,0 0 0 0,0 0 0 15,0 0 0-15,0 0 0 0,0 0 0 0,0 0 0 16,0 0 0-16,0 0 0 0,0 0 0 0,0 0 0 0,0 0 0 0,0 0 0 15,0 0 0-15,6 6 0 0,-3-4 0 0,3-2 0 16,3 3 0-16,0-3 0 0,0 0 54 0,3 0 8 16,-1 0 2-16,4-3 0 0,0 3-64 0,3 0-26 15,0 0 2-15,0-2 0 0,3 2 24 0,-1 0 0 16,1 0 0-16,0 0 0 0,0 0 0 0,0 0 0 16,0-3 0-16,-1 3 0 0,-2-3 0 0,-3 1 0 15,3 2 0-15,0-3 0 0,0 1 0 0,3-1 0 16,-3 0 0-16,2 3 0 0,1-5 0 0,3 5 0 15,0-3 0-15,3 3 0 0,-1 0 0 0,4 0 0 0,0-5 0 16,0 5 0-16,-1-3 0 0,1 3 0 0,-3-2 0 0,3-1 0 16,3 0 0-16,2 3 0 0,4-2 0 15,3-1 0-15,-1 3 0 0,-2-3 0 0,3 1 0 0,-4-1 0 16,-5 3 0-16,3-5 12 0,0 2-4 0,2 1 0 16,1-4-8-16,0 6 12 0,2-2-4 0,-2-1 0 15,0 0-8-15,-4 3 11 0,-2-2-11 16,0-1 12-16,-3 3-12 0,2 0 12 0,-2-5-12 0,6 5 12 15,-3-3-12-15,2 3 0 0,1 0 0 0,0 0 0 16,-3-5 0-16,-1 5 8 0,1 0-8 0,-6 0 0 16,0 0 0-16,2 0 0 0,1-3 0 0,0 3 0 15,0-2 0-15,5 2 0 0,-2 0 0 0,3 0 0 16,-3-3 0-16,2 0 0 0,-2 1 0 0,0-1 0 16,-3 0 0-16,2 3 8 0,1 0-8 0,3-2 0 0,2-1 0 15,1 3 0-15,0-5 0 0,0 2 0 0,2 3 0 16,-5-5 0-16,0 2 0 0,-1 0 0 15,-2 1 8-15,3-1-8 0,0 1 8 0,2-4-8 0,-2 4 8 0,3-1-8 16,-4 3 8-16,4-8-8 0,-3 8 9 0,-6-8-9 16,-1 5 10-16,1 1-10 0,0-3 9 0,-3 2-9 15,2-2 8-15,4 2-8 0,-3 3 9 0,3-5-9 16,-4-1 10-16,4 4-10 0,-3-1 10 0,-3 0-10 16,0-2 10-16,-1 2-10 0,-2 1 9 0,0 2-9 15,-3-5 8-15,3 2-8 0,-4-2 0 16,1 2 8-16,3 0-8 0,0 1 0 0,0-4 8 0,0 6-8 15,-1-2 0-15,4-1 8 0,-3 3-8 0,0-3 0 0,-3 3 0 16,2 0 0-16,-2-2 0 0,0 2 0 16,-3 0 0-16,0 0 8 0,0-6-8 0,2 6 0 15,-2 0 0-15,0-2 0 0,0 2 0 0,3 0 0 0,0 0 0 0,0-5 0 16,-1 5 0-16,4 0 0 0,-3 0 0 0,3 5 0 16,-3-5 0-16,0 0 0 0,2 0 0 0,-2 2 0 15,0 4 0-15,-3-6 0 0,0 0 0 16,-3 2 0-16,2-2 0 0,1 0 0 0,0 0 0 0,0 3 0 15,3-3 0-15,0 0 0 0,0 0 0 0,2 0 0 16,1 3 0-16,0-1 0 0,3-2 0 0,-3 3 8 16,-1 0-8-16,1-1 0 0,0-2 0 0,-3 3 0 15,0 0 0-15,0 2 0 0,-4-5 0 0,4 0 0 16,-3 0 0-16,3 0 0 0,0 3 0 0,3-3 0 0,-4 5 0 16,4-5 0-16,-3 2 0 0,3-2 0 15,-3 3 0-15,0 0 0 0,-1-1 0 0,1 4 0 16,-3-4 0-16,-3 4 0 0,0-1 10 0,-3-2-10 15,0-1 0-15,0 4 0 0,-3-4 0 0,-4 3 0 0,4 1 14 16,-3-1-1-16,0-2 0 0,0 2 0 16,-3 0 3-16,0 1 1 0,-3-1 0 0,3 0 0 0,0 3-1 0,-3 0 0 15,3-3 0-15,0 1 0 0,0 2-5 0,0 2-2 16,0-2 0-16,-3-3 0 0,3 3-9 0,0 0 0 16,0 0 0-16,0-3 0 0,0 3 0 0,0 0 0 15,0 3 0-15,-3-3 0 0,3 0 0 0,-3 0 8 0,3 2-8 16,0-2 0-16,-3 0 0 0,3 0 0 0,-3 5 8 15,0-5-8-15,0 3 0 0,3 2 0 0,-3 0 0 0,0 1 8 16,3 1-8-16,-3-1 0 0,0 2 9 0,3-1-9 16,-3 1 0-16,0 0 0 0,3 0 0 0,-3 0 0 15,0 0 0-15,3 0 0 0,-3-3 0 0,3 3 0 16,0-3 0-16,-3 0 0 0,3 0 0 0,0-2 0 16,-3 2 0-16,0 1 0 0,0-4 0 0,3 3 0 15,-3 1 0-15,0-4 0 0,0 3 0 0,0 3 0 16,0-3 0-16,0 3 0 0,0 3 0 0,0-1 8 15,0 1-8-15,0-1 0 0,0 4 0 0,0-4 8 16,0 3-8-16,0-5 11 0,0 5-11 0,0-7 12 16,0 1-12-16,0 4 12 0,0-3-12 0,0-3 12 15,0 3-12-15,0-3 0 0,0-2 0 0,0 2 0 16,3-2 0-16,-3-1 8 0,0 1-8 0,0-1 0 16,3 1 0-16,-3 2 0 0,0 0 0 0,0 1 0 15,0-1 0-15,0 0 0 0,0 3 8 0,0 0-8 0,0-3 0 16,0 3 0-16,0 0 0 0,0 0 0 0,0 0 0 0,0-3 0 15,2 3 0-15,-2-3 8 0,0 0-8 0,0 0 0 16,-2 1 0-16,2-4 0 0,0 3 0 0,0 1 0 16,0-4 0-16,0 1 0 0,0-1 0 0,-3 4 0 15,3-4 0-15,0 1 0 0,0-3 0 0,0 2 0 16,0 1 0-16,0-3 0 0,0 2 0 0,-3 4 0 16,3-1 0-16,0-3 0 0,0 6 0 15,-3-2 0-15,3 4 0 0,0 1 0 0,0-1 13 16,0 1-2-16,0 2-1 0,0 0 0 0,0 0 2 0,0 0 1 15,0 0 0-15,0 1 0 0,0-1 5 0,0-3 1 16,0 4 0-16,0-4 0 0,0 1-4 0,-3 2-1 16,3 0 0-16,0 3 0 0,0 2-4 0,0 3-1 15,0 0 0-15,0 6 0 0,0-3-9 0,0-3 12 0,0 0-12 0,0-3 12 16,0-2-12-16,0 0 8 0,0 0-8 0,-3-1 8 16,3 1-8-16,0 3 0 0,-3-1 9 0,0 6-9 15,3 0 0-15,-3-1 0 0,0 1 0 0,3 3 8 16,-3-6-8-16,0 0 0 0,0 0 0 0,0-3 0 15,0 1 0-15,0-3 8 0,0 2-8 0,-3 3 0 16,3 0 0-16,0 3 0 0,0 0 0 0,0 5 8 16,3-5-8-16,-3 2 0 0,0-5 0 0,3 3 8 15,-3-3-8-15,3-3 8 0,-3 1-8 0,3 2 8 16,-3-3 0-16,0 6 0 0,3 0 0 0,-3 2 0 16,3 1 0-16,0-1 0 0,0-2 0 0,0 0 0 15,0-3-8-15,0 0 8 0,0-3-8 0,0 1 8 16,0-3-8-16,0 2 0 0,0 1 0 0,0 2 0 15,0 2 8-15,0-1-8 0,3 1 8 0,-3 6-8 16,0-5 8-16,3-3-8 0,-3 0 8 0,0 0-8 16,3-5 8-16,-3 0-8 0,0 0 8 0,3 0-8 15,-3-1 0-15,0 1 0 0,3 3 0 0,-3 2 8 0,0 0-8 0,0 0 0 16,3 0 0-16,-3-2 8 0,3-1-8 0,-3-2 0 16,3-3 0-16,-3 3 0 0,3-6 0 0,-3 1 0 15,3-1 0-15,-3 1 0 0,3-3 0 16,-3-3 8-16,3 6-8 0,-3-4 0 0,3 1 0 0,-3 3 8 0,0-3-8 15,3 2 0-15,-3 1 0 0,0-1 0 0,3 3 0 16,-3-2 8-16,3 0-8 0,-3 2 0 0,0-5 0 16,0-1 0-16,3 1 0 0,-3 0 0 0,0-3 0 0,3 1 0 15,-3-1 0-15,3 0 0 0,-3 0 0 16,3-2 0-16,-3 2 0 0,3-2 0 0,-3-1 0 0,0 1 0 16,3-1 0-16,-3 4 0 0,3-4 0 0,-3 4 0 15,0-1 0-15,0 0 0 0,0 3 0 16,0 2 0-16,0-2 0 0,0 0 0 0,0 3 0 0,0-1 8 15,0-2-8-15,-3 3 0 0,3-1 0 0,0-2 0 16,-3 0 0-16,3-3 0 0,0 0 0 0,-3 1 0 16,3-1 0-16,0-3 8 0,-3 1-8 0,3 0 0 15,-3-1 0-15,3 1 0 0,0-3 0 0,-3 0 0 16,3-1 0-16,0 1 0 0,0 0 0 0,-3 3 0 16,3-6 0-16,0 3 0 0,0 0 0 0,0 0 0 15,-3 0 0-15,3 0 0 0,0 0 0 0,0 0 0 16,0-3 0-16,0 3 0 0,0 0 0 0,-3 0 0 0,3 0 0 0,0 0 0 15,0 0 0-15,-3-3 0 0,3 3 0 0,0-3 0 16,0 3 0-16,-3-3 0 0,3 1 0 0,0-6 0 16,0 5 0-16,-3 0 0 0,3 1 0 0,0-6 0 15,0 5 0-15,0-5 0 0,-3 5 0 0,3-5 0 16,0 0 0-16,-3 3 0 0,0 2 0 0,3-5 0 16,-3 5 0-16,0-2 8 0,3-3-8 15,-6 3 0-15,6-3 0 0,-6 5 0 0,-3-5 0 16,3 3 0-16,-3-3 0 0,0 2 0 0,0-2 0 0,1 0 0 15,-4 0 0-15,0 0 8 0,-3 0-8 0,-3 0 0 16,0 0 0-16,-6 0 0 0,0 0 0 0,1 0 0 16,-7 0 0-16,3 0 8 0,0 0-25 0,1 0-5 15,-1 0-1-15,-3 0 0 0,3 0 39 0,-6 0 7 0,1 0 1 0,-10 0 1 16,3 0-25-16,-2 0 0 0,-1 0 0 0,0 0 0 16,7 0 0-16,-4 0 0 15,-3 0 0-15,-5 0 0 0,2 0 0 0,-6 0 0 0,4 0 0 16,-4 0 0-16,6 0-17 0,-2 0-6 0,2 0-1 0,-5 0 0 15,2 0 24-15,-3 3 0 0,-2-3 0 0,-1 0 0 16,10 0 12-16,-4 0 8 0,3 3 0 16,-5-1 1-16,-1-2-21 0,3 3 0 0,-5-3 0 0,2 3 0 15,4-3-15-15,2 2-4 0,6-2-1 0,-8 3 0 16,5-3 20-16,-6 3 0 0,-2-1 0 0,-1-2 0 16,4 3 12-16,2-3 5 0,6 2 2 0,-2 1 0 15,-1 0-19-15,0-3 0 0,1 2 0 0,-10 1 0 16,6 0 0-16,-2-1 0 0,5-2 0 0,-3 3 0 15,10 0 0-15,-4-1 0 0,-3 1 0 0,-2 0 0 16,-1-1 0-16,0 1 0 0,1-1 0 0,-1 1 0 16,3-3 0-16,4 0 0 0,-1 3 0 0,0-1 0 0,-2-2 0 0,-1 3 0 15,-3-3 0-15,-2 3 0 0,5-1 0 0,0-2 0 16,4 0 0-16,2 0 0 0,3 0 0 0,-3 0 0 16,1 0 0-16,-7 3 0 0,0-3 0 0,1 0 0 15,2 0 0-15,-3 0 0 16,4 0-12-16,5-3-5 0,0 3-2 0,-3-2 0 0,4 2 31 0,-4-3 5 15,-3 3 2-15,-2 0 0 0,2 0-19 0,-3-3 0 0,3 3 0 16,-2 0 0-16,5 0 0 0,3-2 0 16,1 2 0-16,-4 0 0 0,0 0 0 0,-3 2 0 0,1-2 0 0,-4 0 0 15,0 0 0-15,4 0 0 0,2 0 0 0,0 0 0 16,7 0 0-16,-1 3 0 0,-3-3 0 0,-3 3 0 16,4-1 0-16,-7 1 0 15,3-3 0-15,-3 5 0 0,4-5 0 0,2 6 0 16,3-4 0-16,0 1 0 0,4 0 0 0,2-1 0 0,3 3 0 0,0-2 0 15,0 0-19-15,-2-1 3 0,2 1 0 0,0 2 0 16,3-5 24-16,0 3 4 0,3 0 2 0,0-1 0 16,3 1-14-16,1-3 0 0,2 0 0 0,0 3 0 15,0-3 0-15,3 2 0 0,0-4 0 0,6 2 0 16,0 0-9-16,0 0 9 0,0 0 0 0,-6 0-9 16,6 0 9-16,0 0 0 0,-3-3 0 0,3 3 0 15,0 0 0-15,0 0 0 0,-3-3 0 0,0-2 0 16,3 0 0-16,0-1 0 0,-3 1 0 0,3-3-8 15,0 3 8-15,0-3 0 0,0-3 0 0,0 1-8 0,0-3 8 16,0-1-12-16,0-4 12 0,3 2-12 0,-3-5 12 16,0 2-10-16,3-2 10 0,-3 0-10 0,3 0 10 15,-3 0 0-15,0 2-9 0,3-2 9 0,0 0 0 0,-3 2 12 16,3-2-2-16,3-3 0 0,-3 3-19 0,0-5-4 16,0-4-1-16,0-1 0 0,3-6 14 15,-3 2 0-15,3 1 0 0,0-3 0 16,0 5 0-16,-1 3 18 0,1 0-2 0,0-3-1 0,3 0-25 0,-3-2-5 15,0-3-1-15,0-5 0 0,3 2 16 0,-3-2 0 16,3 2 0-16,-3 0 0 0,3 3 10 0,-3-3 5 16,3 3 1-16,-3-5 0 0,0-3-16 0,0 0 0 15,0-3 0-15,-3 1 0 0,2 5 0 0,1-1 0 0,0 3 0 0,-3-4 0 16,0 1 0-16,0-2 0 16,0-2 0-16,0-4 0 0,3 6 0 0,-3 3 0 15,0 2 0-15,0-2 0 0,-3 2 0 0,3 1 0 0,-3-4 0 16,0-2 0-16,0 0 0 0,3 0 0 0,-3 0 0 15,0 6 0-15,0 2 0 0,0 0 0 0,0 2 0 0,0-2 0 16,0 0-9-16,0-3-5 0,0-2-1 0,0 0 0 16,0 2 24-16,0 3 5 0,0 3 1 0,0-4 0 15,0 7-15-15,-3-1 0 0,3 0 0 0,-3-2 0 16,3-1 0-16,0-2-13 0,-3 0 2 0,3-2 1 16,-3 2 10-16,3 2 0 0,0 1 0 0,0-1 0 15,0 6 8-15,0-2 1 0,-3-1 0 0,3 0 0 16,0-2-9-16,0-1-12 0,0-2 2 0,0 0 1 15,0 0 9-15,0 3 0 0,3 2 0 0,-3 0 0 16,0 3 0-16,0 0 0 0,0 0 0 0,0-3 0 16,0 0 0-16,0-2 0 0,0-3 0 0,0 0 0 15,3 3 0-15,-3-1 0 0,3 3 0 0,-3 3 0 0,0 0 0 0,0 5 0 16,0-2 0-16,0-1 0 0,0 1 0 0,0 0 0 16,0-4 0-16,0 1 0 0,0-2 0 0,0-1 0 15,0 0 0-15,0 0 0 16,0 6 0-16,0-1 0 0,0 1 0 0,0 2 0 0,0 0 0 0,0 3 0 15,0-3 0-15,0 0 0 0,0 1 0 0,-3-1 0 16,3-3 0-16,-3 1 0 0,3-3 0 0,0 0 0 16,0 0 0-16,0 2 0 0,0 1 0 0,0 2 0 0,0 3 0 0,0 0 8 15,0 2-8-15,0 1 0 0,0-1 0 0,0 0 8 16,0 1-8-16,0 2 0 0,0-2 0 0,3-1 0 16,-3-2 0-16,3 0 0 15,-3 0 0-15,0-1 0 0,0-1 0 0,3-1 0 16,0 3 0-16,-3-1 0 0,3 1 0 0,0 3 0 15,0-1 0-15,0 3 0 0,0-2 0 0,0 5 0 0,0 2 0 16,0-2-8-16,0 2 8 0,0 3 0 0,0-8 0 0,0 6 0 16,0 2 0-16,0-3 0 0,0 1 0 0,0 2 0 15,0-3 0-15,0 3 0 0,0-2 0 0,0 2 0 16,3-3-80-16,-3-2-12 0,3 0-1 16,-1 2-1183-16</inkml:trace>
  <inkml:trace contextRef="#ctx0" brushRef="#br0" timeOffset="3672.893">22172 2342 1571 0,'0'0'44'0,"-6"0"11"0,0 2-44 0,3-2-11 0,3 0 0 0,-9 0 0 15,6-2 107-15,-3 2 19 0,1 0 4 0,5 0 1 16,0 0-31-16,0 0-5 0,0 0-2 0,0 0 0 16,0 0-22-16,0 0-5 0,0 0-1 0,0 0 0 15,5-6-20-15,1 4-4 0,0 2-1 0,3 0 0 16,0-6-4-16,3 6-2 0,0-2 0 0,0 2 0 16,0-3-10-16,3 3-1 15,3 0-1-15,-4 3 0 0,4-3-12 0,0 2-2 16,3-2-8-16,-3 6 12 0,0-4-12 0,0 4 0 0,2-4 8 15,-5 4-8-15,0-4 0 0,-3 6 0 0,0-2 0 0,-3 1 0 16,-3 1 0-16,0 0 0 0,-3 3-8 0,-3-3 8 16,-3 2-23-16,0-2 3 0,-3 3 0 0,0-3 0 15,0 0 20-15,-3 0 12 0,0 5-2 0,0-5 0 16,0 0-59-16,0 0-12 16,0-3-3-16,3 3 0 0,1 0 103 0,2-5 20 0,0 2 4 0,3-5 1 15,0 5-103 1,0 3-20-16,3-5-4 0,3 5-1 0,2-3 52 0,-2-2 12 0,0 2 0 0,3 0 0 15,3 3 48-15,-3-5 13 0,3 5 3 0,-3-3 0 0,3 3-64 0,0-5-26 16,-3 7 2-16,0-2 0 0,0-5 24 0,-3 5 0 16,2 0 0-16,-2 2 0 0,3-2 0 0,-6 0 0 15,0-3 0-15,0 3 8 0,-3 3-8 0,0-3 0 16,-3 3 8-16,-3 4-8 0,0-4 8 0,-3 0-8 16,-2 4 8-16,-4 1-8 0,0-2 0 15,-3-4 0-15,-3 3 0 0,-3 1 0 16,3 1-41-16,-5-1-7 0,2 4 0 0,0 1-1 0,3-3 39 0,-3-6 10 15,6 9 0-15,-2-9 0 16,2 4-207-16,0-7-39 0</inkml:trace>
  <inkml:trace contextRef="#ctx0" brushRef="#br0" timeOffset="3938.034">23300 2453 2030 0,'12'-8'57'0,"-9"0"14"0,3 8-57 0,-3-8-14 0,0 3 0 0,0-3 0 16,-3 3 105-16,0 2 19 0,-3-5 3 0,0 3 1 16,-3-3 0-16,0 8 0 0,0-8 0 0,-3 8 0 15,0-6-103-15,0 6-25 0,-2 0 0 0,-1 0 0 16,0 6 36-16,-3-4 1 0,0 4 1 0,0-4 0 16,0 9-28-16,-3-3-10 0,1 2 0 0,-4 4 9 15,0 2-9-15,0 5 0 0,3 0 0 0,-3 3 0 16,-2 2 0-16,-4 1 0 0,3 2 0 0,-6 0 0 15,3-3 0-15,-2 1-11 0,-1-1 11 0,0-2-12 16,3-3-68-16,0 0-15 0,4 1-2 0,-1-4-734 16,0 1-146-16</inkml:trace>
  <inkml:trace contextRef="#ctx0" brushRef="#br0" timeOffset="4178.368">22696 2477 2188 0,'6'-11'48'0,"6"-2"11"0,-3 0 1 0,6-3 1 0,-3 0-49 0,3 3-12 0,2-1 0 0,-2 4 0 16,0-1 105-16,0 3 19 0,0 6 3 0,-3-6 1 16,0 8-60-16,0 0-11 0,0 0-2 0,-4 0-1 15,4 8-22-15,-3-6-5 0,0 9-1 0,0-1 0 16,0 4-10-16,-3-1-1 0,0 3-1 0,0 0 0 16,0 5-14-16,0 3 8 0,0-1-8 0,-3 4 0 15,3 2 0-15,0 0 0 0,3-5 0 16,-3 5 0-1,3-5-28-15,-1 2-3 0,1-7 0 0,0 2 0 16,0-2-86-16,0-1-18 0,0-2-3 0,3-3-630 0,0 0-127 0</inkml:trace>
  <inkml:trace contextRef="#ctx0" brushRef="#br0" timeOffset="4638.929">23509 2429 1941 0,'3'-13'55'0,"-3"5"12"0,3 0-54 0,0-3-13 0,0 3 0 0,0 0 0 0,0 1 124 0,0-1 23 16,2 2 4-16,-2 4 1 0,6-6-71 0,0 8-13 16,0-8-4-16,3 8 0 0,-3-6 0 0,6 4 0 15,-3-1 0-15,6 3 0 0,-3 0 0 0,2 0 0 16,1 3 0-16,0-1 0 0,-3 4-51 0,0 2-13 16,0-6 0-16,-3 6 0 0,3 3 0 15,-6-1 0-15,-1-2 0 0,-2 6 0 16,0-6 0-16,-3 5 0 0,0-5 0 0,-3 5 0 15,0-2-48-15,-6 2-13 0,3 0-3 0,-6-5 0 0,1 3 52 16,-1-1 12-16,-3 1 0 0,0-3 0 0,3 0 0 0,-3 2 0 16,3-2 0-16,0-5 0 0,3 2 0 0,3 3 0 0,0-5 0 15,3-3 0 1,3 5-54-16,0 3-8 0,6-3-2 0,3 3 0 0,3-5 103 0,0 2 20 0,0 0 4 0,3 3 1 16,-4-5-52-16,1 5-12 0,3-3 0 15,-3 3 0-15,-3 0 0 0,3 5 0 0,-3-5 0 16,-3 0 0-16,0 0 54 0,-3 5 8 0,-3-5 2 0,-1 0 0 15,-4 5-52-15,-1-5-12 0,-3 6 0 0,-3-4 0 16,0 3 27-16,0-2 2 0,-6 0 1 0,3-1 0 31,-3 1-48-31,-3-1-10 0,0 4-1 0,-5-7-1 0,-1-1 30 0,0 4 0 0,0 4 0 0,-6-7 0 16,1 7 0-16,2-4 0 0,0 4 0 0,-3-1 0 31,6-3-160-31,-2 1-25 0</inkml:trace>
  <inkml:trace contextRef="#ctx0" brushRef="#br0" timeOffset="7178.707">21663 4122 2188 0,'0'0'48'0,"0"0"11"0,0 0 1 0,0 0 1 0,0 0-49 0,0 0-12 16,0 0 0-16,0 0 0 0,0 0 105 0,0 0 19 16,0 0 3-16,6 6 1 0,-3 2-103 0,0 0-25 15,0 2 0-15,0 9 0 0,-3-3 0 0,0 5 0 16,0 3 0-16,0 2 0 0,-3-2 0 0,3 5 0 0,-3-8 0 16,-3 3 0-1,3 0 24-15,0 0 0 0,0-6 0 0,-3 3 0 0,0-2-38 0,0-1-8 16,0 1-2-16,0-1 0 15,0-2-83-15,1 0-17 0,-4 0-3 0,3-5-1 0</inkml:trace>
  <inkml:trace contextRef="#ctx0" brushRef="#br0" timeOffset="7337.139">21800 3932 2188 0,'-3'-3'48'0,"0"-5"11"0,0-2 1 0,0 2 1 0,0 0-49 0,0 0-12 0,0 5 0 0,0-7 0 16,3 4 0-16,-3 1 0 0,3 5 0 0,0 0 0 16,-3 0 0-16,3 0 0 0,0 0 0 0,0 0-970 15</inkml:trace>
  <inkml:trace contextRef="#ctx0" brushRef="#br0" timeOffset="7779.731">21869 4120 1978 0,'0'0'56'0,"0"0"12"0,0 0-54 0,0 0-14 15,0 0 0-15,0 0 0 0,0 0 116 0,3 8 21 16,0 0 4-16,0-3 1 0,-1 3-62 0,4 0-13 16,-3 8-3-16,0-6 0 0,3 4-51 0,-3 1-13 15,0 4 0-15,3-1 0 0,-3 1 0 0,0 0 0 0,0-1 0 16,0-5 0-16,0 3 0 0,0 0 0 0,-3 0 0 0,0 0 0 15,0-3 0-15,-3 0 0 0,3-2 0 0,-3 2 0 16,-3-5 0-16,3 5 0 0,0-7 0 0,0-1 0 16,3-5 0-16,-6 5 0 0,6-5 0 0,0 0 0 15,0 0 0-15,0 0 0 0,0 0 0 0,0 0 0 16,0 0 0-16,0-5 0 0,0-3 0 0,0-3 0 16,3 1 0-16,3-1 0 0,0-2 0 0,3 0 0 15,0-3 54-15,0 0 8 0,3 0 2 16,0-5 0-16,0 5-52 0,3-8-12 0,-3 11 0 0,2-6 0 15,1 4 0-15,-3 1 0 0,0 4 0 0,3 2 0 16,-3 2 19-16,-3 4 1 0,3 2 0 0,-3 0 0 16,3 2-32-16,-4 4-7 0,1 2-1 0,-3 5 0 15,3 3 40-15,-3-3 7 0,0 6 1 0,0-1 1 16,0 3-29-16,-3 3 0 0,0-5 0 0,0 2 0 16,-3 0-40-16,0-3-5 0,0 1-1 0,0 0 0 15,-3-4-134 1,3 4-28-16,-3-6-4 0</inkml:trace>
  <inkml:trace contextRef="#ctx0" brushRef="#br0" timeOffset="8116.986">22256 4342 1918 0,'-3'-18'42'0,"0"10"9"0,3-3 1 0,0 0 3 0,0-2-44 0,3 0-11 16,-3 0 0-16,3 5 0 0,0-5 108 0,-1 2 20 15,1 3 4-15,0 3 1 0,0-1-46 0,0 4-10 16,-3 2-1-16,3-5-1 0,-3 5-35 0,9 5-6 0,-3-5-2 0,0 8 0 15,0-3-4-15,0 3 0 0,3 8-1 0,0-6 0 16,0 4-27-16,0 2 0 31,0-1 0-31,3 4 0 0,0-6-46 0,-1 3-14 0,16 11-68 0,-15-17 167 0,3 1 20 0,-3-1 4 0,3 1 1 32,-3-3-72-32,0-6-15 0,0 4-2 0,-1-4-1 0,-2 1 26 15,3-3 0-15,-3 0 0 0,0-3 11 0,0 1 17 0,-3-4 3 0,3 1 1 16,-3-3 0-16,0 0 4 0,0-2 2 0,0-1 0 0,-3-2 0 15,3 0-12-15,0-3-2 0,0-3-1 0,0 1 0 16,0-3-15-16,-1-1-8 0,1 4 10 0,0-6-10 16,0 6 0-16,0-1 0 0,0 6 0 0,0-6 0 15,0 9-31-15,-3-6-9 0,3 8-1 0,-3 3-1 16,3-1-111-16,-3 4-23 0,3 2-4 0,-6 0-973 16</inkml:trace>
  <inkml:trace contextRef="#ctx0" brushRef="#br0" timeOffset="9160.681">23015 4249 1566 0,'0'0'34'0,"0"0"7"0,0 0 2 0,0 0 1 0,6 0-35 0,-1-2-9 16,-2 2 0-16,3-5 0 0,-3 2 124 0,0-2 22 16,3-1 5-16,-3 1 1 0,0 2-54 0,0-5-10 15,0 6-3-15,0-6 0 0,-3 0-17 0,3 0-3 0,-3 3-1 0,0-3 0 16,0 0 0-16,0 0 0 0,-3 0 0 0,0 0 0 15,0-3 0-15,0 3 0 0,0 1 0 0,-3 1 0 16,0-2-51-16,0 6-13 0,0-9 0 0,-2 6 0 16,-1 2 0-16,-3 0 0 0,0 1 0 0,0-1 0 15,-3 3 0-15,0 0 0 16,0 3 0-16,0-1 0 0,0 1 0 0,1 5 0 0,2 3 0 0,0-3 0 31,0 2-48-31,3 3-13 0,3 6-3 0,3-1 0 16,0 1 0-16,6 5 0 0,0-8 0 0,6 5 0 15,0-8-51-15,3 3-10 0,0-3-3 0,3-2 0 16,-1-3 51-16,1 0 9 0,0-6 3 0,-3 4 0 0,0-4 53 0,-3 1 12 0,0-3 0 0,0 0 0 16,-3 0 51-16,-3-3 10 0,-3 3 3 0,3-2 0 15,0-4 0-15,0 4 0 0,-3-1 0 0,3-5 0 16,-3 0 16-16,0 0 3 0,0 0 1 0,0 3 0 16,3-6-51-16,-3 3-9 0,0 0-3 0,3 1 0 15,0-1 2-15,-3 0 0 0,3 2 0 0,0 1 0 16,-3 0-35-16,0 5-6 0,0 0-2 0,0 0 0 0,0 0 20 15,0 0-8-15,0 0 8 0,5 2 0 0,1 4-9 0,-3 2 9 16,0 0 0-16,0 5-9 0,0-5 9 0,0 2 0 16,0 4 0-16,3-1 0 0,-3 0 0 0,3-2 0 15,0-1 0-15,0 6-8 0,0-8 8 0,3 0 0 16,-3 0 0-16,0 0 0 16,3-3-28-16,-3-2-8 0,3 2 0 0,0-5-1 0,0 3 37 15,-1-6 0-15,1 3 0 0,0-5 0 16,3-3 0-16,-3-3 0 0,3 1 0 0,-3-6 0 0,3 0 0 0,0-5 0 15,0 0 0-15,-3-6 0 0,3 3 44 0,-4-2 16 16,1-1 3-16,0 1 1 0,0-1-52 0,0 4-12 16,0-12 0-16,0 4 0 0,-3-4 54 0,0 3 8 15,0-5 2-15,-3 0 0 0,0 3-52 0,0 5-12 0,-3 0 0 0,0 5 0 16,0 3 0-16,-3 0 0 0,0 5 0 0,0 5 0 16,0-2 0-16,0 5 0 0,0 3 0 0,0 2 0 15,3 3 0-15,0 0 0 0,0 0 0 0,-6 0 0 16,0 3 0-16,0 5 0 0,0 5 0 0,0 8 0 15,0 0 0-15,3 0 0 0,-3 11 0 0,3 2 0 16,-3 1 0-16,3-3 0 0,0 2 0 0,1 0 0 16,2-10 0-16,0 5 0 0,2-2 0 0,-2 2 0 15,3 3 0-15,3-3 0 0,-3 0 0 0,3 0 0 16,0 0-48-16,3 0-13 0,-3-5-3 16,0-3 0-16,3 0 52 0,0-5 12 0,0 0 0 0,0-3 0 15,0-2 0-15,0 2 0 0,3-10 0 0,-3 2 0 16,2-2 0-16,-2-3 13 0,3-3-2 0,-3 0-1 15,3-2-10-15,-3 0-14 0,0-6 3 0,0 1 1 16,0-1 36-16,0-5 7 0,-3 0 2 0,0-2 0 0,0-3-5 16,0-1-1-16,0 4 0 0,0-6 0 0,-4 3-29 0,1 2 0 15,0 1 0-15,-3 2 0 0,0 3 0 0,0 2 0 16,0 1 0-16,0 2 0 0,0-3 0 0,0 6 0 16,-3-1 0-16,3 6 0 0,0 0 57 0,0 0 6 15,0 0 1-15,0 0 0 0,0 0-52 16,0 0-12-16,0 0 0 0,0 8 0 15,0 6-48-15,0-4-13 0,0 3-3 0,0 3 0 0,3 0 52 0,0 5 12 0,0-2 0 16,3-1 0-16,-3 4 0 0,3-4 0 0,-3 1 0 0,3-1 0 16,0-2 0-16,-3-3 0 0,3 3 0 0,-3 0 0 15,0-8 24-15,0 3 7 0,0-1 1 0,0-2 1 32,0-5-53-32,-3 2-10 0,0-5-2 0,0 0-1 15,0 0-25-15,0 0-5 0,0 0-1 0,0 0 0 16,3-5-153-16,0 2-31 0,0-10-7 0,0 2-1 0</inkml:trace>
  <inkml:trace contextRef="#ctx0" brushRef="#br0" timeOffset="9295.416">23625 3921 1958 0,'-15'-8'43'0,"9"6"9"0,0-4 1 0,0 4 3 0,3-3-45 0,-3 2-11 0,6 3 0 0,0 0 0 15,0 0 83-15,0 0 14 0,0 0 3 0,0 0 1 16,0 0-59-16,0 0-12 0,0 0-2 0,0 0-1 15,6 0-92-15,0-3-19 0,0 3-3 0</inkml:trace>
  <inkml:trace contextRef="#ctx0" brushRef="#br0" timeOffset="9879.021">24086 3612 1608 0,'0'0'45'0,"0"0"11"0,0 0-44 0,0 0-12 0,0-8 0 0,0 8 0 16,3-5 132-16,-3 5 25 0,3-3 5 0,-3 3 1 16,0 0-43-16,0 0-9 0,0 0-2 0,0 0 0 15,0 0-36-15,0 0-7 0,0 0-2 0,6 3 0 16,-3 2-16-16,0 3-3 0,-3-6-1 0,3 6 0 15,0 0-21-15,-3 3-5 0,3-1-1 0,-3 9 0 16,3-3-5-16,-3 0-2 0,0 5 0 0,3 8 0 16,-3 0-10-16,3 0 12 0,-3 0-12 0,3 6 12 15,-3-6-12-15,0 3 0 0,0-1 0 0,0-2 8 16,0-5-8-16,0 3 0 0,0-1 0 0,0 3 8 16,0-2-8-16,-3-1 0 0,3 3 0 0,-3 0 0 15,3-2 0-15,0-3 0 0,-3-3 0 0,3 0 0 16,-3-5-9-16,0-3 9 0,3 3 0 0,-3-8 0 15,3 0 0-15,-3-3 0 0,3-5 0 0,0 0 0 16,0 0 0-16,0 0 0 0,0 0 8 0,0 0-8 16,3-8 13-16,-3 0-3 0,0-2-1 0,0-4 0 0,0-1 4 0,-3-4 1 15,3 1 0-15,-3-1 0 0,0-2 0 0,0 0 0 16,-3 0 0-16,0 2 0 0,-3 1-4 0,-3 4-1 16,0 4 0-16,-2-4 0 0,-1 7-9 0,-3 1 0 15,0 4 0-15,-3 2 0 16,0 0-20-16,3 2-10 0,4 4-2 15,-4 7 0-15,6-5 48 0,-3 5 10 0,6 3 2 0,0-3 0 0,3 3-28 0,3 2 0 0,3 1 0 16,3-1 0-16,0 4 0 0,0-6 0 0,3 2-9 0,3 1 9 16,3-6-22-16,0 0-1 0,0-2 0 0,5 2 0 15,-2-5 23-15,3 0 0 0,3 0 0 0,0-3 0 32,0 0-113-32,-3 3-19 0,2-8-3 0,1 3-1111 0</inkml:trace>
  <inkml:trace contextRef="#ctx0" brushRef="#br0" timeOffset="10360.132">23747 4771 2419 0,'0'0'53'0,"-6"0"11"0,0 0 3 0,0 0 1 0,0 0-55 0,6 0-13 0,0 0 0 0,0 0 0 16,0 0 54-16,6 2 8 0,3 1 2 0,3 0 0 16,3-1 0-16,3 1 0 0,-1-3 0 0,7 0 0 15,6 3-52-15,3-3-12 0,5 0 0 0,1 0 0 16,3 0 0-16,-1 2 0 0,1-2 0 0,3 3 0 15,-4-3 0-15,1 3 0 0,3 2 0 0,2-5 0 16,-5 2 23-16,-3 1 1 0,-4 0 1 0,-2 2 0 16,-3 0-91-1,-6-2-18-15,-3 2-4 0,-6 1-1 0,-4-1-134 16,-8 0-26-16,0 0-6 0,-9-2-666 0</inkml:trace>
  <inkml:trace contextRef="#ctx0" brushRef="#br0" timeOffset="10539.622">24053 4959 1947 0,'-23'2'43'0,"-7"4"9"0,0 4 1 0,-3-5 2 0,7 3-44 0,2-2-11 0,3 2 0 0,3-3 0 16,6 0 107-16,3-2 19 0,6-1 4 0,3-2 1 16,0 0-54-16,9 3-10 0,3 0-3 0,6-3 0 0,9-3 0 0,2 0 0 15,10 1 0-15,3-1 0 16,-3 3-51-16,5-5-13 0,-2 0 0 0,3-1 0 0,2 1 32 0,1 0 4 16,5-3 1-16,-2 5 0 15,-3-2-59-15,-4 2-12 0,4 1-2 16,2-4-835-16,-5 4-166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39:12.75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13287 4120 1465 0,'0'0'32'0,"-6"8"6"0,0-6 2 0,0 4 2 0,0-1-34 0,3 0-8 0,3-5 0 16,-6 3 0-16,6-3 116 0,-6 5 22 15,6-5 4-15,0 0 1 0,0 0-49 0,0 0-10 0,0 0-1 0,0 0-1 16,0 0-33-16,0 0-6 0,0 0-2 0,0 0 0 16,6-5-5-16,0-3-2 0,3 3 0 0,0-11 0 15,3 5-4-15,-3-5-1 0,6-2 0 0,-3-3 0 16,6 0 13-16,-1-6 2 16,7 1 1-16,3-9 0 0,6-5-21 0,0 1-4 15,8-1 0-15,1-5-1 0,3 3-19 0,-4 2 0 0,1 0 0 0,3-5 0 16,2 6 0-16,1-6 0 0,-1-6 0 0,7 7 0 15,-6 6 0-15,-7 1 0 0,1 0 0 0,-3 0 0 16,-4 8 55-16,-2 0 7 0,0 0 2 0,0 5 0 16,-4-2-72-16,-2 2-15 15,0 0-2-15,-3 3-1 0,0-6 26 0,-4 9 0 0,-2-3 0 0,0 2 0 16,-3 3-8-16,0 6 0 0,-3-9 0 0,0 9 0 16,-3 2-29-16,-3-5-6 0,2 5-1 15,-5 0 0-15,3 0-118 0,-3 0-24 0,0 2-5 16</inkml:trace>
  <inkml:trace contextRef="#ctx0" brushRef="#br0" timeOffset="408.161">14195 2903 1497 0,'0'0'32'0,"0"0"8"0,0 0 0 0,-6-6 4 0,0 4-36 0,6 2-8 0,0 0 0 0,-6 0 0 16,6 0 88-16,-9 0 16 0,9 0 4 0,0 0 0 15,-6 0-26-15,6 0-5 0,0 0-1 0,0 0 0 16,0 0-3-16,0 0-1 16,0 0 0-16,0 0 0 0,0 0-57 0,3 2-15 0,3 4 0 0,3-4 0 15,3-2 54-15,0 6 8 0,3-6 2 0,3 0 0 16,2 0-52-16,1-6-12 0,3 6 0 0,0 0 0 15,0 0 0-15,-3 0 0 0,2 0 0 0,1 6 0 16,-3-6 54-16,-3 2 8 0,0 4 2 0,-3-6 0 16,-1 5-64-16,-5 3-12 0,3-6-2 0,-3 6-1 15,-3 0 26-15,0 0 5 0,0 3 0 0,0-3 1 16,-3 2-1-16,-3 4-1 0,3-1 0 0,-3-3 0 16,-3 4-6-16,3-1-1 0,-3 0 0 0,0-2 0 15,0 2-8-15,-3 0 0 0,3-2 9 0,-3 2-9 16,0-5-16-16,0 5-8 0,0-5-2 15,-3 3 0-15,0-1-171 0,1-2-35 16</inkml:trace>
  <inkml:trace contextRef="#ctx0" brushRef="#br0" timeOffset="8191.577">12849 3937 873 0,'0'0'24'0,"-5"3"7"0,-1 0-31 0,0-3 0 0,6 0 0 0,-6 5 0 16,0-3 84-16,6-2 10 0,0 0 2 0,0 0 1 15,0 0-5-15,0 0-2 0,0 0 0 0,0 0 0 16,0 0-32-16,0 0-6 0,0 0-2 0,0 0 0 16,6 3-2-16,0-3-1 0,3 0 0 0,2-3 0 15,-2 1-5-15,3-3-1 0,0-1 0 0,-3 1 0 16,3 2-11-16,0-5-2 0,0 3-1 0,0-3 0 16,3 3-15-16,-1 0-4 0,-2-1 0 0,3-2 0 15,-3 0-8-15,0 6 0 0,-3-4 0 0,0 1 8 16,-3 5-8-16,-3-5 8 0,-3 5-8 0,0 0 8 15,0 0 0-15,0 0 0 0,0 0 0 0,-6 5 0 16,-3-2-8-16,0 2 0 0,-3 3 0 0,0 0 0 16,-3 0 0-16,3 0 0 0,-2 0 0 0,-1 2 0 15,0-2 0-15,0-2-9 0,0 2 9 0,0-1-13 16,-3 1 13-16,0 0 0 0,4-5 0 0,2 2 0 16,0 1 0-16,3-4 0 0,3 4 0 0,6-6 0 0,0 0 0 15,0 0 16-15,0 0-3 0,0 0-1 0,3 0 4 0,6 2 1 16,0-4 0-16,3 2 0 0,0 0 11 0,-1 0 1 15,4-8 1-15,0 5 0 0,0-2-19 0,0 2-11 16,0 0 12-16,0-2-12 0,3-3 0 16,-1 3 0-16,4-6 0 0,0 3-713 15,3-5-135-15</inkml:trace>
  <inkml:trace contextRef="#ctx0" brushRef="#br0" timeOffset="9082.641">15052 3916 933 0,'0'0'26'0,"0"0"6"0,0 0-32 0,-6 5 0 0,6-5 0 0,-6 3 0 16,3 2 84-16,3-5 9 0,0 0 3 0,0 0 0 16,0 0-17-16,0 0-3 0,0 0-1 0,0 0 0 15,0 0-4-15,0 0-1 0,0 0 0 0,0 0 0 16,0 0-33-16,0 0-6 0,0 0-2 0,0 0 0 15,0 0 3-15,6 0 1 0,-3 0 0 0,6 0 0 16,0 0-7-16,0-5-2 0,6 5 0 0,-3-3 0 16,3-2-9-16,0 0-3 0,-1 2 0 0,4-2 0 15,-3 0-12-15,6 2 11 0,-3 0-11 0,0-5 10 16,3 3-10-16,-4 0 0 16,-2-1 0-16,0 1 8 0,-3 0-8 0,-3 2 0 0,0-2 0 15,0 2 0-15,-3 3 0 0,-3-5 8 0,-3 5-8 0,0 0 8 0,0 0-8 0,0 0 10 16,0 0-10-16,0 0 10 0,-6 0-10 0,-3 5 0 15,-3-5 0-15,0 8 0 0,-3-5 0 0,-3 2-16 16,1 0 4-16,-4 1 1 0,0 4-1 0,0-2 0 16,0-5 0-16,0 2 0 0,3 0 12 0,1 1 0 15,2-1 0-15,0 0-8 0,6-5 8 16,0 3 0-16,0 2 0 0,9-5 0 0,0 0 0 0,0 0 0 16,0 0 8-16,0 0-8 0,0 0 18 0,6-5-1 15,0 5 0-15,6-3 0 0,0-2 9 0,3 2 2 0,3-2 0 16,-1 0 0-16,1 0-6 0,3 2-1 15,0-5 0-15,0 5 0 0,0-7-10 0,-1 4-3 16,-2 1 0-16,0 0 0 0,0-3-8 0,-3 5 0 16,3-7-10-16,0 2 10 15,-1-3-133-15,1 3-21 0,0 0-4 0</inkml:trace>
  <inkml:trace contextRef="#ctx0" brushRef="#br0" timeOffset="9825.113">15287 2064 1594 0,'0'0'35'0,"0"0"7"0,0 0 2 0,0 0 1 0,0 0-36 0,-6-3-9 16,3-2 0-16,-3 2 0 0,0 3 83 0,1 0 14 16,-1 0 3-16,0 0 1 0,0 0-39 0,-3 0-8 15,3 3-2-15,-6 2 0 0,3-2-12 0,-3 2-4 16,0 3 0-16,0 0 0 0,0 5-12 0,-3 3-2 0,1 0-1 0,-4 3 0 16,3 4-1-16,-3-1-1 15,0-4 0-15,0 9 0 0,0-6-19 0,3-3-11 16,-2 3 2-16,2 1 0 0,0-1 9 0,-3-3 0 0,0 1 0 15,-3-3 0-15,3-3-12 0,-2-3-1 0,-1-2 0 0,3 3 0 32,-3-3-31-32,3-8-5 0,0 3-2 0,3 2 0 15,1-5-157-15,-1-5-31 0,3 2-6 0,3-5-246 0,-3 0-49 0</inkml:trace>
  <inkml:trace contextRef="#ctx0" brushRef="#br0" timeOffset="10045.837">14671 2278 1267 0,'0'-24'28'0,"0"11"5"0,0-3 2 0,0 0 1 0,3 1-36 0,-3-7 0 0,3 6 0 0,-3 3 0 16,3-3 58-16,-3 8 5 0,3-5 1 0,0 5 0 15,0 0 50-15,0 3 10 0,0 2 3 0,3-2 0 16,-3 5-47-16,3 0-8 0,0 0-3 0,0 5 0 16,3-5-15-16,0 8-3 0,0-5-1 0,2 5 0 15,1 0-18-15,3 2-3 0,-3 1-1 0,3 5 0 16,3 2 15-16,-3-2 2 0,3 5 1 0,-3 1 0 16,2-6-37-16,-2 5-9 0,3-5 0 0,-3 5 0 15,0-5-16-15,3-3-6 0,0 3-1 0,-1 0 0 16,1-3 37-16,0-3 7 0,0 4 2 0,3-6 0 15,-6 0-70-15,3-1-13 0,-4 1-4 0,1-2 0 16,0-1-168-16,0-2-35 0</inkml:trace>
  <inkml:trace contextRef="#ctx0" brushRef="#br0" timeOffset="10273.422">15344 2313 1551 0,'0'0'34'0,"0"0"7"0,0 0 2 0,0 0 1 0,-3-6-36 0,3 6-8 0,0 0 0 0,0 0 0 16,-6 0 97-16,6 0 18 0,0 0 3 0,-6 6 1 15,6-6-20-15,-3 2-4 0,-3 6-1 0,3 3 0 16,0-3-32-16,3 0-6 0,-3 2-2 0,3 1 0 16,0 5-20-16,-3-3-4 0,3-2-1 0,0 2 0 15,0 0-16-15,0 3-3 0,0 0-1 0,0 0 0 16,0-1-9-16,3 4 0 16,-3-6 0-16,0 6 0 0,3-3 0 0,0 2 0 0,-3-2 0 15,3-3 0 1,-3 3-28-16,3-8-2 0,-3 5 0 0,0-2 0 15,0-3-114-15,0 0-24 0,0 2-4 0,-3-7 0 0</inkml:trace>
  <inkml:trace contextRef="#ctx0" brushRef="#br0" timeOffset="10733.529">14674 1913 1267 0,'0'0'28'0,"-6"-5"5"0,0 2 2 0,0-2 1 0,6 5-36 0,-6 0 0 0,3-5 0 0,-3 2 0 16,6 3 109-16,-3 0 15 0,-3-8 4 0,6 8 0 16,0 0-43-16,0 0-8 15,0 0-1-15,0 0-1 0,0 0-18 0,0 0-3 0,3 0-1 0,3-5 0 16,0 2 9-16,6-2 2 0,0 2 0 0,6 0 0 16,0 1-48-16,3 2-16 0,3-8 9 0,2 8-9 15,1-8 19-15,0 3-2 0,0 2 0 0,2-2 0 16,-2-3 21-16,3 2 4 0,0 4 1 15,5-6 0-15,1 3-60 0,-3 2-12 16,3-8-3-16,-4 9 0 0,1-4 32 0,-3 4 0 0,-6-4 0 0,0 4 0 16,-7 2 0-16,-2-5 0 0,0 2-8 0,-6 3 8 31,0 0-28-31,0 0-2 0,-3 0-1 0,-3 0 0 0,3 0-53 16,-6 0-10-16,0 0-2 0,0 0-883 0</inkml:trace>
  <inkml:trace contextRef="#ctx0" brushRef="#br0" timeOffset="13977.468">11001 5475 1008 0,'0'0'28'0,"0"0"7"0,0 0-35 0,-6 0 0 0,6 0 0 0,-9 0 0 15,3 0 72-15,0 0 8 0,6 0 2 0,-9 0 0 16,3 2-14-16,0-2-4 0,6 0 0 0,-6 3 0 16,6-3 0-16,-6 3 0 0,6-3 0 0,0 0 0 15,0 0-8-15,0 0-3 0,0 0 0 0,0 0 0 16,0 0-33-16,0 0-8 0,0 0 0 0,3 0-1 16,3 2 9-16,3-2 1 0,0-2 1 0,3-1 0 15,0 0-4-15,3-2-1 0,0 0 0 0,3-1 0 16,0-2-7-16,2 0-2 0,1 3 0 0,-3 0 0 15,3-6 8-15,-3 6 0 0,3 0 1 0,-7-1 0 16,1 1-17-16,-3 0 0 0,0 5-13 0,0-8 5 16,-6 5 8-16,0 1 9 0,0-1-1 0,-6 3-8 15,0 0 16-15,0 0-3 0,0 0-1 0,-9 0 0 16,0 0-2-16,-3 3-1 0,-3-3 0 0,0 2 0 16,-5 4-9-16,-1-1 0 0,-3 0-12 0,0 0 12 0,3 3-20 15,-3 0 4-15,4 3 1 0,-1-6 0 0,3 3 15 0,0 0 0 16,3 0 0-16,3-3 0 0,3 3 0 0,3-2 0 15,0-1 0-15,6-5 0 0,0 0 0 0,0 5 0 16,0-5 0-16,3 5 0 0,3 1 0 0,6-4 0 16,-3-2 0-16,6 3 0 0,0 0 0 0,0-3 0 15,3 0 0-15,3-3 0 0,-1 0 0 0,4 1 0 16,-3-1 0-16,3 0-652 16,-3 1-126-16</inkml:trace>
  <inkml:trace contextRef="#ctx0" brushRef="#br0" timeOffset="14837.196">10965 7573 1036 0,'-9'5'23'0,"3"-2"5"0,3 2 0 0,-3-2 1 0,0 2-29 0,1-2 0 0,-1 2 0 0,0 0 0 15,0 1 88-15,3-4 11 0,-3 3 2 0,6-5 1 16,0 0-61-16,-6 6-12 0,0-1-2 0,6-5-1 15,0 0 30-15,0 0 5 0,0 0 2 0,0 0 0 16,0 0 1-16,0 0 1 0,0 0 0 0,6 3 0 16,0-3-52-16,0 0-13 0,0-3 0 0,3 3 0 15,2-5 50-15,1 2 7 0,3 0 2 0,0-2 0 16,0-3-43-16,3 3-16 0,0-3 11 0,3 0-11 16,-1 0 20-16,-2 0-3 0,3 0 0 0,-6-2 0 15,0 2-27-15,-3 0-6 0,0 3 0 0,0-3-1 0,-6 5 17 16,0-2 0-16,-3 2 0 0,-3 3 0 0,0 0 0 0,0 0 0 15,-6 0 0-15,-3 3 0 0,-3-3 0 0,0 5 0 16,-3 0 0-16,0 1 0 0,-3-1 0 0,3 3 0 16,-3 0 8-16,1 0-8 0,-1 0 0 0,3-3 0 15,0 3-13-15,0 0 4 16,0-3 9-16,3 0 0 0,0 1 0 0,3-1 0 16,1 0 0-16,-1 0 0 0,3-2 0 0,0 2 0 0,6-5 12 15,0 0 4-15,0 0 0 0,0 0 1 0,0 0 27 0,0 0 4 16,0 0 2-16,0 0 0 0,3 3-40 0,3-3-10 15,0 0 0-15,2 0 0 0,1-3 0 0,6 1 8 0,-3-1-8 16,6 0 8-16,-3 1-8 0,6-3 0 0,-3-1 0 16,5-2-11-16,-2 0 2 0,3 0 0 15,0 0 0-15,3-2 0 16,0-3-191-16,-7 2-37 0,22-15-8 0,-9 4-2 0</inkml:trace>
  <inkml:trace contextRef="#ctx0" brushRef="#br0" timeOffset="15863.76">16124 1979 1792 0,'0'0'51'0,"0"0"10"0,-3-5-49 0,3 5-12 0,-3-5 0 15,-3 2 0-15,3 3 56 0,-3-5 8 0,6 5 1 0,-6 0 1 16,0 0 2-16,-3 5 1 0,0-2 0 0,0 2 0 15,0 0-23-15,0 3-5 0,-3 0-1 16,1 3 0-16,-4 2-12 0,0 0-4 0,0 3 0 0,-3 5 0 16,-3 0-24-16,0 8 0 0,1-2-12 0,-4 2 12 15,3 0 0-15,0 0 0 0,-3 0 0 16,3-2 0-16,1 5 0 0,-1-11 0 0,0 0 0 0,-3-3 0 16,3 1 0-16,0-3 0 0,1-8 0 0,-1 5 0 31,3-5-40-31,3 0 0 0,3-8 0 0,0 2 0 0,3-2-95 15,6 0-19-15,3 0-4 0,0-7-1 0,3-4 24 16,3-2 5-16,3-3 1 0,3-5 0 0,0 0 7 0,3-1 2 16,0-1 0-16,0-1 0 0,-4-5 147 0,1 0 29 0,0 2 7 0,0-2 1 15,-3 5 24-15,-3 0 6 0,0 3 1 0,-3-3 0 16,0 3 23-16,0 5 5 0,-3 3 1 0,0 0 0 16,-3 2-21-16,3 3-4 0,0 3-1 0,-3-3 0 15,3 8-26-15,0 0-6 0,0 0-1 0,0 0 0 16,0 0-25-16,0 0-6 0,6 8-1 0,-3-3 0 15,3 3-5-15,0 3 0 0,3 2-1 0,-3 0 0 16,3-2-14-16,0 7-2 0,0-2-1 0,-1 5 0 16,1-2-10-16,3 2 0 0,0 3 0 0,3-3-11 15,0 0 11-15,0 0 0 0,-3 1 0 0,3-7 0 0,0 1 0 0,-4 0 0 16,4-3 0-16,0 1 0 16,-3-4-147-16,0 1-27 0,0-3-6 0,0 0 0 15,0 0-60-15,0-6-11 0,-3 4-2 0</inkml:trace>
  <inkml:trace contextRef="#ctx0" brushRef="#br0" timeOffset="16286.361">16112 2342 1494 0,'0'0'32'0,"-3"-8"8"0,0 2 0 0,0-1 3 0,0 1-35 0,3-2-8 0,-3 0 0 0,3 6 0 15,0-9 98-15,0 3 18 16,3 6 3-16,0-6 1 0,0 0-21 0,0 2-4 0,3-2-1 0,0 3 0 16,0 3-41-16,3-6-8 0,-3 2-1 0,5 4-1 15,-2-4 14-15,3 1 3 0,0 2 1 0,0 3 0 16,0 0-46-16,0 0-15 0,0 0 8 0,0 3-8 15,0 2 0-15,-3-5 0 0,0 6 0 0,-1 2 0 16,-2 0 55-16,0-1 7 0,-3-4 2 0,0 8 0 16,-3-3-103-1,0 0-20-15,0-1-4 0,-3-1-1 0,0 2 52 0,-3 0 12 0,3 0 0 0,-3 0 0 16,1-6 0-16,-1 9 0 0,0-9 0 0,0 4 0 16,0 2 0-16,3-6 0 0,3-2 0 0,0 0 0 15,0 0 0-15,0 0 0 0,0 0 0 0,6 6 0 16,3-6 0-16,0-6 0 0,2 4 0 0,1 2 0 15,3-8-54-15,0 8-8 0,3-6-2 0,0 4 0 16,-3 2 74-16,0 0 14 0,0 0 4 0,-1 0 0 0,-2 0-17 0,0 2-3 16,-3 4-8-16,0 2 12 0,-3 0 3 0,0-3 0 15,-3 5 0-15,0-2 0 16,-3 6-3-16,-3-1-1 0,-3-5 0 0,0 2 0 0,0 1-3 16,-3 0-8-16,0-4 12 0,-3 7-4 15,0-6-8-15,-2 5 0 0,-1-3 0 0,-3 1-11 0,0 0 11 0,0-1 0 16,0 6 0-16,0-5 0 0,0 2 0 15,-2 0 0-15,2-5 0 0,0 3 0 16,0-6-207-16,-3 3-39 0</inkml:trace>
  <inkml:trace contextRef="#ctx0" brushRef="#br0" timeOffset="16885.781">15781 1791 1220 0,'0'0'34'0,"0"0"9"0,-9 0-35 0,4 0-8 0,-1 6 0 0,-3-6 0 16,3 0 104-16,-3 0 20 0,3 5 3 0,0-5 1 16,6 0-32-16,-9 0-5 0,3 0-2 0,6 0 0 15,0 0-20-15,0 0-4 0,0 0-1 0,0 0 0 16,0 0 0-16,0 0 0 0,0 0 0 0,0 0 0 16,0 0 0-16,0 0 0 0,0 0 0 0,0 0 0 15,0 0-51-15,0 0-13 0,0 0 0 0,0 0 0 16,6 0 0-16,0-5 0 0,0-1 0 0,3 4 0 15,0-6 25-15,3 2 3 0,5-1 0 0,1-1 0 32,6 0-45-32,3 0-9 0,3-6-2 0,2 7 0 0,1 1 74 0,3-2 14 0,-3 6 4 0,2-6 0 15,-2 2-52-15,0-1-12 0,3-1 0 0,-1 0 0 16,-2 2 0-16,0 4 0 0,0-4 0 0,-4 1 0 16,-2 5-53-16,0-3-14 0,-6 3-2 0,-3 0-1 15,-7 0-23-15,1 0-5 0,0 0-1 16,-6 3-620-16,0 2-124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7T19:39:42.3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12135 4435 1067 0,'0'0'22'0,"0"0"6"16,0 0-28-16,0 0 0 0,0 0 0 0,0 0 0 0,0 0 84 15,0 0 12-15,0 0 3 0,0 0 0 16,0 0-26-16,0 0-5 0,0 0 0 0,0 0-1 16,0 0-9-16,0 0-2 0,6 0 0 0,0 2 0 15,0-2-7-15,0 0-1 0,3 0-1 0,0 0 0 0,0 0-14 0,0 0-2 0,3 0-1 0,-1 0 0 31,4 0-7-31,0 0-2 0,0 0 0 0,3 0 0 16,0 3-8-16,0-3-1 0,0 5-1 0,2-5 0 0,1 0-11 0,0 3 0 0,3 2 9 0,0-5-9 31,-1 0 14-31,-2 3-2 0,3-3 0 0,0 0 0 0,0 0 1 0,3 0 0 0,-1 0 0 0,4 0 0 16,0 0-4-16,0 0-1 0,-1 3 0 0,1-3 0 16,-3 2-8-16,3 1 8 0,-4-3-8 0,4 2 8 15,-3-2-8-15,-3 0 0 0,3-2 0 0,2 2 0 16,-2 0 0-16,3 0 0 0,0 0 0 0,-1 0 0 15,1 0 0-15,0 2 8 0,3-2-8 0,-3 3 0 16,-4-3 0-16,1 0 0 0,0 0 0 0,0-3 0 16,-1 3 0-16,4-2 0 0,0-1 0 0,0 3 0 15,0-2 0-15,-1 2 0 0,4 0 0 16,0 0 0 0,-3 0 0-16,-1 0 8 0,1 0-8 0,0-3 0 0,-3 3 0 0,2 0 0 0,-2-3 0 0,0 3 0 15,3 0 0-15,-3 0 0 0,2 0 0 0,-2 0 0 16,3 0 0-16,-3 0 0 0,-1 0 0 0,1 3 0 15,0-3 8-15,-3 0-8 0,0 0 0 0,-1 0 8 16,1 0-8-16,0 0 10 0,0-3-10 0,0 3 10 16,0 0-10-16,-1 0 0 0,4 0 9 0,-3 0-9 15,3 0 9-15,-3 0-9 0,-1 0 12 0,1 3-12 16,0-3 10-16,0 0-10 0,-3 0 8 0,-1 0-8 16,1 0 8-16,3 0-8 0,0 0 8 0,-3-3-8 0,3 3 9 15,-1 0-9-15,1 0 10 0,0 0-10 16,0 0 10-16,0 0-10 0,-1 0 10 0,1 0-10 0,-3 0 13 15,3 0-3-15,-3 0-1 0,0 0 0 0,-1 0 0 0,-2 0 0 0,0 0 0 0,3 0 0 16,-3-5-1-16,3 5 0 0,-3-3 0 16,-1 3 0-16,-2 0 6 0,3 0 1 0,-3-5 0 0,0 5 0 15,0-3 3-15,-3 3 1 0,0 0 0 0,-3 0 0 16,-1 0 1-16,1 0 1 0,-3 0 0 16,0 0 0-16,0 0-1 0,-3 0-1 0,3-2 0 15,-6 2 0-15,0 0 1 0,3 0 0 0,-3 0 0 0,0 0 0 16,0 0-20-16,0 0 8 0,0 0-8 0,0 0 0 15,0 0 10-15,0 0-10 0,0 0 8 0,0 0-8 16,0 0 0-16,0 0 0 0,0 0 8 0,3 2-8 16,-3-2 0-16,0 0 0 0,3 8 0 0,-3-8 0 15,0 0 0-15,3 3 0 0,-3-3 0 0,3 5 0 16,-3 1 0-16,0-6 0 0,6 5 0 0,-6 3 0 16,0-8 0-16,3 10 0 0,-3-7 0 0,0 5 0 15,-3-3 0-15,3 3 0 0,0-3 0 0,-3 3 0 16,0 0 0-16,3 0 0 0,-3 0 0 0,0 5 0 15,3-7 0-15,-3 7 8 0,0-2-8 16,0-1 0-16,0 3 0 0,0 1 0 0,0-4 8 0,0 1-8 16,0 5 0-16,0-8 0 0,0 5 0 0,0-3 0 15,0 1 0-15,0 0 0 0,0-1 0 0,0 1 0 16,0-1 0-16,1-2 0 0,-1 3 0 0,0-1 0 0,3-2 0 0,0 0 0 16,-3 3 0-16,3-3 0 15,0 0 0-15,0 0 0 0,3-3 0 0,-3 3 0 16,3 0 0-16,-3-3 0 0,3 3 0 0,-1-3 0 15,1 6 0-15,0-6 0 0,0 3 0 0,0 0 0 16,0 3 0-16,0-1 0 0,0-2 0 0,0 8 0 16,-3-8 0-16,3 3 0 0,0 2 0 0,0 3 0 0,0-3 0 0,0 0 0 0,0 0 0 0,0 3 0 15,-3 0 0-15,3 0 0 0,3 0 0 0,-3-3 0 16,3 3 0-16,-3-3 0 0,0 0 0 0,3 3 0 16,-3-2 0-16,0 1 0 0,3-4 0 0,-3 0 0 31,3-1 0-31,-3 1 0 0,3-1 0 0,-3 4 0 15,0-6 0-15,0 2 0 0,0 1 0 0,0-1 0 0,0 1 0 0,0 2 0 0,-1 0 8 16,1-2-8 0,0 2 0-16,-3 3 0 0,3-3 9 0,0 3-9 0,-3 0 0 0,3 3 0 0,0-4 0 0,-3 1 8 15,3 3-8-15,3 13 0 0,0-9 0 0,-3-12 0 16,-3 2 0-16,3 0 0 16,-3 1 0-16,3-1 0 0,0 0 0 0,-3 0 0 15,0 1 0-15,3-1 0 0,-3-3 0 0,3 4 8 0,-3-1-8 0,3 5 0 16,-3-7 0-16,0 5 0 0,0-3 0 0,0 6 0 15,0-1 0-15,0 1 0 0,0-1 0 0,0 1 8 16,0 2-8-16,-3 0 0 0,3 0 0 0,0 0 0 16,0-2 0-16,-3 2 0 0,3-2 0 0,0 2 0 15,0-3 0-15,-3-2 0 0,3 0 0 0,-3 3 8 0,3-4-8 0,0 4 0 16,-3-1 0-16,3 4 8 16,-3-4-8-16,0 3 0 0,0 0 0 0,0 3 0 15,0 0-29-15,0 0-7 0,0 0-2 0,0 0 0 16,0-1 62-16,0-1 12 0,0 1 2 0,0-2 1 15,0-2-31-15,3 0-8 0,-2-1 0 0,-1-2 0 0,0 2 0 16,3 1 0-16,-3 2 0 0,0 0 0 16,3 0 0-16,-3 1 9 0,3 1-9 0,-3 1 0 0,3-3 8 0,-3 3-8 0,3 0 0 0,-3-3 0 15,3 3 0-15,-3-5 0 0,3 2 0 0,-3-5 0 32,3 2 22-32,-3-2-2 0,0 0-1 0,0 0 0 0,0 0-19 0,0 0 0 0,0 2 0 0,0 1 0 31,0-1 0-31,0 1 0 0,0 2 0 0,0 3 0 0,0-3 0 0,0 0-12 0,0 0 1 0,0 0 1 15,0-2 10-15,0-1 0 0,0-2 0 0,-3 3 0 16,3-6 0-16,0 3 0 0,0-3 0 0,0 0 0 16,0-2 0-16,0-1 0 0,0 1 0 0,0 0 0 15,0-1 0-15,0 1 0 0,0-1 0 0,0 1 0 32,1 0 0-32,-1-4 0 0,0 4 0 0,0 0 8 15,0-1-8-15,3 1 12 0,-3-1-4 0,0-2 0 0,3 3-8 0,-3-1 0 16,0-2 0-16,3 0 0 0,-3 3 0 0,0-3 0 15,3 0 0-15,-3 0 0 0,0 0 0 0,0-3 0 0,3 3 0 0,-3 0 0 16,0-3 0-16,0 0 0 0,0 1 0 0,0-1 0 16,0 0 0-16,0 1 0 0,0-1 0 0,0-2 0 31,0 2 0-31,0 0 0 0,0 0 0 0,0 1 0 0,-3-4 0 0,3 4 0 0,-3-4 0 0,0 4 0 0,3-4 0 0,-3 1 0 0,0 0 0 16,0 2 0-16,3-3 0 15,-2 4 0-15,-1-1 0 0,-3-2 0 0,3-1 0 0,-3 1 0 16,3 0 0-16,-3 2 0 15,3-2 0-15,-3-1 0 0,3 1 0 0,-3 0 0 0,0-1 0 0,-3 1 0 0,3-3 0 0,-3 2 0 32,4 1 11-32,-4-3 1 0,0 0 0 0,-3 3 0 0,3-3-12 0,-3 0 0 0,3 0 0 0,-3 0 0 15,0 0 0-15,-3 0 0 16,4 0 8-16,-4 0-8 0,0 0 0 0,3 0 0 0,-3 2 0 0,0-2 8 16,3 3-8-16,-2-3 0 0,2 0 0 0,0 0 0 15,0 0 0-15,0 0 0 0,-3 0 0 0,3 0 8 16,-3-3-8-16,1 3 0 0,-1-2 0 0,0 2 0 15,-6-3 0-15,3 0 0 0,-3 1 0 0,1 2 0 16,-4 0-10-16,3-3-7 0,-3 3-2 0,-3-2 0 16,4-1 19-16,-1 3 0 15,0-3 0-15,0 1 0 0,-6-1 0 0,4 3 0 0,-7-3 0 0,0 1 0 32,1 2 0-32,-4-3 0 0,0 3 0 0,0-3 0 0,4 1 0 0,-4 2 0 0,3-3 0 0,-2 3 0 15,-1-3 0-15,-3 3 0 0,-2-2 0 0,2 2 0 16,3 0 12-16,1 0 5 0,2 0 2 0,-3 2 0 15,0-2-19-15,1 3 0 0,-1-3 0 0,0 0 0 16,1 3 0-16,-1-3 0 0,0 0 0 0,1 2 0 16,2-2 0-16,3 3 0 0,3-3 0 0,-2 0 0 15,2 0 0-15,3 3 0 0,-3-3 0 0,-2 0 0 16,2 0-12-16,3 0-5 0,-3 0-2 0,0 2 0 16,4-2 19-16,-1 3 0 0,3-3 0 0,-3 0 0 0,6 0 12 15,1 0 7-15,-1 0 1 0,0 0 0 0,3 0-20 0,-3 0 0 0,0-3 0 0,1 3 0 16,-4-2-12-16,3 2-7 0,0 0-1 15,-3 0 0-15,3 0 20 16,-2 0 0-16,2 0 0 0,-3 0 0 16,3 0 13-16,3-3 7 0,-3 3 0 0,1 0 1 15,2 0-21-15,0 0 0 0,3-3 0 0,-3 3 0 16,3 0-12-16,-3-2-8 0,4 2 0 0,-1 0-1 0,0-3 21 16,0 3 0-16,0 0 0 0,0-3 0 15,0 3 0-15,0-2 0 0,0 2 0 0,1-3 0 0,2 0 0 0,-3 1 0 16,3-1 0-16,0 1 0 15,3-1 28-15,0 3 9 0,0-5 3 0,0 2 0 0,0 0-28 0,3 1-4 0,-3-4-8 0,3 4 11 16,1-4-11-16,-1 1 12 0,0 0-12 0,-3 0 12 31,3-1-12-31,3-2 10 0,-3 3-10 0,0-6 10 0,3 4-10 0,-3-1 8 0,0 0-8 0,3-3 8 16,-3 0-8-16,3 4 0 0,0-7 9 0,-3 4-9 16,3-1 0-16,0-2 0 0,0 0 0 0,0 2 8 15,3-2-8-15,-3 0 0 0,0-1 0 0,3 1 0 16,-3 3 0-16,3-4 0 15,0 1 0-15,-3 0 8 0,3-3-8 0,0 0 0 0,-3-2 0 0,0-1 0 16,3-2 0-16,0 2 0 0,-3-2 0 0,3-3 8 16,0 1-8-16,0-1 0 0,0-3 0 0,0 1 0 15,0 2 0-15,0 3 0 0,0-3 0 0,0 3 8 16,0 0-8-16,0 0 0 0,0-1 0 0,0-1 0 16,0 1 0-16,0-1 8 0,0-1-8 0,0-3 0 15,0 4 0-15,0-7 0 0,0 4 0 0,0-3 0 16,0 2 0-16,0 1 0 0,0 2 0 0,0 0 0 15,-3-2 0-15,3 5 0 0,0-3 0 0,0 0 8 16,-3 0-8-16,3-2 0 0,0 2 0 0,0-5 0 16,0 2 0-16,0-2 0 0,0 0 0 15,0 0 0-15,0 3 0 0,0-1 0 0,0 1 0 0,0-1 0 0,0 3 0 0,0 1 0 0,0-1 0 16,0-3 0-16,0 1 0 0,0-1 0 0,0-2 0 0,0 0 0 16,0 0 0-16,0 0 0 0,0-3 0 15,-3 3 0-15,3 3 0 16,0-1 0-16,-3 1 0 0,3 2 0 0,0 0 0 0,-2 0 0 0,2-2 0 0,-3 2 0 31,3-2 0-31,0 2 0 0,-3-5 0 0,3 2 0 0,0 1 0 0,0-1 0 0,0 1 0 0,0 2 0 16,0 3 0-16,0-3 0 0,0 3 0 15,0 0 8-15,0 2-8 0,0 3 0 0,0-2 0 0,0 2 8 16,0 0-8-16,0 0 0 0,0-2 0 0,3 2 0 16,-3 0 0-16,0-3 0 0,3 3 0 0,-3-2 0 15,2 2 0-15,1-2 0 0,0 4 0 0,0-4 0 16,0 2 0-16,0-3 0 0,0 6 0 0,0-3 0 15,0 0 0-15,0 3 0 0,0 0 0 0,-3 0 0 16,3 2 0-16,0 1 0 0,0-1 0 0,0 0 0 16,-3 1 0-16,3 2 0 0,0 0 0 0,-3-3 0 31,3 1 0-31,-3-1 0 0,3 1 0 0,0-1 8 0,-3 3-8 0,3-3 0 0,0 1 0 0,-3-1 0 16,3 1 0-16,0 2 0 0,0-8 0 0,0 5 0 15,0-2 0-15,0 0 0 0,0 2 0 16,0-2 0-16,0 0 0 0,3 2 0 0,-3-2 0 0,0 0 0 0,3 0 0 15,-3 2 0-15,3-2 0 0,-3 2 0 16,0 1 0-16,0-1 0 0,2 0 0 0,-2 3 8 0,0-2-8 0,0 2 0 0,0 0 0 0,-3 0 0 16,3 3 0-1,0-1 0-15,0-1 0 0,0 4 0 16,0 0 0-16,-3-5 0 0,3 8 0 0,0-8 8 16,-3 8-8-16,3-2 0 0,0-4 0 0,3 4 0 0,-3-1 0 0,0 1 0 0,3 2 0 0,0-3 0 15,-3 0 0-15,3 3 0 16,0 0 0-16,0-5 0 0,0 5 0 0,3 0 0 0,-3-3 0 0,3 3-8 31,-1 0 8-31,-2-5 0 0,3 5 8 0,0 0-8 0,0 0 0 0,0 0 0 0,3 0 0 0,-3 0-12 16,3 0 12-16,-3 0 0 15,3 0 0-15,-3 5 0 0,0-5 0 0,3 0 0 0,-4 0 0 16,4 0 0-16,0 3 0 0,0-3 0 0,0 0 0 0,0 5-8 16,3-5 8-16,3 3 0 15,3-3-9-15,2 3 9 0,1 2-28 16,6 0-2-16,0 0 0 0,2 3 0 0,1-8-115 0,3 8-23 15,0-8-5-15</inkml:trace>
  <inkml:trace contextRef="#ctx0" brushRef="#br1" timeOffset="13031.19">14478 4204 1387 0,'0'0'58'0,"0"0"-46"31,0 0 65-31,0 0 14 0,0 0 2 0,0 0 1 16,0 0-26-16,0 0-6 0,0 0-1 0,3 6 0 0,0-4-21 0,0 4-4 0,0-1 0 0,-3 0-1 31,3 6-9-31,0-3-2 0,-3 0 0 0,2 5 0 0,-2-2-7 0,0 2-1 0,0 0-1 0,3 0 0 31,-3 3-7-31,0 0 0 0,3-3-8 0,-3 6 12 0,0-6-2 0,0 3-1 0,0 0 0 0,0-3 0 16,0 0-1-16,-3 0 0 0,3 3 0 0,0 0 0 16,0-3-8-16,-3 6 10 0,3-3-10 0,0 0 10 15,0 0-10-15,-2 2 8 0,2 1-8 0,0-1 8 31,0-2-8-31,-3 3 0 0,3-4 0 0,0 4 8 16,-3-3-8-16,3 2 0 0,0-2 0 0,-3 3 0 16,3-9 8-16,-3 9-8 0,3-6 0 0,-3 0 8 0,0 1 0 0,3-1-8 15,-3-3 12-15,0 4-4 0,0-1 12 0,3-3 1 0,-3 4 1 0,0-4 0 16,0 6 2-16,3-5 1 0,-3 5 0 0,0-3 0 16,3 0-2-16,0 3-1 0,-3-3 0 15,3 3 0-15,-3 0-7 0,3-3-2 0,0 3 0 0,-3 0 0 31,3-3 3-31,0 3 1 0,0-3 0 0,0 3 0 0,0-3 5 0,-3 1 1 0,3-1 0 0,0 0 0 16,0 0-3-16,-3-2-1 0,3 2 0 0,-3 0 0 16,3-2-5-16,-3 2-1 0,0-2 0 0,3 2 0 15,-3 0-13-15,3 0 9 0,-3 3-9 0,3-3 8 16,-3 3-8-16,3 3 0 0,-3-6 0 0,3 3 8 0,-3 2-8 16,3-2 0-16,-3 3 0 0,3-1 8 15,0-2-8-15,0 0 0 0,0-3 0 0,0 3 0 16,0 0 0-16,0 0 0 0,0-3 12 0,0 3-4 15,3-3-8-15,-3 1 0 0,0-1 9 0,0-3-9 16,3 4 0-16,-3-4 8 0,0 3-8 0,3-2 0 0,-3 2 8 0,0 0-8 16,3 3 10-16,-3-2-10 0,0 1 11 0,3 1-11 0,-3 0 12 15,3 3-12 1,-3-3 8-16,3-1-8 0,-3 1 0 0,3 3 0 16,-3-3 10-16,0-3-10 0,0 3 8 0,3-3-8 0,-3 3 0 0,0-3 8 0,3 0-8 15,-3 1 0 1,0-1 8-16,0 0-8 0,0-2 0 0,0 2 8 0,0-2-8 15,0-1 0-15,0 1 0 0,0-1 0 16,0 3 8-16,0-2-8 0,0 2 0 0,0 1 8 0,3-1-8 16,-3 0 0-16,0 0 0 0,0 6 0 0,3-3 0 0,-3-1 0 0,0 1 0 0,3 0 0 31,-3 0 0-31,3 0 0 0,-3 0 0 0,3 0 0 0,-3 0 0 0,0-3 0 0,3 3 0 0,-3 0 0 16,0-3 0-16,3 3 0 0,-3-3 0 0,0 3 0 15,3-3 8-15,-3 0-8 0,0 1 8 0,3-1-8 16,-3 3 0-16,0-3 8 0,0 3-8 0,0 0 0 15,0 2 0-15,0-2 0 0,3 3 0 0,-3-1 0 16,0 1 0-16,0-1 0 0,0 1 0 0,0-1 0 16,0-2 8-1,3 3-8-15,-3-4 0 0,0 1 8 0,0 0-8 0,0-3 0 0,0 3 0 0,0 0 0 16,0-3 0-16,3 1 0 0,-3-1 0 16,0 0 0-16,3 0 0 0,-3 1 0 0,0-1 0 0,3 0 0 15,-3 3 0-15,0-3 0 0,3 0 8 0,-3 3-8 0,0 0 0 16,0-3 0-16,0 3 0 0,0 0 8 0,0-3-8 15,0 1 0-15,0-1 0 0,0 0 8 16,0 0-8-16,0 0 0 0,0-2 0 0,0 2 0 16,0-2 0-16,0-1 0 0,0 1 8 0,0 0-8 15,0-1 0-15,0 1 0 0,-3-1 0 0,3-2 8 16,0 0-8-16,0 0 0 0,0-3 0 0,0 1 8 0,-3-1-8 0,3 3 0 16,0-3 0-16,-3 1 0 0,3-6 0 0,0 5 0 0,0 0 8 0,0-5-8 15,0 5 0-15,0-5 0 0,-3 3 0 0,3-3 8 16,-3 5-8-16,3-5 0 0,0 6 0 0,0-6 0 15,0 5 0-15,0-5 0 0,0 0 0 0,0 5 0 16,0-5 0-16,0 0 8 0,0 0-8 0,0 0 0 16,0 0 0-16,0 0 0 0,0 0 0 0,3 6 0 15,-3-6 0-15,3 2 0 0,-3-2 0 0,6 0 0 16,-3 3 0-16,3-3 0 0,-1 0 8 16,-2 0-8-16,3 0 0 0,0 0 0 0,-3-3 0 0,3 3 0 15,-3 0 0-15,3 0 0 0,-3-2 0 0,3 2 0 16,0 0 0-16,-3 0 0 0,3 0 0 0,0-3 0 15,0 3 0-15,0-3 0 0,3 3 0 0,-3 0 0 16,3-2-8-16,-3 2 8 0,3 0 0 0,0 0 0 16,-1-3 0-16,1 3 0 0,3-3 0 0,-3 3 0 15,3 0 0-15,0 0 0 0,0-2-9 0,0 2 9 16,0 0 0-16,0 0 0 0,0 0-8 0,-3 0 8 16,2 0 0-16,4 0 0 0,-3 0-8 0,-3 2 8 15,3-2 0 1,0 0 0-16,-3 0 0 0,3 3 0 0,0-3 0 0,-3 0 0 0,6 0 0 0,-7 3 0 15,4-3 0-15,-3 0 0 0,3 0 0 0,-3 2 0 16,0-2 0-16,0 0 0 0,0 0 0 0,0 0 0 0,3 0 0 0,0 0 0 0,-3 0 0 0,2 0 0 31,1 0 0-31,3 0 0 0,-3 0 0 0,3 3 0 0,0-3 0 0,0 3-8 0,0-3 8 16,3 0 0 0,-1 2 0-16,-2-2 0 0,3 3 0 0,0-1 0 0,0 1 0 15,0-3 0-15,0 3 0 0,-1-1 0 0,-2 1 0 0,3 0 0 0,-3-3 0 0,0 2 0 16,0-2 0-16,0 0 0 15,0 0 0-15,2 0 0 0,1 0 0 0,-3 0 0 0,3 0 0 0,0 3 0 16,3-3 0-16,-3 3 0 16,2-3 0-16,-2 2 0 0,0 1 0 0,3 0 0 0,-3-1 0 0,0 1 0 31,3 0 0-31,-4 2 0 0,1-3 0 0,0 1 0 0,0 0 0 0,0-1 0 0,-3-2 0 0,3 3 0 16,-1-3 0-16,-2 3 0 0,3-3 0 0,3 0 0 15,0 0 0-15,-3 2 0 0,3-2 0 16,2 0 0-16,-2 3 0 0,3 0 0 0,-3-3 0 0,0 2 0 15,3 1 0-15,-4 0 0 0,4-1 0 0,-3 1 0 16,0-1 0-16,0 1 0 0,0-3 0 0,-1 3 0 16,1-3 0-16,3 0 0 0,0 0 0 0,0 2 0 15,2-2 0-15,-2 0 0 0,3 3 0 0,0 0 0 16,0-3 0-16,-4 2 0 0,4 1 0 0,0 0 0 16,-3-3 0-16,0 0 0 0,-4 0 0 0,4 0 0 15,0 0 0-15,3 0 0 0,-3 0 0 0,2 0 0 16,4 0 0-16,-3 0 0 0,0 0 0 0,0 0 0 15,-1 0 0-15,1 2 0 0,-3-2 0 0,0 0 0 0,0 3 0 0,-1-3 0 0,-2 0 0 0,0 0 0 32,0 0 0-32,3 0 0 0,-3 0 0 0,2 0 0 0,-2 0 0 0,0-3 0 0,3 3 0 0,-3 0 0 31,0 0 0-31,-4 0 0 0,4-2 0 0,0 2 0 0,-3 0 0 0,-3 0 0 0,0 0 0 0,0 0 0 31,0 0 0-31,-1-3 0 0,-2 3 0 0,0-3 0 16,-3 3 0-16,3 0 0 0,-3-2 0 0,0 2 0 0,-3 0 0 15,3-3 0-15,0 3 0 0,-3-3 0 0,0 3 0 16,3-2 0-16,-3-1 0 0,2 0 0 0,-2 3 0 0,0-2 0 0,0-1 8 16,-3 1-8-16,3-1 0 0,-3 0 0 0,3-2 0 0,-3 2 0 15,0-2 0-15,3 2 0 0,-3-2 0 0,0 0 0 16,0 0 0-16,0-1 0 0,0-2 0 0,0 3 0 31,0-3 0-31,0 0 8 0,0 3-8 0,0-3 0 0,0 0 0 0,-3 0 0 0,3 0 8 0,0-3-8 16,-3 1 0-16,3-1 8 15,-3-2-8-15,0 0 0 0,0-3 8 0,0-3-8 0,0 1 0 0,0-6 9 16,0 0-1-16,0-5-8 0,0 0 12 0,0-3-4 16,0 1-8-16,0 4 10 0,3-2-10 0,-3 0 10 15,0 0-10-15,3 0 10 0,-3-3-10 0,3 0 10 16,0-2-10-16,-3-6 0 0,3 0 0 0,0-2 8 16,-3 5-8-1,3 0 0-15,0 3 0 0,-3-3 8 0,3 2-8 0,-1-2 0 0,1 0 0 0,0-3 8 0,3 1-8 16,-3-4 8-16,0-2-8 0,0 0 8 15,0 6-8-15,3-1 8 0,-3 6-8 0,0-9 8 16,0 4-8-16,0-6 12 0,0-3-12 0,0 3 12 16,-3 0-12-16,3 5 0 0,0 1 9 0,-3-1-9 15,3 0 0-15,0 1 8 16,0-4-8-16,-3 1 0 0,3 2 0 0,-3-2 0 0,3 0 0 0,-3-3 8 0,0 8-8 16,3-1 0-16,0 4 0 0,-3-3 0 0,0 0 0 0,3 0 0 0,-3-5 0 15,0-1 8 1,3 6-8-16,-3 0 0 0,0 3 0 0,3-1 8 0,-3 6-8 0,0-2 0 0,3 1 0 0,-3 1 8 15,0-2-8-15,0-1 0 0,0-3 0 0,0-2 0 16,0 6 0-16,0-4 0 0,0 6 0 0,0-3 8 16,3 6-8-16,-3-1 0 0,0 6 0 0,0-3 0 15,3 3 0-15,-3-5 8 0,0-1-8 0,3 1 0 16,-3 2 0-16,0-5 9 0,3 3-9 0,-3-4 0 31,0 7 9-31,0-1-9 0,0-3 0 0,0 9 9 0,0-6-9 0,0 5 0 0,0 4 9 16,0 1-9-16,0-2 0 0,0 3 8 0,0 3-8 0,0-1 0 15,0 1 0-15,-3 2 0 0,3-3 0 0,0 0 8 16,0 3-8-16,-3 3 0 0,3-3 0 0,0 3 0 16,0 0 0-16,-3-1 0 0,3 6 0 0,0-5 0 15,0 5 0-15,0 0 0 0,0 0 0 0,0 0-8 16,-3-3 8-16,3 3 0 0,0 0 0 0,-6 0 0 16,6 0 0-16,-6 0 0 0,0 0 0 0,-3 0-8 15,3 3 8-15,0-3 0 0,-3 5 0 16,0-2-8-16,0 0 8 0,0-1 0 0,0 1 0 0,1 0 0 15,-4-1 0-15,3 4-10 0,-3-4 10 0,0 3 0 16,0-2-8-16,0 0 8 0,0 2 0 0,-3-2 0 16,3 2 0-16,0-2-8 0,1-1 8 0,-1 4 0 15,-3-6 0-15,3 2 0 0,-3 4 0 0,0-6 0 0,0 0 0 0,0 2 0 0,-3-2 0 0,1 0 0 32,-1 0-8-32,0 0 8 0,0 0 0 0,-3 0 0 0,0 0 0 0,4 0-8 15,-4 0 8-15,-3 3 0 0,3-3 0 0,0 2 0 0,0 1 0 0,1-3 0 31,2 3 0-31,-3-3-8 0,0 2 8 0,0 1 0 0,-3-3 0 0,1 0 0 0,-4-3-8 0,-3 3 8 16,3 0 0-16,-6 0 0 16,1 0 0-16,-1 0 0 0,0 0 0 0,0 3 0 0,4 0 0 0,-7-1 0 15,3-2 0-15,-2 0 0 0,-1 0 0 0,-6 6 0 16,6-6 0-16,-2 0-8 0,-4 2 8 0,0 4 0 16,7-6 0-16,-4 2 0 0,3 1 0 0,-2-1 0 15,-1 1 0-15,0 0 0 0,-3-3 0 16,1 2 0-16,2 1 0 0,0 2 0 15,4 1 0-15,-4-4 0 0,3 4 0 0,4-4 0 16,-1-2 0-16,0 3 0 0,0 0 0 0,1-1 0 16,-1 1 0-16,-3-1 0 0,6 4 0 0,1-4 0 0,-1 4 0 0,0-1 0 15,6-2 0-15,0 2 0 0,4-2 0 0,-1 2 0 16,0-5 0-16,0 3 0 0,0-3 0 0,0 0 0 16,4-3 0-16,-1 3 0 0,0 0 0 0,0-3 0 15,0 3 0-15,0-2 0 0,0 2 0 0,1-3 0 16,2 3 0-16,-3 0 0 0,0-3 0 0,3 3 0 15,-3 0 0-15,3-2 0 0,0 2 0 0,3 0 0 0,-2 0 0 16,2-3 0-16,0 3 0 0,-3 0 0 16,3-3 0-16,0 3 0 0,0-2 0 0,-3 2 0 15,3 0 0-15,1-6 0 0,-4 4 0 0,3 2 0 16,0-6 0-16,0 4 0 0,0 2 0 0,0-3 0 0,0 1 0 16,0 2 0-16,0-3 0 0,0 3 0 15,1 0 0-15,2-3 0 0,0 3 0 0,-3 0 0 16,3 3 0-16,0-3 8 0,0 0-8 0,0 3 0 15,0-1 0-15,3-2 0 0,-3 0 0 0,0 3 0 0,0-1 0 16,3 4 0-16,-2-4 0 0,2 4 0 16,0-4 0-16,-3 1 8 0,3 2-8 0,-3-2 0 0,3 2 0 0,0 1 0 15,0-1 0-15,0 3 0 0,0-3 0 0,0 0 0 0,0 1 0 16,0 2 0-16,0-3 0 16,0 3 0-16,0-3 0 0,0 0 0 0,3 3 0 0,-3 3 0 15,0-8 0-15,1 4 0 16,2-1-29-16,-3-1 1 0,0 0 0 0,3 1 0 15,0-1-106-15,3-5-21 0,0 0-4 0</inkml:trace>
  <inkml:trace contextRef="#ctx0" brushRef="#br2" timeOffset="23714.14">14126 6776 1983 0,'0'0'41'0,"0"0"10"16,0 0-41-16,0 0-10 0,0 0 0 0,0 0 0 16,0 0 92-16,0 0 17 0,0 0 3 0,0 0 1 15,0 0-41-15,0 0-9 0,0 0-2 0,0 0 0 16,0 0-19-16,0 0-4 0,0 0-1 0,0 0 0 16,3 6-8-16,-3-6-1 0,0 8-1 0,3-3 0 0,0 0-7 0,0 1 0 0,-3 1-1 0,3-1 0 31,-3 2-6-31,0-3-1 0,3 3 0 0,-3 0 0 0,0 0-4 0,0 0 0 0,0 2-8 15,0-2 12 1,0 3-12-16,0-3 0 0,0 0 8 0,0 0-8 16,0 2 0-16,0-2 0 0,0 3 0 0,0-1 0 0,0 1 0 0,0-3 0 0,0 2 8 15,0 1-8 1,0 0 0-16,0 2 0 0,0 0 0 0,0-2 0 0,0 2 0 0,-3 0 0 0,3-2 0 0,0 2 0 31,0 0 0-31,0-2 0 0,0 2 0 0,0 0 0 16,0-2 0-16,0 2 0 0,0 0 0 0,0-2 0 0,3 2 12 0,-3-2-4 0,0 2-8 0,3-3 12 15,-3 4-1-15,0-4-1 0,3 3 0 16,-3 1 0 0,0-4 2-16,3 4 1 0,0-4 0 0,-3 3 0 0,3 3-1 0,-3-3 0 0,0 3 0 0,3 3 0 15,-3-1 5-15,0 1 1 0,3-1 0 16,-3 4 0-16,3-4-18 16,-3 3 0-16,3-2 0 0,-3 2 0 0,3-3 0 0,-3 1 0 0,3 0 0 0,-3 2 0 15,3-5 22-15,-3 2-2 0,3-2-1 0,-3 0 0 16,0 2-19-16,3-2 10 0,-3 3-10 0,0-1 8 15,3 3-8-15,-3 1 12 0,0 1-12 0,0 1 12 16,0 0-12-16,0 3 12 0,0-4-12 0,-3 4 12 16,3-3-12-16,0-1 10 0,0 4-10 0,-3-3 10 15,3 0-10-15,-3-3 8 0,3 0-8 0,-3 3 8 16,0-1-8-16,3 4 0 0,0-1 0 0,-3 1 0 16,3 2 0-16,-3-3 0 0,3 4 8 0,0-1-8 15,-3-3 0-15,3-2 0 0,-3 2 0 0,0-2 0 16,3-3 0-16,-3 1 0 0,3-1 8 0,-3 0-8 15,3 0 0-15,-3 0 0 16,0 0 0-16,0 1 0 0,0 1 0 0,3-1 0 0,-3-1 0 0,0 0 0 16,3 0 0-16,0-2 0 0,-3-1 0 0,3 1 0 0,0-4 0 0,0-1 0 15,0 2 0-15,0-3 0 0,0 0 0 0,0-2 0 0,0 2 0 0,0-3 0 16,0 1 0 0,0 0 0-16,0-1 0 0,-3-2 0 15,3 3 0-15,0-3 0 0,0 0 8 0,0 0-8 0,0-1 0 0,0 4 0 0,0-3 0 0,0 0 0 16,0 3 0-16,0-4 0 15,0 4 0-15,0-3 0 0,0 0 0 0,0 2 0 0,3-2 0 0,-3 0 0 16,3 3 0-16,-3-3 0 0,0 2 0 0,3 1 0 16,-3-3 0-16,0 3 0 0,3-3 0 0,-3-1 0 15,3 4 0-15,-3-3 0 0,3 3 0 0,-3-4 0 16,3 1 0-16,0 0 0 0,-3 0 0 0,3 0 0 16,0 0 0-16,-3 3 0 0,3-6 0 0,-3 3 0 15,3 0 0-15,-3-3 0 0,3 3 0 16,-3 0 0-16,3-3 0 0,-3 3 0 0,3-2 0 0,-3 2 0 15,0-3 0-15,3 0 0 0,-3 0 0 0,0 1 0 16,3-1 0-16,-3-5 0 0,0 8 0 0,0-3 0 16,3 1 0-16,-3 1 0 0,0-1 0 0,0-1 0 15,0 3 0-15,0-3 0 0,0-5 0 0,3 6 0 16,-3 2 0-16,0-1 0 0,0-1 0 0,0 2 0 16,0 0 0-16,0-3 0 0,0 3 0 0,0 0 0 0,0 0 0 0,0 0 0 15,0-3 0-15,0 3 0 16,0 0 0-16,0 0 0 0,0-3 0 0,0 3 0 0,0 0 0 15,0 0 0-15,0-3 0 0,-3 3 0 16,3 0 0-16,0 0 0 0,0-3 8 0,0 1-8 16,0-1 0-16,0 3 0 0,0-3 0 0,0 0 0 0,0-5 0 0,0 6 0 0,0-6 0 15,0 5 0-15,0 0 0 0,0 3 0 0,0-5 0 16,0 2 0-16,0-5 0 0,0 0 0 0,0 5 0 0,0 1 0 16,0-6 0-16,0 5 0 0,0-5 0 15,0 5 0-15,0-5 0 0,0 8 0 0,0-8 0 0,0 6 0 16,0-6 0-16,3 5 0 0,-3-5 0 0,0 0 0 31,0 5 0-31,0-5 0 0,3 5 0 0,-3-5 0 16,0 0 0-16,0 0 0 0,3 3 0 0,-3-3 0 0,0 0 0 0,3 5 0 0,0-2 8 0,-3-3-8 15,3 5 0-15,3-2 0 0,-6-3 0 16,6 0 0-16,0 3 0 0,0-1 0 0,0-2 0 0,3 3 0 16,-1-3 0-16,-2 0 0 0,3 0 0 0,0 0 0 15,0 0 0-15,3 0 0 0,-3 0 0 0,3 0 0 16,3 0 0-16,-3 0 0 0,6 0 0 0,-4 0 0 15,1 0 0-15,3 0 0 0,0 0 0 0,-3 0 0 16,6 0 0-16,-3 0 0 0,0 0 0 0,2 0 0 16,1 0 0-16,3 0 0 0,-3 0 0 15,6 0 0-15,-4 0 0 0,4-3 0 0,3 3 0 0,0 0 0 0,-3-2 0 16,2 2 0-16,1 0 0 0,0 0 0 16,-3-3 0-16,-1 3 0 0,-2-3 0 0,3 1 0 15,-3-1 0-15,3 3 0 0,-1-3 0 0,4 3 0 16,0-2 0-16,0 2 0 0,-1-3 0 0,4 0 0 15,-3 3 0-15,0-2 0 0,-3-1 0 0,2 0 0 16,-2 1 0 0,0-1 0-16,0 1 0 0,2-1 0 0,1 3 0 0,0-3 0 0,3-2 0 0,-1 2 0 15,-2 1 0-15,0-1 0 0,3 0 0 0,-3-2 0 0,-4 2 0 16,1 1 0-16,0-1 0 0,-3 3 0 0,0-3 0 0,2 1 0 0,-2-1 0 0,3 3 0 31,0-2 0-31,-3-1 0 0,2 0 0 0,4 3 0 0,-3-2 0 0,-3-1 0 16,2 3 0-16,1-3 0 0,-3 3 0 0,-3 0 0 0,3-2 0 0,0 2 0 31,-1 0 0-31,1 0 0 0,0 0 0 0,0 0 0 0,3 0 0 0,-1 0 0 0,1 0 0 0,0 0 0 16,0 0 0-16,-3-3 0 0,-1 3 0 0,4 0 0 15,-3 0 0-15,-3 0 0 0,3 0 0 0,-4 0 0 16,1 3 0-16,0-3 0 0,0 0 0 0,3 0 0 16,-3 2 0-16,2-2 0 0,1 0 0 15,0 0 0-15,-3 3 0 16,3-3 0-16,-1 0 0 0,-2 3 0 0,0-3 0 0,0 2 0 0,0-2 0 0,0 0 0 15,-3 3 0-15,-1-3 0 0,-2 0 0 16,3 3 0-16,0-1 0 0,0-2 0 0,0 3 0 0,0-1 0 16,2 1 0-1,1-3 0-15,0 3 0 0,0-3 0 0,0 2 0 0,0-2 0 0,-1-2 0 0,1 2 0 16,0 2 0-16,-3-2 0 0,3 0 0 0,-3 3 0 16,0-3 0-16,-1 0 0 0,-2 0 0 0,0 3 0 0,0-3 0 15,0 2 0-15,0-2 0 0,-3 0 0 0,3 0 0 0,-4 0 0 16,4 0 0-16,-3 0 0 15,0-2 0-15,-3 2 0 0,3 0 0 0,-3-3 0 16,3 3 0-16,-3 0 0 0,0-3 8 0,0 1-8 0,0-1 0 16,-1 3 0-16,-2-3 0 0,3 1 0 15,0-1 0-15,-3-2 0 16,0 2 0-16,0 1 0 0,0-4 0 0,0 4 0 0,0-4 0 0,0 1 0 16,-3 0 0-16,3-3 0 0,0 0 0 0,0 3 0 0,-3-3 0 0,3-3 0 15,-3 3 8-15,0-2-8 0,3-1 0 16,-3-2 0-16,0 2 0 0,0-2 0 0,-3 0 0 15,3 2 8-15,0-2-8 0,0 2 0 0,-3-2 0 0,2 0 8 0,1 0-8 0,-3-1 0 16,3-1 0-16,-3-1 8 0,3 0-8 0,-3-5 0 16,3-1 8-16,-3 1-8 0,0-3 8 15,0-2-8-15,0 0 8 0,0-4-8 0,-3-1 0 0,3-1 8 16,-3 5-8-16,0-2 0 0,0 0 0 0,1 0 8 16,-1 0-8-16,0 0 0 0,0-3 0 0,0-2 8 15,0-1-8-15,3-2 0 0,-3-2 0 0,0-4 0 31,0 6 0-31,3 3 0 0,0 2 0 0,-3-5 0 0,3 5 0 0,3-5 0 0,-3 0 0 0,0 0 0 16,3-2 0-16,-3-1 0 0,3 3 0 0,0-3 0 16,-3 3 0-16,3 3 0 0,0 2 0 0,-3-2 0 15,3-4 0-15,-3 4 0 0,3-3 0 0,0-3 0 16,-3 3 0-16,2 0 0 16,1 0 0-16,-3 0 0 0,3 3 0 0,0 2 0 0,-3 0 0 0,3 1 0 15,0-1 0-15,-3-3 0 0,3 1 0 0,0 0 0 16,0 2 0-16,0-3 0 0,0 4 8 0,0-1-8 15,-3 5 0-15,3-2 0 0,0 6 0 0,0-4 0 0,0 3 0 0,0 0 0 0,0 1 0 0,0-4 8 16,0 3-8-16,0-2 0 16,0-1 0-16,0 4 0 15,0-1 0-15,0 0 0 0,3 0 0 0,-3 0 0 0,0 3 0 0,0 3 0 0,0-1 0 0,0 3 0 16,0 0 0-16,0 1 8 16,0 1-8-16,0 1 0 15,-3 2 0-15,3-2 0 0,0 3 0 0,-3-4 0 0,0 4 0 0,3-1 8 0,-3 3-8 0,0-2 0 16,0 2 0-16,0 0 8 0,0 3-8 15,0-3 0-15,0 2 0 16,0 1 0-16,0 0 0 0,0-1 0 0,-3 1 0 0,3 3 0 0,0-4 8 0,0 6-8 31,-3-2 0-31,3 2 0 0,-3-6 0 0,0 4 8 0,0-1-8 0,3 3 0 0,-3-5 0 0,-3 2 0 16,3 0 0-16,0-2 0 0,3 5 0 0,-9-3 0 16,3 1 0-16,0-1 0 0,-3 3 8 0,0-2-8 15,0-1 0-15,0 0 0 0,-3 1 0 0,3-1 8 16,-2 0-8-16,-4-2 0 0,3 2 0 0,-3 3 0 15,-3-5 0-15,3 5 0 0,-3-3 0 0,0 1 0 16,-2-1 0-16,-1 0 0 0,0 3 8 0,-3-2-8 16,3-1 0-16,0 1 0 0,4 2 0 0,-7-3 0 15,3 0 0-15,-3 1 0 0,0-1 0 0,-3 0 0 16,1 1 0-16,-4-1 0 0,0 0 0 0,-6 3 0 16,7 0 0-16,-4 0 0 0,3 0 0 0,-3 3 0 15,4-3 0-15,-1 0 0 0,0 0 0 0,0 0 0 16,-2-3 0-16,-1 3 0 0,-3 0 0 0,0 0 0 15,4 0 0-15,-4 3 0 0,3-3 0 0,-2 3 0 16,2-3 0-16,3 2 0 0,-3-2 0 0,1 0 0 0,-1 0 0 0,0 0 0 0,-3 0 0 0,-2 0 0 31,5 0 0-31,-3 3 0 0,3-3 0 16,1 3 0-16,-1-3 0 0,6 2 0 0,-3-2 0 0,1 0 0 16,2 0 0-16,-3 0 0 0,0 0 0 0,1 0 0 0,-1 0 0 0,0 0 0 0,-3 0 0 0,3 0 0 15,1 0 0-15,2 3 0 0,3-3 0 0,-3 0 0 16,4 0 0-16,-4 0 0 15,0-3 0-15,0 3 0 0,0 0 0 0,-2 0 0 0,-4 0 0 0,3 0 0 32,3 0 0-32,-2 0 0 0,2 3 0 0,0-3 0 0,0 3 0 0,3-3 0 0,1 0 0 15,-1 0 0-15,3 0 0 0,-3 0 0 0,-3 0 0 0,3 0 0 16,1 0 0 0,-4 0 0-16,0 0 0 0,0 0 0 0,0 0 0 0,4 0 0 0,-4 2 0 0,0-2 0 15,3 0 0-15,0 3 0 0,4-3 0 0,-4 0 0 16,3 0 0-16,0 0 0 0,-3 0 0 0,4 0 0 15,-4 0 0-15,3 0 0 0,-3 0 0 16,0 0 0-16,0 0 0 0,4 0 0 0,-1 0 0 0,-3 0 0 16,3 0 0-16,0 0 0 0,3 0 0 0,1 2 0 15,-1-2 0-15,3 0 0 0,0 0 0 0,-3 0 0 16,3 0 0-16,0 0 0 0,0 0 0 0,1 0 0 16,2 0 0-16,-3 0 0 15,0 0 0-15,0 0 0 0,0 3 0 0,0-3 0 0,0 0 0 0,0 3 0 16,1-1 0-16,-1-2 0 0,0 3 0 0,0 0 0 15,3-1 0-15,0 1 0 16,0-3 0-16,0 5 0 0,0-2 0 0,0 0 0 0,1-1 0 0,-1 1 0 16,3 0 0-16,-3-1 0 0,3 3 0 0,0-2 0 15,3 0 0-15,-3-1 0 0,0 1 0 0,3 2 0 16,-3-2 0-16,0 2 0 0,3-2 0 0,-3 2 0 0,1-2 8 0,2 2-8 0,-3-2 0 0,0 2 8 16,3-2-8-1,-3 2 0-15,0-2 9 0,3 2-9 0,-3 0 0 0,3-2 0 0,-3 0 0 0,3 2 8 16,-3-2-8-16,3-1 0 0,0 1 0 0,0-1 0 15,3 4 0-15,-3-6 0 0,6 0 0 0,-6 2 0 16,6-2-11-16,0 0-3 0,0 0-1 0,0 0 0 16,0-5-134-16,6-5-27 0,3-4-6 15</inkml:trace>
  <inkml:trace contextRef="#ctx0" brushRef="#br3" timeOffset="32740.93">11790 6607 1234 0,'0'0'25'0,"0"0"7"15,0 0-32-15,0 0 0 0,0 0 0 0,-6 0 0 16,6 0 93-16,0 0 12 0,0 0 3 0,0 0 0 16,0 0-17-16,0 0-3 0,0 0-1 0,0 0 0 0,0 0-30 0,0 0-5 0,0 0-2 0,0 0 0 31,0 0-23-31,0 0-5 0,0 0-1 0,0 0 0 0,0 0-1 0,0 0-1 0,0 0 0 0,3 0 0 31,3-3-3-31,3 1-1 0,0-1 0 0,0 3 0 0,-1-3 0 0,7 1 0 0,0-1 0 0,0 3 0 31,3-2-2-31,3 2 0 0,0-3 0 0,-1 3 0 0,1 0-5 0,3 0 0 0,0 0-8 0,-3 0 12 32,3-3-12-32,-4 3 0 0,1-2 8 0,3-1-8 15,-3 3 0-15,3-3 8 0,0 1-8 0,-1-1 0 0,4 3 10 0,-3 0-10 0,3 0 10 0,0 0-10 16,-1 3 11-16,-2-3-11 0,3 2 12 16,-3 1-12-16,3-3 11 0,-7 0-11 0,4 0 10 0,0 0-10 15,3-3 11-15,-3 3-11 0,5 0 12 0,1-2-12 16,0 2 9-16,-3 0-9 0,2 0 0 0,1 2 9 15,0-2-9-15,-3 0 0 0,3 3 9 0,-4-3-9 16,1 0 0-16,-3 0 9 0,0-3-9 0,0 1 0 16,2-1 12-16,1 3-4 0,0 0 0 0,0-3-8 15,2 3 10-15,-2 3-10 0,0-3 8 0,0 0-8 16,-3 3 0-16,-1-3 8 0,1 0-8 0,0 0 0 16,0 0 8-16,0 0-8 0,0-3 0 0,-1 3 8 15,4 0-8-15,0-3 12 0,3 3-12 0,2-2 12 16,-2 2-12-16,0 2 12 0,0-2-12 0,2 3 12 15,-5-3-12-15,3 0 8 0,-3 0-8 0,3-3 8 16,-1 3-8-16,-2 0 12 0,3-2-12 0,3-1 12 0,-7 3-12 0,4 0 10 16,3 0-10-16,-6 3 10 15,3-1-10-15,-4 1 0 0,1 0 9 0,-3-1-9 0,0-2 0 16,-3 0 0-16,-1 3 0 0,1-3 8 16,0 0-8-16,3 0 0 0,-3 0 0 0,3 0 8 15,-1 3-8-15,1-1 0 0,0-2 0 0,0 3 0 0,0 0 8 0,-1-1-8 0,-2 3 8 0,0-2-8 16,0 2 0-1,0-2 0-15,0 2 0 0,-4-2-8 0,4-3 8 0,-3 3 0 0,0-1 0 0,-3-2 0 32,3 3 0-32,-3-3 0 0,2 0 0 0,-2 3 0 0,0-1 0 0,0-2 0 0,0 0 0 0,-3 3 0 15,0 0 0 1,3-3 9-16,-3 2-9 0,0 1 10 0,-4-1-10 0,4-2 8 0,0 3-8 0,-3 0 8 16,3-3-8-16,-3 2 0 0,0-2 9 15,0 3-9-15,0-3 8 0,0 3-8 16,0-3 10-16,0 2-10 0,0-2 0 0,-1 3 0 0,1-3 0 0,0 3 0 15,0-3 0-15,-3 2 0 0,0-2 9 0,0 3-9 16,0-3 12-16,0 3-4 16,-3-3 0-16,-3 0 0 0,0 0 8 0,0 0 0 0,0 0 1 0,0 0 0 15,6 2 2-15,-6-2 0 0,0 0 0 0,0 0 0 16,0 5-8-16,0-5-2 0,3 6 0 0,-3-6 0 16,3 5-9-16,-3-5 0 0,0 0 0 0,0 5 0 15,3 1 0-15,-3-6 0 0,0 5 0 0,0 0 0 16,0 3 0-16,0-3 0 0,0 1 8 0,0-1-8 15,0 0 0-15,-3 3 0 0,3-2 9 0,0 2-9 16,0-1 0-16,-3-1 0 0,3 2 0 0,0 0 8 16,0 0-8-16,-3 0 0 0,3 2 0 0,0 1 0 0,0-3 0 0,-3 0 8 15,3 2-8-15,0-2 0 16,0 3 0-16,0-3 0 0,0 2 0 0,0 1 0 0,0-3 0 16,-3 2 0-16,3 1 0 0,0-1 0 15,0 1 0-15,-3 0 0 0,3 2 0 0,0 0 0 0,0 0 0 0,-3 1 0 0,3-1 0 0,0 3 0 31,0 0 0-31,0-3 0 0,0 5 0 0,0-2 0 16,3-3 0-16,-3 3 0 0,0 0 0 0,3 0 0 0,-3-3 0 0,3 0 0 16,0 1 0-16,0-1 0 0,-3 0 0 0,3 0 0 15,0-2 0-15,-3 2 8 0,0 0-8 16,0-2 0-16,0 2 0 0,0 0 0 0,0-2 0 0,0 2 9 0,0-2-9 16,0 2 10-1,0 0-2-15,0 1-8 0,0-1 12 0,0 0-4 16,0 0-8-16,3 0 10 0,-3 3-10 0,0-2 10 0,3-1-10 0,-3 0 0 0,0 0 0 0,3 1 8 15,-3-4-8-15,3 3 0 0,-3-2 0 0,3 2 0 16,0-2 0-16,-3-1 0 0,3 1 8 0,-3 2-8 16,3-5 0-16,-3 3 8 0,3-1-8 0,-3 1 8 15,3-3-8-15,-3 2 8 0,3-2-8 0,-3 3 8 16,3-3-8-16,-3 0 0 0,0 0 9 0,3 0-9 16,-3 2 0-16,0-2 0 0,0 3 0 0,0-1 8 15,3-2-8-15,-3 3 0 0,0 2 0 0,3-2 0 16,-3 2 0-16,0-3 0 0,3 4 0 0,-3 2 8 15,0-6-8-15,2 6 0 0,-2-3 0 0,0 0 0 16,0 3 0-16,0-2 9 0,0-1-9 0,0 0 0 16,0 0 12-16,0 0-12 0,3 1 12 0,-3-4-12 15,0 4 9-15,0-1-9 0,3-3 0 0,-3 4 9 16,0-4-9-16,0 1 0 0,0-1 0 0,0 1 0 16,0 0 0-16,0 2 0 0,0-3 8 0,0 1-8 0,0 2 0 15,3 0 0-15,-3 1 9 0,0 1-9 0,3 1 0 16,-3 3 0-16,3-1 0 0,-3 1 8 0,3-1-8 15,-3 1 0-15,0 2 0 0,3-2 0 0,0-1 8 16,-3-2-8-16,3 0 8 0,0 0-8 0,-3 0 11 0,3-3-3 0,-3 3 0 0,3-3 0 16,-3 3-8-1,3-3 8-15,-3 0-8 0,3 1 8 0,-3-4-8 16,0 6 0-16,3-3 9 0,-3 3-9 0,0 0 0 16,3 0 0-16,0 2 0 0,-3 1 8 0,3-1-8 0,0 1 0 15,-3 0 0-15,3-4 0 16,0 4 0-16,-3-3 0 0,3 0 0 0,0 0 0 0,0-1 0 0,0-1 0 0,-3 2 0 15,6-3 0-15,-3 0 0 0,0 0 0 0,0 0 0 0,0 1 8 16,0-1-8-16,0 0 0 0,0-2 0 0,0 5 0 16,0-3 0-16,0 3 0 0,0 0 0 0,0 2 0 15,0-2 0-15,0 2 0 0,0 1 0 0,-1 2 0 16,1-2 0-16,0-1 0 0,0 1 0 0,-3-3 0 16,3-1 0-16,-3 1 0 0,0-2 0 0,0 1 0 15,0-4 0-15,0 2 0 0,3-2 0 0,-3-1 8 16,-3 1-8-16,3-3 0 0,0 0 0 0,0 0 0 15,-3-3 0-15,3 0 0 0,0 1 0 0,0-1 8 16,-3 3-8-16,3-3 0 0,0 3 0 0,0-3 0 16,-3 3 0-16,3-2 0 0,-3-1 0 0,3 3 8 0,0-8-8 15,-2 5 0-15,-1 1 0 0,0-1 0 16,0 0 0-16,0-2 8 0,3-3-8 0,-6 8 0 16,0-3 0-16,3-2 9 0,-3 2-9 0,0 0 0 0,0 1 9 0,0-4-9 15,0 3 0-15,0-2 9 16,-3 2-9-16,3 1 0 0,-3-4 0 0,0 1 8 0,3 2-8 0,-3-2 0 15,0 2 0-15,1-2 0 16,-1 2 0-16,0-2 8 0,0-1-8 0,-3 4 0 0,3-4 0 0,-3 1 8 0,3 0-8 16,-3 2 0-16,-3-5 0 15,3 3 0-15,-3-1 8 0,1 1-8 0,-4 0 0 0,0-1 0 0,0-2 0 16,-3 3 0-16,0-1 0 0,1 1 8 0,-4 0-8 0,0-1 0 16,0 1 0-16,0 0 0 0,0-1 8 0,1 1-8 15,-1-3 0-15,3 3 0 0,-3-1 0 0,-3-2 0 16,4 3 0-16,-4 0 0 0,0-1 0 0,-3-2 0 15,0 3 0-15,-2 0 0 0,-1-1 8 16,0 1-8-16,3-3 0 0,1 2 0 0,-1 1 0 0,0 0 0 16,-3-3 0-16,1 2 0 0,-1 1 8 0,-6 0-8 15,1-1 0-15,2-2 0 16,-6 3 0-16,3-3 0 0,4 3 0 0,-4-3 0 0,6 0 0 0,-5 2 0 16,2-2 0-16,-3 0 0 0,-2 3 0 0,-1-3 0 15,3 0 0-15,3 0 0 0,1 0 8 0,-1-3-8 16,3 3 0-16,1 0 0 0,2 0 0 0,-3-2 0 15,3 2 0-15,-3-3 0 0,1 3 8 0,-1 0-8 16,3-3 0-16,0 3 0 0,4-2 0 0,-4-1 0 16,6-2 0-16,3 2 0 0,0 0 8 0,1 1-8 15,2-1 0-15,0-2 0 0,0 2 0 0,0 1 0 0,0-4 0 16,0 4 0-16,1-1 0 0,-4-2 0 0,3 2 0 16,-3 0 0-16,0-2 0 0,0 2 0 15,4 1 0-15,-4-1 0 0,0 1 8 0,0-1-8 0,3 0 0 0,0 1 0 0,0-1 0 16,1 3 0-16,-1 0 0 15,3-3 0-15,0 3 0 0,-3-2 0 0,3 2 0 0,-3 0 0 0,0 0 0 16,1 0 0-16,-4 0 0 0,3 0 0 0,0 0 0 0,-3 0 0 16,3 0 0-16,-2 2 0 15,2 1 0-15,-3 0 0 0,3-1 0 0,0 1 0 0,0-3 0 0,-3 3 0 32,7-1 0-32,-1 1 0 0,0-3 0 0,0 2 0 0,3-2 0 0,0 3 0 0,0-3 0 15,0 0 0 1,0 0 0-16,0 0 0 0,1 0 0 0,-1 0 0 0,3 0 0 0,-3 0 0 0,3 0 0 0,0-3 0 15,0 3 0-15,0-2 8 0,0-1-8 0,0 3 0 16,0-5 8-16,3 2-8 0,-3 1 0 0,3-1 8 16,0-2-8-16,1 2 0 0,-4-2 0 0,3 2 8 15,3-2-8-15,-3-3 0 0,0 3 0 0,3-3 8 32,-3 2-8-32,0-2 0 0,3 0 0 0,0 1 8 0,-3-1-8 0,3 0 0 0,0 0 0 0,0-3 8 15,0 1-8-15,0 2 0 16,-3 0 0-16,3-3 0 0,0 0 0 0,0 1 0 0,0 2 8 0,0-5-8 15,0 2 0-15,0 1 0 0,0-4 0 0,0 1 0 16,0-3 0-16,0 0 0 0,0 0 8 0,0-2-8 16,3-1 0-16,-3-4 0 0,3-1 0 0,0 0 0 15,-2 0 0-15,2 0 0 0,0-2 0 0,0 2 0 16,2 3 0-16,-2 2 0 16,0-2 0-16,0 0 0 0,0 0 0 0,3 2 0 0,-3-2 0 0,0-3 0 0,0 1 0 0,3-4 0 0,-3 1 0 15,0-3 0 1,0-1 0-16,3 1 0 0,-3 0 0 0,0 0 0 15,0 3 0-15,0 2 0 0,0 3 0 0,0-3 0 16,0 0 0-16,0 0 0 0,0 3 0 0,-3-5 0 0,3-1 0 16,0 1 0-16,-3-3 0 0,3-3 0 0,0 3 0 0,0 0 0 0,0 2 0 15,-3-2 0-15,3 3 0 0,0 2 0 0,0 0 0 0,0 0 0 16,0 0 0-16,-2 3 0 0,2-3 0 0,0 1 0 16,0-4 0-16,-3-2 0 15,3 0 0-15,0-3 0 0,0 3 0 0,0 0 0 0,0 0 0 0,0 0 0 31,0 5 0-31,0 0 0 0,0 0 0 0,0 3 0 0,0-3 0 0,0 0 0 0,0 1 0 0,0-4 0 16,0 1 0-16,0-3 0 0,0 0 0 0,0-1 0 16,3 1 0-16,-3 3 0 0,0-1 0 0,2 4 0 15,-2-1 0-15,0 3 0 16,0-3 0-16,0 5 0 0,0-2 0 0,0 0 0 0,0 0 0 0,0 0 0 16,0-3 0-16,0 0 0 0,0 0 0 0,0-2 0 15,0-1 0-15,0 1 0 0,0-1 0 0,3 3 0 16,-3 1 0-16,0 1 0 0,3 4 0 0,-3-3 0 15,3 5 0-15,-3-3 0 0,0 4 0 0,0-4 0 16,0 3 0-16,0-2 0 0,0 2 0 0,0-3 0 16,0 1 0-16,0-3 0 0,0 2 0 0,0 0 0 15,3-2 0-15,-3 0 8 0,0 3-8 0,3-1 0 16,-3 3 0-16,0 0 8 0,3 0-8 0,-3 3 0 16,0 3 0-16,3-1 0 0,-3 3 0 0,0 0 0 15,3 0 0-15,-3 3 0 0,0-3 0 0,3 3 0 16,0-1-62-16,0 1-5 0,0 0-1 0</inkml:trace>
  <inkml:trace contextRef="#ctx0" brushRef="#br3" timeOffset="69982.17">11986 9457 1418 0,'-6'0'40'0,"0"5"9"16,0-2-39-16,0-1-10 0,0 1 0 0,-2 0 0 16,2 2 75-16,-3-2 13 0,3 2 2 0,-6 0 1 15,3 0-22-15,-3 1-4 0,3 2-1 0,-3-3 0 16,0 3-19-16,-3 0-4 0,0 0-1 0,4 0 0 16,-4 2-17-16,0-2-4 0,0 3-1 0,-3-3 0 0,3 2-6 0,-3 1-2 0,0 0 0 15,-2-1 0-15,-1 3 7 0,0-2 2 0,-3 2 0 0,0 0 0 31,-2 1 2-31,2-4 1 0,0 6 0 0,0-3 0 0,0 1 5 0,0-1 1 0,4 0 0 0,-1 3 0 16,0 0-28-16,0 0 0 0,3 2 0 0,0 1 0 16,1-1 0-16,-1 1 0 0,3-1 0 0,-6 1 0 15,6-1 0-15,-3 1 0 0,0-3 0 0,0 2 0 16,1-2 0-16,-1 0 0 0,0-3 0 0,0 0 0 16,3 1 0-16,-3-1-9 0,0 0 0 0,1-2 0 15,-1 2 9-15,0-2 12 0,0-1-2 16,0 1-1-16,3 2-9 0,-3-5 0 15,4 2 0-15,-4 1 0 0,3-3 0 0,-3 0 0 0,0-3 0 0,-3 3 0 16,3-3 53-16,1 3 9 0,-4-2 2 0,3-1 0 16,-3 0-52-16,0 1-12 0,0-1 0 0,0 0 0 15,1 3 0-15,2-3 0 0,-3 1 0 0,0 2 0 16,3-3-21 0,0 0-7-16,1 3-2 0,-1-3 0 0,0 1 30 0,3-1 0 0,-3 0 0 0,0 1 0 15,0-4 0-15,3 3 0 0,-2 1 0 16,2-4 0-16,0 4 0 0,3-4-9 0,0 1 9 0,0 2 0 15,0-5-8-15,3 3 8 0,0 0-8 0,0-1 8 16,0-2-16-16,4 3 1 0,-1 0 1 0,3-3 0 16,-3 2-6-16,0 1 0 0,6-3-1 0,-3 2 0 15,-3 1-2-15,3 0 0 0,-3-1 0 0,3 1 0 16,0 0-14-16,-3-3-3 0,6 0-1 0,-3 2 0 16,3-2-41-16,-3 3-8 0,3-3-2 0</inkml:trace>
  <inkml:trace contextRef="#ctx0" brushRef="#br3" timeOffset="70544.57">10290 10282 1489 0,'0'0'42'0,"0"0"10"16,-3-5-42-16,3 0-10 0,-3-1 0 0,0 4 0 16,0-3 84-16,3 5 16 0,-3-6 2 0,0 4 1 15,3 2-26-15,-3-6-5 0,3 6 0 0,-6-2-1 16,6 2-22-16,0 0-4 0,-6-3-1 0,6 3 0 16,-6 3-12-16,0-1-4 0,6-2 0 0,-6 3 0 0,0 2-14 0,0 1-3 0,0-1-1 0,0 3 0 15,0 0 6-15,0 0 0 0,0 2 1 0,0 3 0 31,0-2-17-31,0 2-12 0,0 0 1 0,1 1 1 0,-1-1 10 0,0 0 14 0,3 0-3 0,0 1-1 16,0-1-10-16,0-3 0 0,0 1 0 16,0 0 0-16,0-3 0 15,3 0 0-15,-3-1 0 0,3 1 0 0,0-2 0 0,3 2 0 16,-3-3 0-16,3 0 0 16,0 0 0-16,0 1 0 0,0-4 0 0,0 1 0 0,3 0 0 0,0-1 0 0,0-2 0 0,-1 3 0 15,4-3 0-15,0 3 0 0,0-3 0 0,3 0 0 16,0 0 53-16,3-3 9 0,0 3 2 0,0-3 0 15,3 1-103-15,-1-4-20 16,4 4-4-16,-3-6-1 0,3 3 64 0,3-3 0 0,0 0 9 0,2 0 0 16,-2 0-56-16,0-3-11 0,3 1-2 0</inkml:trace>
  <inkml:trace contextRef="#ctx0" brushRef="#br3" timeOffset="72085.45">12361 3212 1097 0,'0'0'31'0,"0"0"7"0,0 0-30 0,6 8-8 0,-3-5 0 0,3 2 0 16,0-5 67 0,3 0 12-16,-3 3 2 0,3-1 1 0,3-2-7 0,0 0-2 15,3 3 0-15,-3-3 0 16,2 0-13-16,1 0-4 0,0-3 0 0,3 1 0 0,0-1-12 0,3 3-2 0,0-8-1 0,-1 8 0 31,4-8-15-31,0 3-3 0,3 2-1 0,0-2 0 16,-1 2-6-16,1 1 0 0,0-1-1 0,0 3 0 0,-3-8-15 0,-1 8 8 0,-2-8-8 15,0 8 0 1,0-8 8-16,-6 6-8 0,3 2 0 0,-3-3 9 0,-1 3-9 16,-2 0 8-16,0 0-8 0,0-5 8 15,-3 5-8-15,0 0 0 0,-3-3 0 0,0 3 0 16,0 0 0-16,0 0 0 0,0 0-12 0,-6 0 12 16,3 0-51-16,-3 0-2 0,0 0-1 0</inkml:trace>
  <inkml:trace contextRef="#ctx0" brushRef="#br3" timeOffset="72828.37">14570 3239 889 0,'0'0'37'31,"0"0"-29"-31,0 0 60 0,0 0 13 0,0 0 3 0,0 0 0 16,0 0-15-16,0 0-2 0,0 0-1 0,0 0 0 15,0 0-10-15,0 0-3 0,0 0 0 0,0 0 0 0,0 0-13 16,0 0-4-16,0 0 0 0,0 0 0 0,0 0-5 15,3-3-2-15,3 0 0 0,0 1 0 16,0 2-2-16,3-3-1 0,0 3 0 0,3 0 0 0,-1 0-3 0,4-5-1 0,3 5 0 16,3-3 0-1,0 3-3-15,3 0-1 0,-1 0 0 0,7 0 0 0,-3 0-3 0,0-5-1 0,0 5 0 0,2 0 0 16,-2-3-14-16,3 3 11 16,0-5-11-16,-4 2 10 15,1 1-10-15,0-1 0 0,0 0 0 0,-3 3 8 0,-3-2-8 0,-4 2 0 0,1 0 0 0,-3 0 8 16,0 0-8-16,-6 0 0 0,0 0 9 0,0 0-9 31,-3-3 10-31,-6 3-2 0,3 0-8 0,-3 0 12 16,0 0-12-16,0 0 0 0,0 0 8 0,0 0-8 0,0 0 0 0,0 0-10 0,0 0 2 0,0 0 0 15,0 0-17-15,0 0-3 0,0 0-1 0,0 0 0 32,0 0-23-32,0 0-4 0,0 0 0 0</inkml:trace>
  <inkml:trace contextRef="#ctx0" brushRef="#br3" timeOffset="76147.53">10281 7538 966 0,'0'0'27'0,"0"0"7"0,0 0-34 0,0 0 0 0,0 0 0 0,-3-2 0 15,3 2 82-15,-6 0 10 0,6 0 1 16,-6 0 1-16,0 2-25 0,6-2-5 0,-6 0 0 0,0 3-1 31,6-3 0-31,-6 3 0 0,6-3 0 0,-9 2 0 0,3 1-9 0,6-3-2 0,-6 3 0 0,0 2 0 16,6-5-13-16,-6 5-3 0,6-5-1 0,-3 6 0 16,3-6-10-16,-3 7-1 0,6-1-1 0,-3-1 0 15,3 0-6-15,3 1-1 0,0-4 0 0,3 1 0 16,3 0 4-16,3-1 0 0,0-2 0 0,6 0 0 15,2 0 5-15,7-2 2 0,0-1 0 0,3-2 0 16,2 2-11-16,1-2-1 0,0-1-1 0,2 1 0 16,1 0-2-16,3 0 0 0,0-3 0 0,-1 5 0 0,-5-2-2 15,-3-1-1-15,-4 1 0 0,-2 2 0 16,-3-2-9-16,-3 3 12 0,-3-1-12 0,-6 0 12 16,0 1-4-16,-1-1 0 0,-5 3 0 15,3-3 0-15,-3 3-8 0,-3-2 10 0,-3 2-10 0,0 0 10 0,3 0-10 0,-3 0 0 16,0 0 0-16,0 0 0 15,0 0-19-15,0 0 1 0,6 2 0 0,-6-2 0 16,0 0-45-16,0 0-9 0,3 3-1 0</inkml:trace>
  <inkml:trace contextRef="#ctx0" brushRef="#br3" timeOffset="77193.53">10492 9597 1337 0,'0'0'56'15,"0"0"-44"17,-6 3 41-32,0-1 9 0,3 1 2 0,3-3 0 0,-6 3 0 0,0-1 0 0,6-2 0 0,-6 0 0 15,6 0 0-15,0 0 0 0,0 0 0 0,-3 3 0 32,3-3-52-32,0 0-12 0,0 0 0 0,0 0 0 0,0 0 32 0,3 5 3 0,3-2 1 0,0-1 0 15,0 1-11-15,3 0-1 0,3-1-1 0,0-2 0 16,3 3 2-16,3-3 1 0,-1 0 0 0,4 0 0 15,3-3 14-15,3 1 2 0,6-1 1 0,-1-2 0 16,1 0-43-16,3-1 0 0,-3 1-13 0,2 0 3 16,-2-1 10-16,-3 1 11 0,-3 2-3 0,2-2 0 15,-2 3 0-15,-3-4 0 0,0 4 0 0,-3-1 0 16,-4 0-8-16,-2 3 10 0,-3-2-10 0,-3 2 10 16,0 0-10-16,-3 0 12 0,-6 0-12 0,0 0 12 15,0 0-12-15,0 0 10 0,0 0-10 0,3 5 10 16,-3-5-10-16,0 0 0 0,0 5 0 0,0-5 0 15,0 6 0-15,0-6 0 0,0 5 0 0,0-5 0 0,0 8-12 0,0-8 12 16,-3 5-12-16,0 0 12 0,3-5-14 16,-6 3 5-16,3 2 1 0,-3-2 0 0,3 2 8 0,-3-2-10 0,0-3 10 0,0 2-10 15,-3 1 10-15,1 0 0 0,-4-1 0 0,0-2 0 16,0 3 0 0,0-3 0-16,-3 0 0 0,0 3 0 0,0-3-10 0,-3 2 0 0,1-2 0 0,-4 0 0 15,0 3-1 1,-6-3 0-16,0 5 0 0,-2-2 0 0,-1-3 11 0,0 3-8 0,-3-1 8 0,3 1-8 31,4-3 25-31,-1 3 6 0,3-3 1 0,0 2 0 0,3-2-39 0,4 0-7 0,-1 0-2 0,3-2 0 31,3 2 24-31,0-3 0 0,0 3 0 0,3 0 8 0,3 0 5 0,6 0 1 0,0 0 0 0,0 0 0 16,0 0-2-16,0 0 0 0,0 0 0 0,0 0 0 16,0 0-12-16,3-3 0 0,3 1 0 0,0 2 0 15,3-3 0-15,0 3 0 0,0 0 0 0,0-3 0 16,3 3 0-16,3 0 0 0,-3 0 0 0,2 0 0 15,1 0 8-15,3 0-8 0,0-2 0 0,0 2 0 16,3-3 0-16,0 3 0 0,2-3 0 0,1 3 0 16,0-2 0-16,0-1-15 0,0 0 2 0,-1 1 0 31,1-4-127-31,-3 4-26 0,3-3-5 0</inkml:trace>
  <inkml:trace contextRef="#ctx0" brushRef="#br3" timeOffset="85621.25">9364 10685 1580 0,'0'0'67'0,"0"0"-54"32,0 0 41-32,0 0 8 0,0 0 2 0,-6 0 0 0,0 2 0 0,0 1 0 0,0 2 0 0,0-2 0 15,-3 2-52-15,3 0-12 0,0 3 0 0,-3 0 0 16,0 0 54-16,0 3 8 0,1 2 2 0,-4 3 0 15,0-3-26-15,0 3-5 0,0 2-1 0,0 1 0 16,-3 0 0-16,0 2 0 0,0 0 0 0,0 0 0 16,1 0-32-1,-1-2 0-15,0 2 0 0,0 0 0 0,0 0 0 0,3 3 0 0,-3-3 0 0,3 3 0 16,0-3-9-16,4 0-9 0,-1-2-2 0,0-1 0 16,0-2-19-16,0-2-4 0,3-4-1 0,0 1 0 15,3-3 6-15,-3 0 1 0,6-3 0 16</inkml:trace>
  <inkml:trace contextRef="#ctx0" brushRef="#br3" timeOffset="85920.97">9004 10936 1824 0,'-3'-8'38'0,"-3"0"8"0,3 0-37 15,-3 0-9-15,0 3 0 0,0 0 0 16,0-1 87-16,0 1 15 0,6 5 3 0,0 0 1 15,0 0-32-15,0 0-6 0,0 0-2 0,0 0 0 16,0 0-37-16,0 0-7 0,0 0-2 0,0 0 0 16,0 0 36-16,0 0 6 0,0 0 2 0,0 0 0 15,0 8-52-15,3 0-12 0,-3-3 0 0,3 3 0 0,3 3 0 0,-3-3 0 0,3 2 0 0,3 1 0 16,-3-1 0-16,3 4 0 0,0-4 0 0,2 3 0 16,-2 3 20-16,3-2 2 0,0 1 0 0,3 1 0 15,-3 0-35-15,0 3-7 0,3-3-2 0,0 2 0 16,-3-2 22-16,2 0 0 0,1 0 0 0,-3-3 0 15,3-2-41-15,-3-1-4 16,0-2-1-16,-3 0 0 0,3-5-153 0,0 2-30 0,0-5-7 0</inkml:trace>
  <inkml:trace contextRef="#ctx0" brushRef="#br3" timeOffset="86159.79">9420 11071 1579 0,'-3'-11'32'0,"3"11"10"16,-3-2-34-16,0-1-8 0,0 0 0 0,3 3 0 15,0 0 104-15,-5-2 20 0,5 2 3 0,0 0 1 0,0 0-22 0,0 0-4 0,0 0-1 0,-6 2 0 32,6-2-59-32,-6 6-12 0,6-6-2 0,-3 8-1 15,0 0 29-15,3-1 7 0,0 1 1 0,0 3 0 0,3 0-52 0,-3-1-12 16,3 3 0-16,0 1 0 0,-3-1 0 0,3 0 0 0,0 3 0 0,0 0 0 31,0-3 0-31,2 0 0 0,-2 0 0 0,0 1 0 16,0-1 0-16,0-2 0 0,0-1 0 0,0-2 0 0,0 3 0 0,0-3 0 15,0 2-12-15,-3-2 12 16,0 0-54-16,3 0-4 0,-3-3-1 0,0 3 0 16,0-8-79-16,0 0-16 0,0 0-3 0</inkml:trace>
  <inkml:trace contextRef="#ctx0" brushRef="#br3" timeOffset="86894.5">8891 10613 851 0,'-6'3'36'16,"0"-1"-36"-16,0 1 109 0,-3 0 15 0,3 2 4 0,0-2 0 16,0-1 0-16,-3 1 0 0,3 0 0 0,-3-1 0 15,3 1-48-15,0-1-10 0,0-2-2 0,6 0 0 16,-3 6-14-16,3-6-3 0,0 0-1 0,0 0 0 15,0 0-5-15,0 0-1 0,0 0 0 0,0 0 0 16,0 0-9-16,0 0-3 0,0 0 0 0,0 0 0 16,3 2-4-16,3 1-2 15,3 0 0-15,-3-3 0 0,3 0-4 0,0-3-1 0,0 0 0 0,3 1 0 16,0-4-5-16,0-1 0 0,2 1-1 16,1-2 0-16,3-2-4 0,3 2-1 0,3-3 0 0,0 1 0 15,-1 2 0-15,7 0 0 0,-3 0 0 0,3 0 0 16,-3 0 0-16,-1 0 0 0,4 0 0 0,-6 0 0 15,-3 3-10-15,0-3 8 0,-1 3-8 0,-5-1 8 16,3 1-8-16,-3 0 0 0,0 2 0 0,-3 0 8 16,-3 3 16-16,3-2 4 0,-3 2 0 0,0 0 0 15,-3 0-28-15,-6 0 0 0,5 0 0 0,-5 0 0 16,0 0 0-16,0 0 0 0,0 0 0 0,0 0 0 16,0 0 0-16,0 0 0 0,0 0 0 0,0 0 0 15,0 0 0-15,0 0 0 0,0 0 0 0,0 0 0 16,0 0-22-16,0 0-10 0,0 0-1 0,0 0-1 15,0 0 3-15,0 0 1 0,0 0 0 0,0 0 0 16,0 0-166-16,0 0-32 0,3-5-8 0</inkml:trace>
  <inkml:trace contextRef="#ctx0" brushRef="#br3" timeOffset="89627.55">9867 10690 1444 0,'0'0'60'0,"0"0"-48"15,0 0 82-15,0 0 16 0,-6 0 3 0,0 5 1 16,-3-2-32-16,3 2-6 0,0 3-2 0,-3 3 0 15,0-1-30-15,3 3-5 0,-3 1-2 0,0 2 0 16,1-1-27-16,-1 4-10 0,3-3 0 0,-3 5 9 16,0-3-9-16,0 1 0 0,3 5 0 0,-3-3 0 0,0 0 0 0,3 0 0 0,-3-2 0 0,0 2 0 15,0 0 0-15,3-2 0 16,-3 2 0-16,1 0 0 16,-1-2 0-16,0-4 10 0,-3 1-10 0,3 0 10 15,0-3-37-15,-3-2-7 0,3 0-2 0,0-1 0 16,0-5-48-16,0 1-11 0,3-4-1 0,0-2-1 15,6 0-127-15,0 0-26 0</inkml:trace>
  <inkml:trace contextRef="#ctx0" brushRef="#br3" timeOffset="89859.56">9534 11050 1321 0,'-3'-29'58'0,"3"18"13"15,0 0-57-15,-3 1-14 16,0-1 0-16,0 1 0 0,3-1 111 0,-3 3 19 0,0 0 4 0,3 3 1 16,-3-3-44-16,3 5-9 0,0-2-2 0,0 5 0 15,0 0-20-15,0 0-4 0,0 0 0 0,0 0-1 16,3-5-23-16,0 2-5 0,3 3-1 0,0-3 0 15,-1 6 0-15,1-3 0 0,0 3 0 0,3 2 0 16,0 0-6-16,0 1-2 0,3 2 0 0,0-1 0 16,0 1 9-16,-3 3 1 0,3 0 1 0,0-1 0 15,-3 1-29-15,2-1 0 0,-2 4 0 16,3-4 0-16,-3 3 0 0,3 1 0 0,-3-4 0 0,3 3 0 16,-3-2-46-16,0 0-15 0,3-1-3 0,-3-2-1 15,3 0-101-15,-3 0-20 0,2 0-4 0</inkml:trace>
  <inkml:trace contextRef="#ctx0" brushRef="#br3" timeOffset="93092.93">10090 11087 1364 0,'-3'-16'28'0,"3"11"7"16,0-1-35-16,0 1 0 0,0 0 0 0,0-1 0 15,0 1 100-15,0 5 12 0,0-5 4 0,0 5 0 16,0 0-38-16,0-5-7 0,0 5-2 15,0 0 0 1,0 0-4-16,0 0-1 0,0 0 0 0,0 0 0 0,0 0-51 0,0 0-13 0,0 0 0 0,-6 2 0 16,0 3 54-16,0-2 8 0,0 2 2 0,-3 3 0 0,3 0-64 15,-2 0-23-15,-4 3 1 0,3-1 0 16,0 4 22-16,-3-1 0 0,0 3 0 0,0 0 0 16,0 2 18-16,3-2 2 0,-3 0 0 0,3 0 0 15,-3-3-20-15,4 0 0 0,2 0 0 0,-3 1 0 0,0-6 0 0,3 2 0 0,3-2 0 0,-3 0 0 31,3 0 0-31,0-3 0 0,3 1 0 0,0-6 0 0,0 5-16 0,0-5-8 0,3 5 0 0,-3-5-1 32,6 5-11-32,3-2-3 0,-3-3 0 0,3 3 0 15,3-3 83-15,-4 0 16 0,4-3 3 0,0 0 1 0,0 1-52 16,3-3-12-16,0-1 0 0,0 1 0 16,0 0 0-16,0-3 0 0,-1 0 0 0,1 2 0 0,-3-1 0 0,0-1 0 0,3 0 0 0,-3 0 0 15,0 0 0-15,0 0-12 0,0 0 3 0,-3 0 0 16,0 0 9-16,-1 0 0 0,1 3 0 0,-3-3 0 15,0 3 0-15,0-1 12 0,-3 1-2 0,0 0-1 16,0-1-9-16,-3 1 0 0,0 2 0 0,0-2 0 16,-6 3 0-16,3-4 0 0,0 1-10 0,-3 0 10 15,0 2 0-15,-3-2 0 16,4 2 0-16,-4-2 0 0,3 2 0 0,-3-2 0 0,3 2 8 0,-3-2-8 16,3 2 33-16,0 1 3 0,0-1 1 0,-3 0 0 15,6 1-8 1,-3-1-1-16,6 3-1 0,-3-3 0 0,3 3 29 0,-6-2 7 0,6 2 1 0,0 0 0 15,0 0-52-15,0 0-12 0,0 0 0 0,0 0 0 16,0 0 0-16,0 0 0 0,0 0 0 0,-3 8 0 16,0 0 0-16,3 0 0 0,0-1 0 0,0 4 0 15,0 2 0-15,3 1 0 0,-3 1 0 0,3 4 0 16,0-3 0-16,0 0 0 0,0 0 0 0,0 2 0 0,3 1 0 16,-3-4 0-16,3 4 0 0,-3-3 0 0,0 2 0 15,0-2 0-15,0 3 0 0,0-1 0 0,0-2 0 0,0 0 0 0,-3 3 0 16,3-4 0-1,-3 4 0-15,0-3 0 0,0 2 0 0,0-2 0 0,0-3 0 0,0 3 8 0,0-2-8 16,0-1 0-16,0 0 0 0,0-2 0 0,0-1 0 16,0-2 0-16,0 0 0 0,0 0 0 15,0 0 0-15,0-3 0 16,0 1-55-16,0-4-7 0,0-2-2 0,0 0 0 16,0 0-60-16,0 0-12 0,0 0-2 0</inkml:trace>
  <inkml:trace contextRef="#ctx0" brushRef="#br0" timeOffset="100137.06">13373 4035 1074 0,'0'0'30'0,"-3"3"8"0,3-3-30 0,0 0-8 0,0 0 0 0,0 0 0 16,0 0 77 0,0 0 15-16,0 0 2 0,0 0 1 0,0 0-20 0,-6-3-4 0,6 3-1 0,0 0 0 15,0 0-30-15,0 0-5 0,0 0-2 0,0-2 0 16,3-4-13-16,0-2-4 0,3 3 0 0,0 0 0 15,0-3 4-15,6 2 1 0,0-1 0 0,0-9 0 16,6 2 0-16,3-1 0 0,-1-4 0 0,7-2 0 31,0-6 8-31,6 1 2 0,3-6 0 0,5-5 0 0,-2 0-8 0,3 0-2 16,-1-5 0-16,10-6 0 0,-1 0-7 0,4-4-2 0,3-1 0 0,8-11 0 16,-5 9-12-16,2 4 0 0,-2-4 0 0,8-1 0 15,-11 3 0-15,-1 3 0 0,1-6 0 16,2 9 0-16,-5 2 0 0,-4 2 0 0,1 12 0 0,0-9 0 15,-10 8 16-15,-2 0 1 0,-3 3 0 0,-3-5 0 16,-7 10-27-16,1-5-6 0,-6 5 0 0,0-2-1 16,0 5 17-16,-7 2 0 0,1-2 0 0,-6 5 0 15,0 3 32-15,0 5 9 16,-3-5 3-16,-3 5 0 0,0 0-29 0,-3 0-6 0,0 3-1 0,-3-3 0 0,0 5 3 16,0-5 0-16,-3 5 0 0,0 1 0 15,0-4-11-15,-3 4 0 0,0 2 0 0,0 0 0 16,-2-5 0-16,2 5 0 0,0 0 0 0,-3 0 0 15,0 0 0-15,0 0-11 0,-3 0 1 0,0 5 0 16,0-5 10-16,-3 2 0 0,-2-2 0 0,2 6-8 16,0-4 8-16,0 1 0 0,0 0 0 0,3 2 0 15,0-5 0-15,1 0 0 0,2 3 0 0,3 2 0 0,3-5 12 0,0 0-1 0,6 0-1 0,0 0 0 16,0 0-10-16,0 0 0 0,0 0 0 0,6 0 0 16,6 0 0-16,0 0 0 0,-1 0 0 15,7-5 0-15,0 5 0 0,0-3 0 0,3-2 0 16,0 2 0-16,0 0 0 15,-1 1 0-15,1-4 0 0,0 4 0 16,-3 2 8-16,0-5-8 0,3 5 12 0,-4-3-4 0,1 3-8 0,-3 0-9 0,3 0 9 0,-3 3-13 16,-3-3 13-16,0 5 0 0,0-3 0 0,-3 4 0 15,-3-4 48-15,0 4 13 0,-3-1 3 0,-1 3 0 16,-2 0-54-16,0 0-10 0,-2-6 0 0,-4 9 0 16,0 0 0-16,0 2 0 0,-3 0 0 0,0-5 0 15,0 5 13-15,0 3-1 0,0-8-1 0,0 5 0 31,0-2-69-31,0 2-14 0,0-5-2 0</inkml:trace>
  <inkml:trace contextRef="#ctx0" brushRef="#br0" timeOffset="106278.48">10516 5506 1325 0,'0'0'37'0,"0"0"9"16,-6-2-37-16,6 2-9 0,-3 0 0 0,3 0 0 16,0 0 69-16,0 0 12 0,0 0 3 0,0 0 0 15,0 0-27-15,0 0-5 0,0 0 0 0,0 0-1 16,0-6-17-16,6 4-3 0,-3-1-1 0,6 0 0 16,0 1-10-16,3-1-3 0,-1 1 0 0,1-1 0 15,6 0-8-15,0 1-1 0,3-4-8 0,3 1 12 16,0 2 12-16,2-2 3 0,1 2 0 0,0 1 0 15,-3-1-19-15,0 0-8 0,-4-2 8 0,1 3-8 16,-3-1 8-16,-3 3-8 0,-3-8 8 0,0 5-8 0,-3 1 28 0,0-1 1 0,-3 3 0 0,0-3 0 16,-6 3-29-1,0 0 0-15,0 0 0 0,0 0 0 16,0 0 0-16,0 0 0 0,-6 3 0 0,-3-3 0 16,-3 3 0-16,0-1 0 0,-3 1 0 0,-3-3 0 15,0 8 0-15,-6-8 0 0,1 3 0 0,-1-1 0 0,-3 3 0 0,0 1 0 0,0-1 0 16,1 0 0-16,2 1 0 0,0-1 0 0,6 0 0 0,0-2 0 31,3 2 29-31,1-2 0 0,5-1 0 0,-3 1 0 0,6-3 5 0,6 0 1 0,0 0 0 0,0 0 0 16,0 0-35-16,0 0 0 0,0 0 0 15,0 0 0-15,6 0 0 0,0 0 0 16,3 0 0-16,2-3 0 0,1 3 58 0,3-2 5 0,3-1 1 0,0 1 0 16,3-4-64-16,3 4-21 0,-4-4 0 0,4 4 0 15,0-4 21-15,3 4 0 0,-3-4 0 0,-3 4 0 16,-1-4 0-16,1 4 0 0,0-3-11 0,-3 2 11 31,0-2-39-31,0 2-2 0,-1-2-1 0,1 2 0 0,0-2-118 0,0 2-24 0,0 0-5 0</inkml:trace>
  <inkml:trace contextRef="#ctx0" brushRef="#br0" timeOffset="107335.43">10584 7830 1552 0,'0'0'44'0,"0"0"10"16,0 0-43-16,0 0-11 0,0 0 0 0,0 0 0 16,0 0 53-16,-6 0 9 0,6 0 2 0,0 0 0 15,0 0-22-15,0 0-4 0,0 0-1 0,0 0 0 16,0 0-9-16,0 0-1 0,3-3-1 0,6 0 0 15,0 1-26-15,3-1 0 0,3 0 8 0,3-2-8 16,0 2 53 0,0-2 9-16,2 2 2 0,4-2 0 0,-3 0-44 0,3 2-9 0,0 1-2 0,-4-1 0 15,1 0 3-15,0-2 0 0,0 0 0 0,-6-1 0 16,0 4-27-16,0-4-5 0,-3 4 0 0,-1-1-1 16,-2-2 68-16,0 5 13 0,-3-3 4 0,-6 3 0 15,0 0-64-15,0 0-15 0,0 0-1 0,0 0-1 16,0 0 17-16,-9 0 0 0,0 3-8 0,0-3 8 15,-2 2 0-15,-1 1 0 0,-3 0 0 0,-3-1 0 16,-3 1 0-16,0 2-18 0,-3-2 4 0,1 0 1 16,-4 2 5-16,0 0 8 0,0 3-13 0,3-3 5 15,1 3-16 1,-1 0-2-16,3 0-1 0,0 3 0 0,6-3 27 0,0-3 0 0,3 3 0 0,4 0 0 0,-1-3 0 0,3 1 0 0,0-4 0 0,6-2 0 16,0 0 46-16,0 0 14 0,0 0 4 0,0 0 0 15,0 0-40 1,3 0-7-16,3 0-1 0,3-2-1 0,-1-1-2 0,1 0 0 0,6-5 0 0,0 3 0 15,0 0-13 1,3-1 8-16,3-1-8 0,0-1 0 0,-1 2 0 0,4 1 0 0,0-3 0 0,0 3 0 31,0-1-24-31,-1 1-4 0,1 0 0 0,0-3-1 0,-3 0-144 0,0 0-29 0</inkml:trace>
  <inkml:trace contextRef="#ctx0" brushRef="#br0" timeOffset="114983.68">15767 2143 2115 0,'0'-5'44'0,"-3"2"11"15,3-5-44-15,0 3-11 0,-3 2 0 0,3 3 0 16,0-5 97-16,0 5 18 0,-3-8 3 0,3 8 1 0,0 0-50 0,0 0-9 16,-6 0-3-16,-3 0 0 0,3 0-21 0,0 3-5 0,0 2-1 15,-3 3 0-15,3 5-13 0,-6-2-2 16,3 7-1-16,-6-2 0 15,3 5-5-15,-6 1-1 0,4 1 0 0,-7 7 0 16,0-9-8-16,0 3 10 0,0-1-10 0,0 4 10 0,-2-9-10 16,2 9 0-16,3-6 0 0,-3-3 0 0,3 4 0 0,3-1-14 0,-3 0 2 0,4 0 0 31,2-5-25-31,0-3-5 0,0 3-1 0,0-8 0 16,3 0-68-16,0-5-13 0,0 2-4 0,0 0 0 0,6-10-102 0,3 5-21 15</inkml:trace>
  <inkml:trace contextRef="#ctx0" brushRef="#br0" timeOffset="115206.85">15341 2429 1728 0,'3'-18'76'0,"0"-4"16"0,-3 4-73 0,0-3-19 0,3-6 0 0,-3 9 0 16,3-1 118-16,-3 3 20 0,0 0 4 0,3 3 1 15,-3 3-50-15,0 2-9 0,3 2-3 0,-3-2 0 16,0 8-29-16,0 0-5 0,0 0-2 0,0 0 0 16,6 8-21-16,0 0-5 0,0 0-1 0,0 5 0 15,0 1-2-15,-1-4 0 0,4 6 0 0,0 3 0 16,3-3-5-16,0-3-2 0,0 5 0 0,3 1 0 15,0-3-9-15,0-3 0 0,3 3 0 0,-1-3 8 16,1 3-8-16,0 0 0 0,0 0 0 0,0 5 0 16,0-8 0-16,-3 3-14 0,-1 0 2 0,-2-3 0 31,0 0-40-31,0-2-7 0,-3-3-1 0,0 0-1 0,0-3-145 0,-3-2-29 0,3-1-5 0</inkml:trace>
  <inkml:trace contextRef="#ctx0" brushRef="#br0" timeOffset="115452.56">15811 2445 1824 0,'0'0'76'0,"0"0"-60"31,0 0 89-31,0 0 19 0,0 0 3 0,0 0 1 0,0 0 0 0,0 0 0 0,0 0 0 0,0 0 0 32,0 0-103-32,0 0-25 0,0 0 0 0,0 0 0 15,0 0 56-15,0 3 7 0,0 4 1 0,0 1 0 0,0 3-52 0,0 0-12 0,0 2 0 0,0 3 0 16,3-3 0-16,-3 8 0 0,0-5 0 0,3 0 0 15,0 5 0-15,-3-8 0 0,3 6 0 0,0-1 0 16,0-7 0-16,-3 2 0 0,3 0 0 0,-3-2 0 31,3 0-25-31,-3-4-8 0,3 1-2 0,-3 0 0 0,3 0-46 16,-3-5-10-16,3 2-1 0</inkml:trace>
  <inkml:trace contextRef="#ctx0" brushRef="#br0" timeOffset="115970.56">15314 1998 1668 0,'-12'-3'35'0,"0"3"7"15,3-5-34-15,-3 2-8 0,4-2 0 0,-1 5 0 16,3-3 98 0,-3 3 18-16,3 0 3 0,0 0 1 0,0 0-38 0,6 0-7 0,0 0-2 0,0 0 0 15,0 0-19-15,0 0-4 0,0 0-1 16,0 0 0-16,0 0-15 0,0 0-3 0,9 0-1 0,0 8 0 16,3-8-3-16,0 3-1 0,2-3 0 0,4 5 0 15,3-5-1-15,0 0 0 0,0 0 0 0,3 0 0 16,2-5-5-16,7 2-2 0,0-2 0 0,3 2 0 15,-1 3-6-15,1-5 0 0,0 5-1 0,-1-5 0 16,-5 2-11-16,0 3 0 0,-3-8 0 0,-3 8 0 16,-4-5 0-16,1 2 8 0,0 3-8 0,-3 0 0 15,-3-5 0-15,-3 5 0 0,0-3-12 0,-3 3 12 16,-3 0-36-16,2 0 1 0,-2-5 0 0,-3 5 0 16,-3 0-95-1,6 0-19-15,0 0-4 0</inkml:trace>
  <inkml:trace contextRef="#ctx0" brushRef="#br0" timeOffset="116597.73">16579 2130 1569 0,'0'0'66'0,"0"0"-53"32,0 0 105-32,0 0 21 0,-3-3 4 0,3 3 1 0,-6 0-45 0,6 0-9 0,-6 0-2 0,0 0 0 15,0 0-39-15,0 3-8 0,0 2-1 0,0 3-1 31,-2-2-18-31,-1 4-3 0,-3 3-1 0,0 3 0 0,0 5-9 0,-3 1-8 0,0 1 12 0,-3-1-12 16,0 7 9-16,1-8-9 0,-1 3 0 0,-3-1 9 31,-3 4 14-31,3-3 2 0,0-3 1 0,1 8 0 0,-1-5-26 0,0 0 0 0,0 2 0 16,3-2 0-16,0 0-47 0,0-3-14 16,-2 0-3-16,2-5-1 0,0 0-78 0,0-3-15 15,3 0-3-15</inkml:trace>
  <inkml:trace contextRef="#ctx0" brushRef="#br0" timeOffset="116917.65">16136 2342 1876 0,'0'-16'39'0,"0"3"9"0,3-3-38 0,-3 2-10 0,0 7 0 0,3-1 0 0,-3 0 93 16,0 2 17-16,3-2 3 0,-3 8 1 15,0 0-30-15,0 0-7 0,0 0-1 0,6 3 0 16,-4 2-35-16,4 1-7 0,0 2-2 0,0 0 0 15,3 2-8-15,-3 3-3 0,3 1 0 0,-3-1 0 16,3 3-13-16,3 0-8 0,-3-3 10 0,3 3-10 0,0 0 0 0,0-1 8 16,0 4-8-16,-1-3 0 15,1 5 0-15,3-2 0 0,-3 2 8 0,0 5-8 0,3-7 0 0,-3 2 0 0,0 3 0 16,0-3 0-16,-3-3 0 0,2 1-12 0,-2-3 3 0,0-3 0 31,-3 0-126-31,3 0-25 0,0-2-4 0</inkml:trace>
  <inkml:trace contextRef="#ctx0" brushRef="#br0" timeOffset="117358.51">16606 2601 2267 0,'0'-8'47'0,"3"0"12"16,-3 0-47-16,3-2-12 0,0-1 0 0,3 3 0 15,-3 0 62-15,3 0 10 0,3-2 3 0,-3 2 0 16,3 5-9-16,2-8-2 0,1 9 0 0,0-6 0 16,3 3 0-16,-3 2 0 0,0 3 0 0,3 0 0 15,-3 0-51-15,0 0-13 0,0 0 0 0,-3 8 0 16,-1-5 0-16,1 2 0 0,-3 0 0 0,0 3 0 16,-3 3 0-16,0-3 0 0,-3 5 0 0,0 0 0 15,-3-2-48-15,0 7-13 0,-3-7-3 0,0 2 0 16,-3 0 52-16,3 3 12 0,-2-8 0 0,-4 5 0 0,3-5 0 15,-3 0 0-15,3 0 0 0,0-3 0 0,0 3 0 16,3-8 0-16,0 3 0 0,6-3 0 16,0 0 0-16,0 0 0 0,0 0 0 0,0 0 0 15,0 0 0-15,3-3 0 0,6-5 0 0,-3 0 0 16,6 0 0-16,0 3 0 0,0-3 0 0,3 0 0 16,-1 3 0-16,-2 0 0 0,3 2 0 0,-3-2 0 15,0 2 10-15,0 3 5 0,-3 0 1 16,0 0 0-16,0 3-5 0,0 2-1 0,-3 0 0 0,-3 3 0 0,3 0-10 0,-3 0 8 0,-3 3-8 0,3 2 8 15,-3 0-8-15,-3 0 8 0,-3-2-8 0,0 5 8 16,0-3-8-16,-3 0 0 0,0-2 0 0,0 2 8 16,-3 0-35-16,0-5-7 15,-3 6-2-15,0-6 0 0,0 2 36 0,1 1 0 0,-4-3 0 0,0 0 0 16,0-1 0-16,0-1 0 0,0 2 0 0,-3-6 0 16,4 4-212-16,-1-6-35 0</inkml:trace>
  <inkml:trace contextRef="#ctx0" brushRef="#br0" timeOffset="117809.68">16249 2053 1516 0,'0'0'32'0,"0"0"6"0,-6 0-30 0,6 0-8 0,-6 0 0 0,6 0 0 31,0 0 129-31,0 0 25 0,-6 0 5 0,6 0 1 0,0 0-48 0,0 0-8 0,0 0-3 0,0 0 0 16,0 0-36-16,0 0-7 0,0-5-2 0,3 0 0 31,3 2-10-31,0-2-2 0,6 2-1 0,0 3 0 0,5-8-14 0,1 8-2 0,3-8-1 0,6 8 0 16,0-5-3-16,0 2-1 0,-1-2 0 0,7 5 0 16,-6-8-10-16,3 3-1 0,-4 2-1 0,4-2 0 15,-3 2-10-15,3-2 0 0,2-3 9 0,1 3-9 16,-3 2 0-16,-3 3 0 0,3-5 0 0,-7 2 0 15,-2 3 0-15,0 0 0 0,-3 0-12 0,-3-5 4 16,-3 5-32-16,0 0-7 0,-6 0-1 0,-1 0 0 16,1 0-100-16,-6 0-21 0,0 0-4 0</inkml:trace>
  <inkml:trace contextRef="#ctx0" brushRef="#br1" timeOffset="124786.77">17541 3940 1333 0,'0'0'56'15,"0"0"-44"1,0 0 72-16,0 0 14 0,0 0 3 0,0 0 1 16,0 0-9-16,6-5-1 0,-1 2-1 0,7 0 0 15,0-5-73-15,3-2-18 0,3-1 0 0,3-2 0 16,0 0 55-16,3-3 7 0,2 0 2 0,7-5 0 16,0 0 0-16,6-3 0 0,2 0 0 0,4-5 0 15,2-3-52-15,4 0-12 0,3 1 0 0,5-6 0 16,1 0 29-16,2-3 3 0,1-2 1 0,5-3 0 15,-2 2-20-15,-4 4-4 0,-2 1-1 0,8-1 0 16,-5 2-8-16,-1 2 10 0,1 1-10 0,5-3 10 16,-8 3 6-16,-4 2 2 0,-2-3 0 0,2 1 0 0,-5 13-26 0,-6-6-6 0,-1 6-1 15,1 3 0 1,-12-1 15-16,-1 3 0 0,-5 6 0 0,0-9 0 0,-3 9 16 0,-3-1-3 16,-3 0-1-16,-4 3 0 0,-2 1-12 0,-3 1 0 0,0 1 0 0,-3 2 0 31,-3-2 0-31,0 2 0 0,-3 3 0 0,-3-5 0 15,0 2 0-15,0-2 0 0,-3 2 0 0,0-2 0 0,-3 3 0 0,0-1 0 0,-3 0 0 0,4-2 0 32,-7 5 0-32,3-3-10 0,-3 3 2 0,0-5 0 0,-3 5 8 0,0-3 0 0,0 3 0 0,-2 0 0 15,-1 0 0-15,-3 0 0 16,3 0 0-16,-3 0 0 0,0 0 0 0,4 0 11 0,-1 3-3 16,3-3 0-16,0 0-8 0,3 0 0 0,3 5 0 0,0-5 0 15,3 0 0-15,3 0 0 0,6 0 0 0,0 0 0 16,0 0 0-16,0 0 0 0,0 0 0 0,9 0 0 31,0 0 0-31,6 0 0 0,0 0 0 0,3 0 0 0,0 0 0 0,6 0 0 0,-1-5 0 0,1 2 0 16,0 3 0-1,0-5 0-15,0 2 0 0,0 3 0 0,-1-5 0 0,-2 5 0 0,0 0 0 0,-3 5 0 16,3-5 0-16,-6 3 0 0,2 2 0 0,-2-5 0 16,-3 8 0-1,0-5 0-15,-3 2 0 0,-3 1 0 0,0 1 53 0,-3 1 9 0,-3 3 2 0,0-3 0 16,-3 3-52-16,-3-4-12 0,0 4 0 0,-3-3 0 15,0 3 0-15,-3-1 0 0,0 1 0 0,0 5 0 16,1-6 0-16,-1 1 0 0,-3 5 0 0,3-6 0 16,0 3 0-16,3 1-12 0,0-6 3 0</inkml:trace>
  <inkml:trace contextRef="#ctx0" brushRef="#br1" timeOffset="127485.54">14826 3043 1398 0,'0'0'29'0,"0"0"7"15,0 0-36-15,-6 0 0 0,6 0 0 0,0 0 0 16,-6-5 103-16,6 5 13 0,0 0 4 0,0 0 0 16,0 0-40-16,0 0-7 0,0 0-1 0,0 0-1 15,0 0-20-15,0 0-4 0,0 0-1 0,0 0 0 16,0 0-18-16,0 0-3 0,0 0-1 0,0 0 0 15,6 0-4-15,0 0 0 0,3-3-1 0,0 3 0 16,0 0-1-16,3 0 0 0,0 0 0 0,2 0 0 16,1 0-4-16,0 0-1 0,0 0 0 0,3-5 0 15,0 2-1-15,3 0-1 0,2 1 0 0,-2 2 0 0,0-6-11 0,3 4 10 0,-3 2-10 0,0 0 10 32,-1-5-10-32,-5 2 0 0,3-2 0 0,-6 5 0 15,0-3 8-15,-3 0-8 0,0 3 8 0,-3 0-8 0,-3-2 8 0,-3 2-8 0,0 0 8 0,0 0-8 16,0 0 9-16,0 0-9 0,0 0 10 0,-6-3-10 15,-3 3 0-15,-3-3 8 0,0 1-8 0,0 2 0 32,-3 0 0-32,-3 0 0 0,1 0 8 0,-1 0-8 0,-3 0 0 0,-3 0 0 0,3 0 0 0,0 0 0 15,1 0 8 1,-1-6-8-16,0 6 0 0,3 0 9 0,0-2 8 0,0 2 2 0,3 0 0 0,1-6 0 16,-1 4-3-16,0 2 0 0,6-5 0 0,-3 5 0 15,3-3 6-15,3 3 1 0,0-3 0 0,6 3 0 16,0 0-7-16,0 0-2 0,0 0 0 0,0 0 0 15,0 0-6-15,0 0-8 0,0 0 11 0,0 0-11 16,3 6 8-16,0-1-8 0,3-3 0 0,3 4 0 16,0-4 0-16,0 4 8 0,3-6-8 0,0 5 0 15,0-2 0-15,2-1 0 0,1 1 0 0,0 0 0 16,0-3 0-16,3 5 0 0,0-5 0 0,0 3 0 16,2-3-11-16,1 5-9 0,0-5-1 0,3 0-1 31,0 0-119-31,0 0-24 0,-1 0-5 0</inkml:trace>
  <inkml:trace contextRef="#ctx0" brushRef="#br1" timeOffset="128390.7">16844 3101 1386 0,'0'0'28'0,"-6"-3"8"0,0 3-28 15,0 0-8-15,6 0 0 0,-6 0 0 0,0 0 104 0,6 0 20 0,-3-2 4 0,3 2 1 16,0 0-38-16,0 0-8 0,0 0-2 0,0 0 0 15,0 0-21-15,0 0-5 0,0 0-1 0,0 0 0 32,0 0-22-32,3-3-5 0,3 1-1 0,0 2 0 0,3-3-6 0,3 3 0 0,0 0-1 0,0 0 0 15,3 0-6-15,0 0-1 16,2 0 0-16,-2 0 0 0,3 0-4 0,3 0-8 0,0 0 11 0,-3 0-11 16,3 0 0-16,2 0 0 0,-2 0 0 0,3 0 0 15,-3 0 8-15,-3 0-8 0,3 0 0 0,-4 0 0 16,-2 0 0-16,-3 0 0 0,0 0 0 0,-3 0 0 15,0 0 0-15,-3 0 8 0,0 0-8 0,-6 0 0 16,0 0 10-16,0 0-10 0,0 0 8 0,0 0-8 16,0 0 10-16,0 0-10 0,-9 0 12 0,0 0-12 15,0 0 8-15,-3 0-8 0,-3 0 0 0,0 3 0 16,-2-3 0-16,-4 0 8 0,0 0-8 0,0 2 0 16,-3-2 14-16,3 0-4 0,1 3-1 0,-1-1 0 15,0-2-1-15,3 3 0 0,0 0 0 0,0 2 0 0,3-5 12 0,1 0 3 0,2 0 0 16,3 3 0-16,0-3-3 0,0 0-1 0,6 5 0 0,3-5 0 15,0 0-3-15,0 0 0 0,0 0 0 0,0 0 0 16,0 0-2-16,0 0-1 0,0 0 0 0,3 0 0 31,6 3 1-31,0-3 0 0,0 5 0 0,0-5 0 16,3 0-1-16,-1 0 0 0,1 0 0 16,3 3 0-16,0-3-5 0,0 0-8 0,6 0 11 0,-3 0-11 0,2-3 0 15,1 3 0-15,0 0 0 0,6 0 0 16,-3 0-16-16,3 0-11 0,-1-5-1 0,1 2-1 0,-3 3-196 0,3 0-39 15</inkml:trace>
  <inkml:trace contextRef="#ctx0" brushRef="#br1" timeOffset="134925.91">21196 2387 1744 0,'0'0'73'0,"0"0"-58"16,0 0 93-16,-3-8 20 0,3 8 3 0,-3-6 1 16,3 6-34-16,0 0-6 0,-6-2-2 0,0 2 0 15,0 0-30-15,0 2-5 0,0-2-2 0,-3 6 0 16,-3 2-17-16,0 0-3 0,-2-3-1 0,-1 6 0 16,0 2-16-16,-3 3-4 0,0-1-1 0,-3 7 0 15,0-1-11-15,-2 3 0 0,-1 2 9 0,0-2-9 16,-3 5 0-16,0-8 0 0,1 8 0 0,-4-8 8 15,3 3-8-15,3-3-8 0,-3-5 8 0,7 0-12 16,-1-3-21 0,3 3-5-16,0-8-1 0,6 0 0 15,3-3-20-15,0-2-4 0,3 2-1 0,6-5 0 16,0 0-76-16,3-8-15 0,3-5-3 0,3 0-1 0,0 2 50 0,6-7 9 0,0 2 3 0,3-2 0 16,0-4 86-16,-4 1 11 0,4 0 16 0,-3-3-4 15,0 3 78-15,-3 0 16 0,0 0 3 0,-6 5 1 16,0 0 8-16,0 3 2 0,-3-1 0 0,-3 7 0 15,3-1-20-15,-3 0-4 0,0 5-1 0,0 3 0 16,0 0-39-16,0 0-7 0,0 0-1 0,0 0-1 16,0 0-34-16,0 8-13 0,0 3 11 0,0-1-11 0,3 6 8 15,0 0-8-15,3 5 0 0,0-5 9 0,0 5-9 0,2 0 0 0,1-2 0 0,0-1 0 32,0 1-28-32,3-1-5 0,0-7-1 15,0 7 0-15,0-10-58 0,0 3-11 0,3 0-2 16,-3-4-1-16,2 1-27 0,-2-5-6 0,0 2-1 0,0-2 0 15,-3-3 68-15,0 5 14 0,0-5 2 0,-3 0 1 0,-3 0 55 0,-3 0 0 16,6-5 11-16,-6 5-2 16,0 0 95-16,0 0 20 0,0 0 3 0,0-3 1 0,0-2 0 15,0 2 0-15,0-5 0 0,0 3 0 0,3 0-76 0,0-3-14 0,0 5-3 0,3-5-1 16,0 0 5-16,3 1 1 0,3 1 0 0,-1-2 0 16,4 0-9-16,0 0-2 0,0 3 0 0,3 0 0 15,-3 2-6-15,0 3-2 0,0 0 0 0,-1 0 0 16,-2 0-9-16,0 3-1 0,0-3-1 0,-3 5 0 15,0 0-10-15,0 3 0 0,-3-5 0 0,0 5 8 16,-3-3-8-16,0 3 0 0,0 0 0 0,0 0 8 16,-3 0-16-16,-3 0-4 0,3 2-1 0,-6-2 0 15,3 0-6-15,-3 0-1 0,0-5 0 0,0 8 0 16,0-9-16-16,-3 3-4 0,0-2-1 0,3 2 0 16,-3-2 84-16,3 0 17 0,-3-1 3 0,6 1 1 15,3-3-74-15,0 0-14 0,0 0-4 0,0 0 0 16,0 0 19-16,0 0 9 0,0 0-10 0,6-3 10 15,0 1-8-15,3 2 8 0,0-3 0 0,3 3-9 16,0-3 9-16,0 3 0 0,0 0 0 0,0 3 0 0,-3-3 0 16,3 3 0-16,-3-1 0 0,-4 4 0 15,1 2-22-15,0-6-6 0,-3 4 0 0,0 1-1 16,0 1 29-16,-3 0 0 0,0 6 0 0,-3-7 0 16,0 7 21-16,0-6 11 0,-3 2 1 0,-3 3 1 15,1 1-34-15,-4-4 0 0,0 4 0 0,0-1 0 16,-3 0 0-16,3-2 0 0,0 2 0 0,-3-5 0 15,3 0-10-15,-3 0-6 0,4-3 0 0,-4 3-1 16,0-8-103-16,3 2-21 0,-3-2-4 0</inkml:trace>
  <inkml:trace contextRef="#ctx0" brushRef="#br1" timeOffset="135346.57">20681 2249 2004 0,'-6'-3'56'0,"6"3"14"0,-3 0-56 0,3 0-14 0,0 0 0 0,0 0 0 16,0 0 92-16,0 0 15 0,-3-5 3 0,3 5 1 15,0 0-37-15,0 0-7 0,0 0-2 0,3-2 0 16,6 2-22-16,3-6-5 0,3 4-1 0,0-4 0 0,5 4-6 0,4-4-2 0,3 1 0 0,3 2 0 16,0-5-9-16,-1 8-3 15,4-7 0-15,0 1 0 16,0 1-5-16,2-3-2 0,-2 5 0 0,3-5 0 0,-1 0-10 0,-2 3 10 0,0 0-10 0,0 2 10 31,-7-2-10-31,1 2 0 0,-6 3 0 0,-3-5 0 16,0 5 0-16,-6 0-14 0,0-3 2 0,-3 3 0 15,-3 0 12-15,-1 0 0 0,-5 0 0 0,0 0 0 0,0 0 0 0,0 0 0 0,0 0 0 0,0 0 0 16,0 0 0-16,0 0 0 0,0 0 0 0,0 0 0 31,0 0-54-31,0 0-8 0,0 0-2 0</inkml:trace>
  <inkml:trace contextRef="#ctx0" brushRef="#br1" timeOffset="139297.06">20151 2474 1458 0,'0'0'30'0,"0"0"8"0,0 0-30 0,0 0-8 0,0 0 0 0,0 0 0 15,0 0 110-15,-3-5 21 0,3 5 4 0,0 0 1 16,-6-3-45-16,6 3-9 0,-3-3-2 0,-3 3 0 16,6 0-28-16,-9 0-7 0,3 3-1 0,0 0 0 15,0 2-20-15,-3-2-4 0,4 2 0 0,-4 3-1 16,0 2-9-16,0 4-2 0,-3 2 0 0,0 2 0 16,0 1-8-16,-3 2 0 0,0 5 9 0,0-2-9 15,1-3 0-15,-4 3 0 16,3-3 0-16,-3 3 0 0,6-5 0 0,-3-1 0 0,0-2 0 0,3 2-8 15,0-4-15 1,-2 2-2-16,5-6-1 0,-3 1 0 16,3-1-30-16,0-2-5 0,0 0-2 0,0-3 0 0,3-2-144 0,-3-3-29 0</inkml:trace>
  <inkml:trace contextRef="#ctx0" brushRef="#br1" timeOffset="139540.19">19797 2567 1531 0,'0'-11'64'0,"0"-2"-51"15,-3 2 120-15,3 6 24 0,0-3 5 0,0 8 1 16,0 0-70-16,0 0-13 0,0 0-4 0,0 0 0 16,0 0-25-16,6 0-6 0,0 8-1 0,0-3 0 31,0 3-4-31,3 3-2 0,0 2 0 0,-1 0 0 0,4 3-13 0,0-3-2 0,3 6-1 0,-3-1 0 16,3-2-14-16,-3 3-8 0,3-1 8 0,0-4-8 31,0 1 0-31,-1 1 8 0,-2-3-8 0,3 3 0 0,-3-2 0 0,-3-4 0 0,3 3-10 15,-3-2 10-15,-3 0-44 0,3-3-1 0,-3-1-1 16,0 1 0 0,0 0-118-16,0-2-23 0,0 2-5 0</inkml:trace>
  <inkml:trace contextRef="#ctx0" brushRef="#br1" timeOffset="140007.97">20202 2866 1824 0,'0'0'38'0,"0"0"8"16,0 0-37-16,-6-6-9 0,6 6 0 0,-6-2 0 15,6 2 156-15,-3-6 28 0,3 6 7 0,-3-5 1 16,3 2-112-16,0-4-23 0,3-1-4 0,-3 2-1 16,3 1-10-16,3-3-2 0,-3 5-1 0,3-5 0 15,0 8-14-15,0-7-2 0,0 7-1 0,-1-6 0 16,1 4-6-16,0-1-2 0,3 0 0 0,-3 3 0 15,0-5-14-15,3 5 0 0,-3 0 0 0,3 0 0 0,-3 5 0 0,0-2 0 0,0 2 0 0,0 1 0 32,-3 1 0-32,0 1 0 0,0 0 0 0,-3 0 0 0,0 6 0 0,0-7 0 0,-3 7 0 0,0-4 0 31,-3 6 0-31,0 3 0 0,-3-3 0 0,0-1 0 16,0 4-45-16,0-1-15 0,0-2-4 0,-3 3 0 0,3-3 52 0,0 0 12 0,4-1 0 0,-4-1 0 31,3-1 0-31,0-2 0 0,3-1 0 0,0-2 0 0,0 0 0 0,3 0 0 0,0-5 0 0,0-3 0 15,3 5 24-15,0 0 8 0,3-2 2 0,0 2 0 16,0-5-15-16,5 0-3 0,-2 0-1 0,6 0 0 16,-3-5-2-16,6 5 0 0,0-3 0 0,0 1 0 15,0-1-5-15,0 0-8 16,-1 1 11-16,1-1-11 0,0-2 0 0,-3 2 0 0,0 3 0 0,0-5 0 16,-3 2-20-16,0 3-10 0,-1 0-2 0,-2-5-1 15,3 5-207-15,-3-3-40 0</inkml:trace>
  <inkml:trace contextRef="#ctx0" brushRef="#br2" timeOffset="147773.31">17761 7843 1333 0,'0'0'28'0,"-6"-3"6"0,6 3-34 0,-6-3 0 0,6 3 0 0,-6-2 0 32,3-1 74-32,-3 1 8 0,0-1 2 0,0 3 0 15,6 0-17-15,-3-3-3 0,3 3-1 0,0 0 0 16,0 0-12-16,0 0-3 0,0 0 0 0,0 0 0 0,0 0-8 0,0 0-1 0,0 0-1 0,3-2 0 31,6-1-11-31,0 0-3 0,0-2 0 0,3 2 0 0,3 1-2 16,0-4-1-16,2 1 0 0,7 0 0 0,3 2-6 0,6-2-2 15,3 0 0-15,5 2 0 0,1-2-13 0,3-1 11 0,-1 1-11 0,10 0 10 32,2-1-10-32,4 1 0 0,2-3 0 0,10 3 0 15,-7-3 0-15,7 0 0 0,2 0 0 0,7 0 0 0,-4-2 0 0,0 2 8 0,7 0-8 0,5-3 0 16,-9 1 0-16,4 2 8 0,-4-3-8 15,12 3 0-15,-8-2 14 0,-4 2-2 0,6 0-1 0,7 0 0 16,-13 0 14-16,3 0 3 0,-2 0 1 0,8 0 0 31,-12 0-18-31,-2 3-11 0,-4-3 12 0,4 3-12 0,-13-3 16 0,-5 5-4 0,-1-5-1 0,-5 3 0 16,-4 2-1-16,-5-2 0 0,-3 2 0 0,-3-2 0 16,-7 2-1-16,-5 1 0 0,-3-1 0 0,-3-2 0 15,-6 2 0-15,-3 0 0 0,-3 1 0 0,0-4 0 16,-3 4-1-16,0-1 0 0,-3 3 0 0,0-3 0 15,0 3-8-15,0-5 0 0,0 2 0 0,0 3 0 16,-3-5-10-16,-3 3-4 0,3-4-1 0,-3 4 0 16,3-1-6-16,-3-2-2 15,0 2 0-15,0-2 0 0,0 2 9 0,0-2 2 0,0 0 0 0,0-1 0 16,0 1 12-16,0 0 0 0,-3-1-10 0,3 4 10 0,0-4 0 0,-3-2 0 0,3 3-9 16,-3 0 9-1,4 0 0-15,-4-3 0 0,0 2 0 0,0 1 0 0,0-3 0 0,3 3 9 0,-3-3-1 0,3 3 0 16,0-3 5-1,-3 2 1-15,3-2 0 0,0 3 0 0,0 0-2 0,0 0 0 0,3 2 0 0,0 0 0 32,3 3-2-32,0 0-1 0,-3-5 0 0,3 5 0 0,0 0-9 0,0 0 8 0,0 0-8 0,0 0 8 15,0 0-8-15,0 0 0 0,6 3 0 16,3-1 0-16,0-2 0 0,0 6 0 0,3-6 0 0,0 2 8 16,3 1-8-16,0-1 8 0,3 1-8 0,-1 2 8 15,1-2 1-15,0 2 0 0,0-2 0 0,0 2 0 16,0 1-1-16,-3-1-8 0,-1 0 12 0,1 3-4 15,-3-3-8-15,-3 1 0 0,0 2 0 0,0-3 0 16,-6 0 0-16,3 3 8 0,-3-3 2 0,-3 3 0 16,0 0-2-16,-3 3 0 0,0-3 0 0,-3 2 0 15,0 4 6-15,-3-4 1 0,0 1 0 0,-3 2 0 16,-3 0-5-16,4 1-1 0,-7 1 0 0,3-1 0 16,-3-1 0-16,3 0 0 0,0-2 0 0,3 2 0 15,0-3-9-15,0-2 0 0,4 0 0 16,-1 0 0-16,0-2 0 0,3-1 0 0,0 3-14 0,3-6 5 31,3-2-28-31,0 0-6 0,0 0-1 0,-6 6 0 0,6-6-165 0,0 0-34 0</inkml:trace>
  <inkml:trace contextRef="#ctx0" brushRef="#br2" timeOffset="160856.56">22869 7221 1831 0,'0'0'38'0,"0"0"9"0,0-5-38 0,0-1-9 0,0 6 0 0,-3-5 0 16,3 5 92-16,-6-3 16 0,3 1 3 0,-3-1 1 15,0 3-47-15,0-3-9 0,-3 3-1 0,3 3-1 16,-3-3-10-16,0 5-3 0,0-2 0 0,-3 2 0 15,0 3 5-15,1 0 1 0,-1 3 0 0,-3-1 0 16,0 6-38-16,-3 0-9 0,3 0 0 0,-3 5 0 16,0 0 0-16,1 1 0 0,-4-1 0 0,-3 3 0 15,3-1 0-15,-3 4 0 0,3-1 0 0,-2-2 0 32,2 0-49-32,0-3-12 0,0-2-3 0,3-1 0 0,0-5-23 0,4-2-5 0,-1-1 0 15</inkml:trace>
  <inkml:trace contextRef="#ctx0" brushRef="#br2" timeOffset="161099.27">22547 7258 1824 0,'-9'-8'76'16,"0"0"-60"-16,3 3 89 0,0 2 19 0,1 1 3 0,-1-1 1 16,6 3 0-16,0 0 0 0,0 0 0 0,0 0 0 15,-3 5-103-15,3 3-25 0,0 0 0 0,0 0 0 16,3 3 43-16,3-1 3 0,-3 3 1 0,2 1 0 15,4-1-26-15,-3 3-5 0,3 0 0 0,0-1-1 16,0 4-15 0,0 0 0-16,0 2 0 0,3 0 0 15,0 3 0-15,-3-3 0 0,0 0 0 0,3 3 0 0,-1-6-26 0,-2 1-8 16,3-3-2-16,0 0 0 0,0-1-145 0,0-1-30 0,3-1-5 16</inkml:trace>
  <inkml:trace contextRef="#ctx0" brushRef="#br2" timeOffset="161785.22">23101 7523 2030 0,'3'-6'57'0,"0"1"14"16,0 0-57-16,0 2-14 0,0-2 0 0,-3 5 0 0,0 0 105 0,0 0 19 0,0 0 3 15,0 0 1 1,0 0-52-16,0 0-9 0,0 0-3 0,0 0 0 0,0 0-51 0,0 0-13 0,0 0 0 0,-3 8 0 15,-3-3 0-15,0 3 0 0,0 3 0 0,-3-4 0 16,0 4 24-16,0 0 1 0,0 2 1 0,-3-3 0 16,0 4-18-16,-2-4-8 0,-1 3 0 15,0 1 8 1,0-1-8-16,0-2 0 0,3-1 0 0,-3 1 0 16,3-3-21-16,0 2-7 0,3-2 0 0,4-3-1 15,-1 3 29-15,3-2 0 0,3-6 0 0,0 5 0 16,3 0 0-16,3 1 0 0,2-1 0 0,1 0 0 15,3-2 0-15,3-1 0 0,0 1 0 0,0 0 0 0,0-3 0 0,3 0 0 0,-3 0 0 0,2-3 0 32,-2 3 0-32,0-3 0 0,3 1 0 0,-3-1 0 0,3-2 0 0,-3 2 0 0,0 1 0 0,-4-1 0 15,1 3 0-15,0-3 0 0,0 3 0 0,-3 0 0 32,0-2-57-32,-3 2-6 0,0-3-1 0,0 3 0 0,0 0-45 0,-6 0-10 0,6-3-1 0,-6 3-1 15,0 0-11-15,3-5-3 0,-3 5 0 0,0-3 0 16,3-2 57-16,-3 0 11 0,-3 0 3 15,0-1 0-15,0 1 95 0,0-3 19 0,-3 0 4 0,3 0 1 16,-3 3 45-16,0-3 10 0,3 0 2 0,-3 0 0 16,0 3 5-16,0-3 2 0,0 0 0 0,0 0 0 15,0 0-17-15,3 3-3 0,0-1-1 0,0 1 0 16,0 0-27-16,0-1-6 0,3 6-1 0,0 0 0 0,-3-2-51 16,3 2-13-16,0 0 0 0,0 0 0 15,0 0 54-15,0 0 8 0,0 0 2 0,0 0 0 16,0 0-52-16,3 8-12 0,-3 0 0 0,0 2 0 0,3 1 0 0,0 2 0 0,-3-2 0 15,3 2 0 1,0 0 0-16,-3 0 0 0,3 1 0 0,0-1 0 16,-3 3 8-16,3-3-8 0,-3 0 0 0,0 3 0 15,3 0 0-15,-3 2 0 0,0 1 0 0,0 2 0 16,0-2 0-16,0-1 0 0,0 1 0 0,0 2 0 0,0-5 0 0,0 0 0 0,0 0 8 0,0-3-8 31,0-3 0-31,0 1 0 0,0-1 0 0,0-2-10 16,0 0 10-16,0-2 0 0,0-1 0 0,0 0 0 0,0-5 0 0,0 0 0 0,0 0 0 0,0 0 0 15,0 0-53-15,0 0-9 0,0 0-2 16,0 0 0-16,0 0-51 0,0 0-10 0,0 0-3 0</inkml:trace>
  <inkml:trace contextRef="#ctx0" brushRef="#br2" timeOffset="165134.93">22011 7321 1561 0,'0'0'66'16,"-5"0"-53"-1,-1 0 92-15,0 3 19 0,-3-3 3 0,0 3 1 16,0-1-49-16,0 1-10 0,0 0-1 0,-3 2-1 16,0 0-23-16,0 3-5 0,-3 3-1 0,3 2 0 15,-2 0-15-15,-1 3-3 0,0 3-1 0,0-1 0 0,0 1-7 16,0 5 0-16,-3-3-1 0,3 5 0 16,-5-2-11-16,2-3 0 0,-3 0 0 0,3 0 8 0,-3-2-8 0,3 0 0 0,0-4 0 15,1 1 0 1,2-2-24-16,3-1 0 0,-3-3 0 0,3 1 0 15,3-1-65-15,0-2-14 0,0 0-2 0</inkml:trace>
  <inkml:trace contextRef="#ctx0" brushRef="#br2" timeOffset="165393.91">21744 7414 2072 0,'0'-18'59'0,"0"4"12"0,-3 1-57 0,3 3-14 0,-3-1 0 0,0 6 0 16,3-1 104-16,0 6 17 0,0 0 4 15,0 0 1-15,0 0-49 0,0 0-9 0,0 0-3 0,0 0 0 16,3 6-18-16,0 4-4 0,0 1-1 0,3 2 0 16,-1 0-8-16,-2 6-2 0,3-1 0 0,-3 3 0 15,3 1-17-15,0 1-4 0,-3 4-1 0,3-3 0 16,0 0-10-16,-3 2 0 0,3-2 9 0,0 0-9 16,0-3 0-16,3 0 0 0,-3-2 0 0,0-1-8 15,3 1-17-15,-3-4-3 0,3 1-1 0,0 0 0 16,0 0-131-16,-1-3-25 0,1 1-6 0</inkml:trace>
  <inkml:trace contextRef="#ctx0" brushRef="#br2" timeOffset="165790.28">22056 7742 2032 0,'-9'-10'42'0,"6"4"10"0,0 4-41 15,0-4-11-15,0 1 0 0,0 0 0 16,0 2 112-16,0-2 21 0,0 2 4 0,3 3 1 15,0 0-51-15,0-5-11 0,0 5-1 0,0 0-1 16,3-5-30-16,0 2-5 0,3 0-2 0,0 1 0 0,0 2-13 0,3 0-4 0,0 0 0 0,0 0 0 31,0 0-8-31,0 2-3 0,0 1 0 0,0 0 0 0,3-1-9 0,-3 4 0 0,-1-1 9 0,-2 3-9 32,3-3 0-32,-3 3 0 0,0 0 0 0,-3 3 0 15,0-1 0-15,0 1-18 0,-3-1 3 0,0 6 1 16,-3-3-17-16,0 3-3 0,0 0-1 0,-3 0 0 15,0 0 3-15,-3 0 1 0,0 0 0 0,1 0 0 0,-1-3 31 0,0 0 0 16,0-2 0-16,3 2 0 16,-3-3 0-16,6-2 0 0,-3 3 0 0,3-3 0 0,3-3 0 0,0 3 0 0,0-8 0 0,3 5 0 15,0-2 0-15,3 2 0 0,0-2 0 0,3 0 0 16,3-3 45-16,-3 0 15 16,3-3 4-16,2 0 0 0,-2 3-52 0,0-2-12 0,0-1 0 0,-3 3 0 15,3-3 0-15,0 3 0 0,0-2 0 0,0 2 0 16,0-3 0-16,2 0 0 0,-2 1 0 0,3-1 0 15,0 0-48-15,0 1-13 0,0-1-3 0</inkml:trace>
  <inkml:trace contextRef="#ctx0" brushRef="#br2" timeOffset="182304.69">18972 12619 2131 0,'-29'-29'44'0,"20"21"11"0,0-3-44 0,3-2-11 0,-3 0 0 0,3 2 0 0,0-2-12 0,-3 5-4 0,3-3 0 0,0 3-1 31,-3 3 65-31,0 0 12 0,3 0 4 0,-3 2 0 0,-3 3-52 0,4 0-12 0,-4 3 0 0,3 2 0 15,-3 3 0-15,0 0 0 0,0 2 0 0,0 6 0 16,0 0 0 0,0 5 0-16,3 3 0 0,-3 5 0 0,3 3 32 0,1 8 3 0,-1 5 1 0,0 2 0 15,3 3-22-15,3-2-4 0,-3 2-1 0,3 6 0 16,3-1 8-16,-3 4 2 0,3-1 0 0,0 5 0 16,3-4 36-16,-3-4 7 0,3-2 2 0,-3 3 0 15,3-3-52-15,0-3-12 0,0 0 0 0,-3 0 0 16,3-7 0-16,-3-4 0 0,3-2 0 0,-3 3 0 15,0-5 0-15,0-4 0 0,0 4 0 0,-3-4 0 16,3-4 0-16,0-6 0 0,-3 3 0 0,3-6 0 16,-6-4-11-16,3-4-5 0,-3-2 0 0,0-3-1 15,0-2-44-15,0-3-9 0,-3-3-2 0</inkml:trace>
  <inkml:trace contextRef="#ctx0" brushRef="#br2" timeOffset="182522.44">18240 13513 2310 0,'0'0'48'0,"0"0"11"0,0 0-47 0,9 3-12 0,0-3 0 0,9-3 0 31,6 0 0-31,2 1 0 0,4-1 0 0,6-2 0 0,3-3 0 0,-1 0 0 0,1-3 0 0,6 1 0 16,2-3-15-16,1-1-5 0,5-1 0 0,-2-1-1 31,0 0-171-31,-4 0-35 0</inkml:trace>
  <inkml:trace contextRef="#ctx0" brushRef="#br2" timeOffset="182741.12">19666 13360 1792 0,'0'0'51'0,"0"0"10"0,9 0-49 0,-3 0-12 0,3 0 0 0,3 0 0 15,0-3 72-15,-1 0 12 0,7-2 3 0,-3 0 0 16,3-1-46-16,-3 1-9 0,3 0-1 0,3 2-1 16,-1-5-18-16,1 3-3 0,0 0-1 0,3-1 0 15,0 1-17-15,3-3-4 0,-4 0-1 0,4 3 0 16,-3 0-39-16,0-1-8 0,-3 1-2 0</inkml:trace>
  <inkml:trace contextRef="#ctx0" brushRef="#br2" timeOffset="182964.49">19755 13685 2066 0,'0'0'43'0,"0"0"10"15,0 0-42 1,6 3-11-16,3-3 0 0,3 0 0 16,3-3 0-16,0 0 0 0,3 1 0 0,2-3 0 0,4-1 0 0,3-2 0 0,0 0 0 0,6-2 0 31,-4-3 24-31,4 2 2 0,-3-5 1 0,6 3 0 0,-4-6-146 0,-2 3-29 16,3-2-5-16</inkml:trace>
  <inkml:trace contextRef="#ctx0" brushRef="#br2" timeOffset="183337.25">20627 13077 2024 0,'-12'-8'42'0,"12"8"10"15,-3-3-41-15,3-5-11 0,-3 3 0 0,6-3 0 0,-3 0 11 0,6 0 0 0,-3 0 0 0,6 0 0 16,-3 0 19-16,6 0 4 0,-3 0 1 0,6 0 0 15,-3 0-5-15,6 0-1 0,0 3 0 0,-1 0 0 32,1 0-29-32,3-1 0 0,3 4 0 0,-3-1 0 0,0 3 0 0,2 0 0 0,-2 0 0 0,0 3 0 31,0 2 0-31,-3 0 0 0,0 0 0 0,-3 6 0 0,-1-3 0 0,-5 3 0 0,3 2 0 0,-6-3 0 16,0 6 37-16,-3 0 2 15,-3 0 0-15,0 3 0 0,-3 2-6 0,-3 0-1 0,3 3 0 0,-6 2 0 16,3-2 4-16,-3 0 1 0,1 0 0 0,-1-1 0 15,0 1-5-15,0 0-2 0,0 0 0 0,0-3 0 16,3 0-10-16,0-5-3 0,0 3 0 0,3-4 0 16,0-1-17-16,3 2 0 0,0-6 0 15,3 3 0-15,0-2-16 16,3 0-3-16,0-1-1 0,0-2 0 0,3 0-91 0,0 0-18 16,0-3-4-16</inkml:trace>
  <inkml:trace contextRef="#ctx0" brushRef="#br2" timeOffset="183482.24">21098 13828 2067 0,'-3'16'87'31,"-3"-3"-70"-31,6 0 59 0,-3 1 11 0,3-1 2 0,3 0 1 16,-3 0-53-16,3-5-10 0,0 3-3 0,0-3 0 15,3-3-59-15,0-2-12 0,0-3-2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41:09.19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16790 2138 1659 0,'0'0'36'0,"0"0"8"0,0 0 2 0,-2-3 1 0,2 3-38 0,0-8-9 0,0 8 0 0,0 0 0 16,0 0 68-16,0 0 12 16,0 0 3-16,0 0 0 0,0 0-15 0,0 0-4 0,-6 8 0 0,0 6 0 15,0 1 0-15,3 4 0 0,-3 2 0 0,3 6 0 16,-3 2-51-16,3-6-13 0,3 7 0 0,-6-1 0 16,3-8 0-16,0 3 0 0,0 5 0 0,-3-5 0 15,3 5 0-15,0 0 0 0,0 0 0 0,0 3 0 16,3-3 0-16,-3-3 0 0,0-2 0 0,0-3 0 15,0 0 0-15,3-5 0 0,0 0 0 0,-3-3 0 16,3-2 0-16,0-3 0 0,-3 2 0 0,3-7 0 16,0-3 54-16,0 0 8 0,0 0 2 0,0 0 0 15,-3-8-52-15,3 0-12 0,0-8 0 0,0 1 0 16,0-7 0-16,3-4 0 0,0-3 0 0,0-3 0 16,3-2 0-16,0 2-10 0,3 0 2 0,3-2 0 15,0 2 8-15,3-10 0 0,3-1 0 0,-1-4 0 16,4 4 0-16,-3 4-10 0,3-1 10 0,-3 3 0 15,3 10 0-15,-6 1 0 0,2 2 0 0,-2 8 0 0,-3-2 0 0,3 2 12 16,-3 5 0-16,0 1 0 0,-3 2 20 0,3 5 4 16,-3-2 1-16,0 5 0 0,-1 5-8 0,1-5-1 15,-3 8-1-15,3 0 0 0,-3-3-27 0,3 11 0 16,-3-5 0-16,0 10 0 0,0 5 0 0,0 1 0 16,0 7 0-16,-3 3 0 0,3-5 0 0,-3 5 0 15,0-3 0-15,0 4 0 0,0-9 0 0,-3 0 0 16,0 0 0-16,0 0 0 15,-3-3-46-15,3 4-14 0,-3 4-4 0,0-5 0 16,0 0 26-16,-3 0 5 0,3-5 1 0,-3 0 0 16,3-3-104-16,-3 0-20 0,0 0-4 0,-3-10-805 0</inkml:trace>
  <inkml:trace contextRef="#ctx0" brushRef="#br0" timeOffset="241.003">16764 2416 1933 0,'-18'0'55'0,"12"0"12"0,-3 0-54 0,3-5-13 0,6 5 0 0,0 0 0 15,0 0 75-15,0 0 12 0,0 0 2 0,0 0 1 16,0 0-21-16,0 0-4 0,9 0-1 0,3 0 0 16,3 0-1-16,0 0-1 0,5 0 0 0,1 0 0 15,0 0-27-15,3 0-6 0,0 0-1 0,0 0 0 16,2 0-12-16,-2-3-4 0,6 3 0 0,0-5 0 0,2 5 12 0,1 0 1 15,3-3 1-15,0 3 0 16,-1-5-82-16,1 5-16 0,-6-8-3 0,3 2-733 16,-1 4-146-16</inkml:trace>
  <inkml:trace contextRef="#ctx0" brushRef="#br0" timeOffset="1074.868">17582 2151 1674 0,'0'0'36'0,"0"-5"8"0,0 2 2 0,3-2 2 0,-3 2-39 0,3-5-9 0,0 3 0 0,-3 5 0 15,3-3 90-15,-3 3 16 0,3 0 3 0,-3 0 1 16,0 0-46-16,0 0-10 0,3 3-2 0,0 5 0 16,0 5-17-16,0 0-4 0,0 3-1 0,0 6 0 15,-3-4-15-15,3 3-3 0,0 6-1 0,-3-4 0 16,3-1-11-16,0-1 10 0,-3 3-10 0,3-3 10 16,-3-3-10-16,3 4 0 0,-3-4 0 0,0 1 0 15,3 2 8-15,-3 0-8 0,-3-5 8 0,3 5-8 16,0-5 12-16,-3 0-4 0,3 2 0 0,-3-7 0 15,0 2 20-15,0-5 3 0,0 0 1 0,0-3 0 0,3-5 4 16,0 0 2-16,0 0 0 0,0 0 0 0,-6-5 0 0,0-3 0 16,3 0 0-16,-3-5 0 0,3-3-26 0,-3 0-4 15,3 0-8-15,0-5 11 0,0 2-11 0,0 1 0 16,3-3 0-16,0 0 0 0,0-3 0 0,3 3 0 16,3-8 0-16,0-3 0 0,3 3 25 0,0 0 3 15,3-6 1-15,3 6 0 0,-3 3-29 0,3 4 0 16,3 1 0-16,-1 0 0 0,-2 5 0 15,0 0 0-15,3 3 0 0,0 0 0 16,0 2 0-16,3 3 0 0,-1 3 0 0,4-3 0 16,0 3-17-16,-3 2-10 0,3 3-1 0,-3 0-1 0,-1 3 29 0,-2 2 0 15,-3 3 0-15,0 0 0 0,-6 0 19 0,0 5 9 0,-3 0 3 16,-3 3 0-16,-3-5-31 0,-3 7 0 16,-3 1 0-16,0 2 0 15,-3-2-26-15,-6 4-2 0,3-7 0 0,-3 5 0 0,0-5 28 0,-2 0 0 0,2 3 0 16,-3-9 0-16,3 4 0 0,0-7 0 0,3 1 0 15,0 0 0-15,0 0 0 0,3 0 19 0,3-2-3 0,0-1-1 16,6-5-24-16,0 0-5 0,0 0-1 0,0 0 0 16,6 2 15-16,0-2 8 0,3-2 0 0,6 2-8 15,-3 0 0-15,6-5 0 0,0-1 0 0,3 4 0 16,-1 2 0-16,4-6 0 0,-3 6-10 0,0 0 10 16,-3 0 0-16,0 0 10 0,0 6 1 0,-1-6 0 15,-5 2 1-15,3 9 0 0,-6-9 0 0,3 6 0 16,-6 0 0-16,3 3 1 0,-3-3 0 0,-3 0 0 15,0 0-2-15,0 5-1 0,-3-5 0 0,-3 2 0 0,3 4-2 0,-6-1 0 16,0-2 0-16,0 7 0 0,-3-7 0 0,-3-1-8 16,0 6 12-16,-3 0-4 15,-3-3-8-15,-2 3 8 0,-1-5-8 0,0 2 8 0,-3 0-8 0,0-2 10 16,1-1-10-16,-1 1 10 0,0-6-10 16,3 0 0-16,3 1 0 0,0-4 0 15,0-2-24-15,4 0-6 0,2 0-2 0,0-2 0 16,0-4-158-16,3 1-32 0,0-3-6 0</inkml:trace>
  <inkml:trace contextRef="#ctx0" brushRef="#br0" timeOffset="1682.889">18701 2217 1384 0,'0'0'39'0,"0"0"9"0,6-5-38 0,0 5-10 16,-3-3 0-16,3 3 0 0,-3-5 117 0,3 2 22 15,-3-4 4-15,3 1 1 0,-3 1-24 0,0 2-5 16,3-5-1-16,-3 0 0 0,-3 3-34 0,0 2-8 0,3-7 0 0,-3 7-1 15,0-5-28-15,-3 3-6 16,-3 2-1-16,0-5 0 0,0 3 23 0,-3 5 4 0,-3-5 1 0,0 5 0 16,-2 0-52-16,-4 0-12 15,3 5 0-15,-3 0 0 0,0-2 0 0,0 2 0 16,-3 3 0-16,1 0 0 0,-1 0 0 0,0 5 0 0,0 3 0 0,0 0 0 16,0 5 0-16,1 1 0 15,2-1 0-15,3-3 0 0,0 3 0 0,3 1 0 0,6-1 0 0,0-3 0 16,3 1 0-16,3-3 0 0,6 0 0 0,0-1 0 15,6 4 0-15,0-1 0 0,3 1 0 0,3-3 0 16,2-3 0-16,1 3 0 0,0-3 0 0,3-5 0 16,-3 3-9-16,3-6-5 0,2 0-1 0,1-2 0 15,0 2 15-15,3-10 0 0,-1 2 12 0,1 1-12 16,0-1-13-16,0-2-10 0,-3 2-1 0,2-5-1 16,-2 0-158-16,0-5-31 0,0 5-6 0,-6-11-2 15</inkml:trace>
  <inkml:trace contextRef="#ctx0" brushRef="#br0" timeOffset="1967.561">19234 2072 1958 0,'-6'-3'43'0,"0"-2"9"0,3 2 1 16,-3-5 3-16,0 3-45 0,1 2-11 0,2-2 0 0,3 5 0 16,-3 0 93-16,3 0 17 0,-6-5 3 0,6 5 1 0,0 0-29 15,0 0-5-15,0 0-2 0,0 0 0 0,0 0-62 0,0 5-16 16,0 3 0-16,3 5 0 0,-3-5 54 0,3 8 8 15,0 0 2-15,0 2 0 0,0 6-52 0,-1-3-12 16,1 9 0-16,3-7 0 0,-3 6 0 0,0-5 0 16,3 3 0-16,-3-3 0 0,0-1 0 0,3-1 0 0,-3-1 0 0,0 0 0 15,0-3 0-15,-3 4 0 0,3-1 0 0,-3 0 0 16,0 0 21-16,0 0 2 0,0 3 0 0,0-3 0 16,0-5-23-16,-3 5 0 0,3-5 0 0,-3-3 0 31,0 3-31-31,3-5-1 0,-3-1 0 0,0-2 0 15,3 0-96-15,-3-5-20 0,3-3-4 0,0 0-597 0,0 0-119 0</inkml:trace>
  <inkml:trace contextRef="#ctx0" brushRef="#br0" timeOffset="2329.644">19213 2090 1958 0,'-6'-5'43'0,"4"-3"9"0,-4 0 1 0,3 0 3 0,0-5-45 0,0 5-11 0,3 0 0 0,-3 3 0 15,6 2 104-15,-3-5 20 0,0 8 3 0,3 0 1 16,0-5-52-16,3 2-9 0,-1 1-3 0,4 2 0 16,-3 0 0-16,3 0 0 0,3 2 0 0,0 1 0 0,0 2-51 0,0 3-13 15,0 0 0-15,3 0 0 0,0 0 0 0,-3 5 0 16,2-5 0-16,1 8 0 0,0 0 0 0,0 2 0 16,0 1 0-16,6 7 0 0,-3-7 0 0,-1 7 0 15,1-4 0-15,0 1 0 0,0 1 0 0,0-3 0 16,-3 1 0-16,-3-7 0 0,0 7 0 15,-3-9 0-15,-4 3 0 0,-2-3 0 0,-3-2 0 0,-3 2 0 16,-2 0 0-16,-1-2 0 16,-6 2 0-16,0 0 0 0,0-2 0 0,-6 2 0 0,3 0 54 0,-3 3 8 15,0-8 2-15,1 5 0 16,-1-2-78-16,0-3-15 0,3 2-3 0,-3-2-1 0,3-5 24 0,0 2 9 0,0 3 0 16,4-8-9-1,-1 3-15-15,0-1-4 0,3-2 0 0,3 0 0 16,0 0-28-16,6 0-7 0,0 0-1 0,0 0 0 15,0 0-204-15,3-5-42 0</inkml:trace>
  <inkml:trace contextRef="#ctx0" brushRef="#br0" timeOffset="2634.173">19958 2246 1963 0,'3'-7'56'0,"0"1"12"16,0 4-55-16,0-4-13 0,2 4 0 0,-2-4 0 0,3 6 104 0,-3-5 19 15,-3 5 3-15,6 0 1 16,-6 0-61-16,3 5-12 0,0 1-2 0,0-4-1 16,0 6-24-16,0 5-5 0,0 1-1 0,-3 2 0 0,0-3-9 0,0 3-3 15,0 0 0-15,-3 5 0 0,3-5-9 0,0 5 10 16,-3-5-10-16,3 0 10 0,-3 2-10 0,3 6 0 16,-3-3 9-16,0 3-9 0,0 0 0 0,0 2 0 15,0 3 0-15,-3-5 0 0,3 0 0 0,-3 2 0 16,4-7 0-16,-4 2 8 0,3-5-8 0,0 2-15 15,-3-2 4-15,3-3 1 0,0-5 10 0,3 3 0 16,-3-3 0-16,3 3 8 16,0-9-160-16,0-2-32 0,0 0-7 0,0 0-794 0</inkml:trace>
  <inkml:trace contextRef="#ctx0" brushRef="#br0" timeOffset="2868.28">20035 2260 1948 0,'-3'-27'55'0,"0"19"13"0,3-5-55 0,0-3-13 0,0 3 0 0,3-3 0 16,0 0 111-16,0 3 19 0,3 2 4 0,0-2 1 15,0 0-40-15,3 2-8 0,0 3-2 0,3-2 0 16,-3 7-25-16,2-5-4 0,1 0-2 0,0 0 0 16,0 3-19-16,3-3-4 0,0 0-1 0,0 3 0 15,0 2-16-15,3-7-3 0,-1 7-1 0,1-2 0 16,3 2-10-16,0 3 0 0,0-5 0 0,0 2 8 15,2 3-8-15,-2 0-12 0,0 0 2 0,-3 0 1 16,-3 0-45 0,0 3-9-16,-3 2-1 0,0-2-1 0,-4 2-146 0,1 3-29 0,-6 0-5 0</inkml:trace>
  <inkml:trace contextRef="#ctx0" brushRef="#br0" timeOffset="3104.32">20074 2381 1807 0,'0'0'40'0,"-6"0"8"0,6 0 1 0,0 0 2 0,0 0-41 0,0 0-10 0,0 0 0 16,0 0 0-16,3 0 102 0,6-2 18 15,0 2 4-15,-1-6 1 0,4 4-41 0,0-3-8 0,3-1-1 0,0 4-1 16,0-6-23-16,0 2-5 0,3 4-1 0,-3-4 0 16,2 4-23-16,4-4-5 0,-3 1-1 0,3 3 0 15,-3 2-16-15,0-6 0 0,3 6 0 0,-4 0 0 16,1-2 0-16,-3 2-11 15,-3 2 0-15,0 4 0 16,-3-6-101-16,0 2-20 0,-3 3-4 0,-3 3-584 0,-3 6-116 0</inkml:trace>
  <inkml:trace contextRef="#ctx0" brushRef="#br0" timeOffset="3353.711">20008 2754 1987 0,'0'0'44'0,"-6"0"8"0,0 3 3 0,6-3 1 0,0 0-45 0,0 0-11 0,0 0 0 0,0 0 0 0,0 0 119 16,0 0 21-16,0 0 5 0,0 0 1 0,6 5-57 0,3-5-11 15,0 0-2-15,3 0-1 16,3 0-18-16,0 0-3 0,0 0-1 0,0 0 0 0,2 0-21 0,1 0-5 16,0 0-1-16,3 0 0 15,3-5-8-15,0 5-2 0,2-3 0 0,4 3 0 0,3 0-16 16,0 0 0-16,-1-5 8 0,4 3-8 15,-3-1-40-15,0 0-12 0,-1-2-3 0,1 2-840 16,0-5-168-16</inkml:trace>
  <inkml:trace contextRef="#ctx0" brushRef="#br0" timeOffset="7346.28">22407 667 1893 0,'0'0'41'0,"0"0"9"0,0 0 2 0,-6 8 2 0,3-3-43 0,-3-2-11 0,6-3 0 0,-3 5 0 15,3-5 71-15,0 0 12 0,-5 3 2 0,5-3 1 16,0 0-26-16,0 0-6 0,0 0-1 0,0 0 0 16,0 0-11-16,0 0-2 0,0 0-1 0,0 0 0 15,0 0-8-15,5-3-2 0,1 3 0 0,3-5 0 16,0 2-2-16,0-2-1 0,3 2 0 0,3-2 0 15,0-3-12-15,0 0-2 0,3 3-1 0,0-3 0 16,-1 0-2-16,-2 2 0 0,3 4 0 0,-3-6 0 0,-3 8-9 16,3-5 0-16,-3 5 0 0,0 0 8 0,-1 0 9 0,-2 0 2 15,0 5 0-15,-3-5 0 0,0 8-19 0,-3-6 0 16,0 9 0-16,0 0 0 0,-3-6 0 0,-3 5 0 16,0 4 0-16,0-1 0 0,-3 3 0 0,-3-3 0 15,3 3 0-15,-3 0 0 16,1-3-48-16,-4 3-12 0,3-3-4 0,0 3 0 15,-3 0 52-15,0 0 12 0,0-3 0 0,0 3 0 0,3-3 0 0,-3 3 0 16,6-3 0-16,-3 3 0 0,6-3 16 16,-2 1 5-16,2-4 2 0,3 3 0 0,0-5-23 0,0 0 0 15,3 0 0-15,2 0 0 0,1-3 0 0,0 3 0 0,3-2 0 0,3-4-8 16,-3-2 8-16,0 0 0 0,3 0 0 16,0 0-8-16,0 0 8 0,0 0 0 0,3-2 0 0,-4-4 0 15,4 6-16-15,0-8 0 0,0 3-1 0,0 2 0 16,3-4 17-16,0 1 0 0,-3-2 0 0,2 0 0 31,1 0-148-31,0 0-27 0,-3-5-5 0</inkml:trace>
  <inkml:trace contextRef="#ctx0" brushRef="#br0" timeOffset="7879.034">23006 344 1825 0,'0'0'40'0,"0"0"8"0,3-3 1 0,0-5 3 0,-3 8-41 0,0 0-11 16,3-8 0-16,-3 3 0 0,0 3 104 0,0 2 18 15,0-6 4-15,0 6 1 0,-3-5-49 0,0 2-10 16,0-2-1-16,3 5-1 0,0 0-33 0,-6 0-6 16,-3 0-2-16,0 5 0 0,0-5-16 0,-3 3-9 0,0 2 10 0,0 3-10 15,0 0 0-15,-3-3 0 0,3 3 0 0,4 0 0 16,-4-2 0-16,3 2 0 0,3-1 0 0,0 1 0 16,3-5 0-16,0 8 0 0,3-9 0 0,3 6-10 15,0 0 10-15,3-3 0 0,3 3-9 0,0 0 9 16,6-2 0-16,-4 4 0 0,7-2 0 0,0 3 0 15,-3-9 0-15,-3 6 0 0,3 0 0 16,-3-2 0-16,3 1 0 0,-3-1 0 16,-1 2 0-16,1-6 0 0,-3 4 0 0,0 2 0 0,0-1 0 0,0-1 0 15,-3 2 0-15,-3 0 0 0,3 0 0 0,-3 0 0 16,-3-3 0-16,0 3 18 0,0 0-3 0,0 0-1 16,-3 0-14-16,-3 0 0 0,3 5 0 0,-3-5 0 15,0 0 0-15,0-3 0 0,-3 3 0 0,3 0 0 16,-3 0 0-16,0-3 0 0,0 3 0 0,1 0 0 15,-4 0 0-15,0-3 0 0,0-2 0 0,0 2 0 16,-3 3-24-16,3-8 3 0,-3 3 0 0,3 2 0 16,0-5-31-16,1 3-5 0,-1-3-2 0</inkml:trace>
  <inkml:trace contextRef="#ctx0" brushRef="#br0" timeOffset="8085.381">22916 349 1879 0,'-9'-8'41'0,"9"8"9"0,-3 0 2 0,3 0 0 0,0-8-41 15,0 3-11-15,0 2 0 0,6-2 0 0,0 3 103 0,0-4 18 16,3 1 4-16,3 2 1 0,0-2-42 0,0 2-8 0,0-2-1 0,3 2-1 16,-3-2-30-16,0 0-7 15,2 2-1-15,1 3 0 0,0-5-22 0,0 2-5 0,0 3-1 0,3-5 0 16,-3 5-8-16,6-3-14 0,-4-2 3 0</inkml:trace>
  <inkml:trace contextRef="#ctx0" brushRef="#br0" timeOffset="17346.434">23372 802 1549 0,'0'0'44'0,"0"0"9"0,0 0-42 0,0 0-11 15,0 0 0-15,0 0 0 0,0 0 113 0,0 0 21 0,0 0 4 0,0 0 1 16,0 0-53-16,3 0-10 16,3-3-3-16,-3 3 0 0,6-5-19 0,-3 5-4 15,2-3-1-15,4 3 0 0,-3-5-19 0,3 5-4 0,3-3-1 0,0-2 0 16,3 0-16-16,-3 2-9 0,3 3 10 0,2-5-10 16,-2 5 0-16,3-3 0 0,-3 3 0 0,0-5 0 15,-3 5 0-15,0 0 0 0,-1 0 0 0,-2 0 0 31,-3 0-48-31,-3 0-8 0,3 5-3 0,-6-5 0 0,-3 0-149 16,0 0-31-16,0 0-5 0</inkml:trace>
  <inkml:trace contextRef="#ctx0" brushRef="#br0" timeOffset="17546.152">23405 902 1638 0,'0'0'36'0,"0"0"7"0,0 0 1 0,0 0 3 16,0 0-38-16,0 0-9 0,0 0 0 0,0 0 0 0,0 0 85 0,0 0 15 15,0 0 4-15,0 0 0 0,0 0-37 0,2 3-7 16,4-3-2-16,0 0 0 0,0 0-22 0,3 0-4 16,-3 0 0-16,6-3-1 15,-3 3-13-15,3 0-2 0,-3-5-1 0,6 2 0 0,0-2-15 0,0 5 0 16,2-3 8-16,1-2-8 16,0 0-73-16,3 2-18 0,0-2-3 0</inkml:trace>
  <inkml:trace contextRef="#ctx0" brushRef="#br0" timeOffset="18069.45">23988 699 1792 0,'0'0'51'0,"-3"-3"10"0,-3-2-49 15,3 2-12-15,0-5 0 0,0 3 0 0,3-3 135 0,0 2 24 0,0 4 5 0,3-6 0 16,0 3-58-16,0-3-12 0,3 0-2 0,3 2-1 16,-3 4-73-16,3-6-18 0,3 3 0 0,0-3 0 15,-1 2 55-15,1 4 7 0,0-4 2 0,3 4 0 16,-3 2-52-16,0 0-12 0,0 0 0 0,0 2 0 16,-3 4 0-16,3-4 0 0,-3 4 0 0,-3 2 0 15,-1-3 0-15,1 3 0 0,-3 0 0 0,0 0 0 16,-3 0 0-16,0-3 0 0,-3 3 0 0,0 5 0 15,-3-5-48-15,1 0-13 0,-1 0-3 0,0 0 0 16,-3 0 52-16,0 0 12 0,3 0 0 0,-3 0 0 16,3-3 0-16,0 3 0 0,0-8 0 0,3 5 0 0,3-5 0 15,0 0 0-15,0 0 0 0,0 0 0 16,0 0-28-16,0 0-4 0,3 3 0 16,3 2 0-16,0-2 52 0,3 2 9 0,0-5 3 0,0 0 0 15,0 3-54-15,3 2-10 0,-1-5-3 0,1 0 0 0,0 5 35 0,-3-2 0 16,0-3 0-16,0 5 0 0,0-2 10 0,-3 2-1 0,0-5 0 0,0 3 0 15,-3 2 0-15,0 0 0 0,0-2 0 0,0 2 0 16,-6 3 4-16,3 0 1 0,-3-5 0 0,-3 10 0 16,0-8-14-16,0 6 0 0,-3-3 0 0,0 5 0 15,0-5 0-15,-3 5 0 0,-3-5 0 0,3 0 0 16,-2-3 0-16,2 3 0 0,0 0 0 16,-3 0 0-16,3 0 0 0,0 0 0 0,0-3 0 0,0 3 0 15,0-2 0-15,3-4 0 0,3-2 0 0,-2 6-782 16,5-6-159-16</inkml:trace>
  <inkml:trace contextRef="#ctx0" brushRef="#br0" timeOffset="18536.385">24467 773 1552 0,'0'0'44'0,"-6"-3"10"15,0 3-43-15,0-5-11 0,0 2 0 0,0 3 0 0,0-5 150 0,0 2 28 16,1-2 6-16,2 5 0 0,-3-8-80 0,3 3-17 16,0 2-3-16,0-5-1 0,3 0-36 0,0 3-7 15,3-3-2-15,0 0 0 0,0 0-10 0,3 0-3 16,0 0 0-16,2-3 0 0,1 4-1 0,3-1-1 16,-3 0 0-16,3 0 0 0,0 0-1 0,0 0 0 15,0 3 0-15,0-3 0 0,3 2-6 0,-3 4 0 16,-1 2-1-16,1-6 0 0,0 6-15 0,-3 0 8 15,3 6-8-15,-3-6 0 0,0 2 0 0,0 9 8 16,-3-8-8-16,0 10 0 0,0-5 0 0,-3 8 0 16,0-3 0-16,-3 3 0 0,-3 0-8 0,0 2-2 0,0-2 0 0,-3 0 0 15,0 0 10-15,-3 5 0 0,0-8 0 0,-3 8 0 16,3-5 0-16,0 0 0 0,0-3 0 0,0 3 0 16,3 0 0-16,0 0 0 0,-2-3 0 0,5 0 0 15,0-2-17-15,0 2-2 0,0-5 0 0,3 5 0 16,0-5 19-16,0-2 12 0,3 2-1 0,0-6-1 15,3 3 6-15,-1-2 0 0,4-3 1 0,0 5 0 16,3-5-5-16,0 0 0 0,0 0-1 0,3-5 0 16,-3 2-11-16,3 3 8 0,3-5-8 0,-4 3 8 15,4-4-8-15,3 4 0 0,-3-4 0 0,3 6 0 16,0-5-32-16,-3 2-12 0,-1 3-3 16,4 0-804-16,-6 0-161 0</inkml:trace>
  <inkml:trace contextRef="#ctx0" brushRef="#br0" timeOffset="30785.1">16945 3241 1269 0,'0'0'36'0,"0"0"8"0,0 0-36 0,0 0-8 0,0 0 0 0,0 0 0 16,0 0 124-16,0 0 22 0,-6-2 5 0,0 2 1 16,6 0-54-16,-9 0-10 0,9 0-3 0,-6 0 0 0,1 0-28 0,-1 2-5 15,0 1-2-15,0 2 0 0,0-2-12 0,0 2-2 16,0-2-1-16,0 5 0 16,0 0-13-16,3 2-2 0,-3-2-1 0,0 3 0 0,3 2-11 0,-3 3-8 15,3 2 9-15,0-2-9 0,0 0 0 0,0 5 8 16,3-5-8-16,-3 5 0 0,3-5 0 0,0 0 0 15,3-3 0-15,0 3 0 0,0-5 0 0,3-1 0 16,0 4 0-16,0-6 0 0,3-3 0 0,3 3 0 16,0 0 8-16,-3-8-8 0,3 2 0 0,-1-2 0 0,1 0 0 0,0 0 0 15,0 0-8-15,0-2-8 0,0-6-2 0,3 5 0 16,-3-5 66-16,0 6 12 0,0-6 4 0,2 0 0 16,-2-3-10-16,-3 1-2 0,3 2 0 0,-3-11 0 15,-3 9-5-15,0-12-2 0,0 7 0 0,-3-9 0 16,0 5-17-16,-3 1-4 0,0-1-1 0,-3 1 0 15,0 4-13-15,0-2-2 16,-6 6-8-16,3-1 12 0,-3 1-12 0,-3 2 9 0,0 5-9 16,1-5 8-16,2 3-8 0,-6 2 0 0,3 3 0 0,0 0 0 31,-3 0-45-31,3 0-2 0,0 3 0 0,-3 2 0 16,3-5-114-16,-2 8-23 0,2-5-5 0</inkml:trace>
  <inkml:trace contextRef="#ctx0" brushRef="#br0" timeOffset="31479.44">17767 3352 1771 0,'0'0'39'0,"0"0"8"0,0 0 1 0,0 0 2 0,0 0-40 0,-6 0-10 0,3-7 0 0,3 7 0 16,-6 0 67-16,6 0 11 0,-6 0 2 0,6 0 1 15,-6 7-31-15,0-7-6 0,-3 8-2 0,3 0 0 16,0-2-18-16,0 4-4 0,0 3-1 0,0-2 0 16,0 8-7-16,0-9-2 0,3 6 0 0,1 3 0 15,-1-6-10-15,3 3 0 0,-3-3 9 0,6 3-9 16,0-6 0-16,-1 4 0 0,4-1 0 0,0-3 8 16,3 1-8-16,0 0 0 0,0 2 0 0,0-8 0 0,3 3 0 0,-3-3 0 15,3-2 0-15,0 0 8 0,3 2 6 0,-3-5 2 16,2 0 0-16,4-5 0 0,0 2 15 0,0 0 3 15,0-2 1-15,3-3 0 16,-3 3 9-16,2-3 1 0,-2 0 1 0,-3 0 0 0,0 3-1 0,0-9 0 16,-6 4 0-16,0-1 0 0,0 1-10 0,-3-6-3 15,-3 3 0-15,0-3 0 0,0-5-44 0,-6 2-10 0,0 1-2 0,0-1 0 16,-3 0 55-16,-3 1 10 0,0 2 3 0,-3 0 0 16,-3 3-20-16,0 2-3 0,-3-2-1 0,0 5 0 31,-2 0-67-31,2 8-13 0,0-5-4 0,0 5 0 0,0 0 52 0,0 5 12 0,3-2 0 15,1 5 0 1,-1 0-208-16,0 2-38 0,0 1-8 0,0 2-2 0</inkml:trace>
  <inkml:trace contextRef="#ctx0" brushRef="#br0" timeOffset="31953.502">18627 3345 1879 0,'0'0'41'0,"-6"0"9"0,0-3 2 0,-3 3 0 0,3-3-41 0,0 1-11 16,6 2 0-16,-6 0 0 0,0-3 71 0,-3 3 12 15,4 3 2-15,-1-3 1 0,-3 2-18 0,3 1-3 16,-3 2-1-16,3 0 0 0,-6 3-54 0,3 0-10 15,0 3 0-15,3 0 0 16,-3-1 0-16,3 6 0 0,0-3 0 0,0 3 12 0,0-3-12 0,3 3 0 16,0-3 0-16,3 3 8 0,0-5-8 0,3 5 0 15,0-6 0-15,3 1 8 0,3 0-8 0,0 2 0 16,3-5 0-16,0-3 0 0,3 3 0 0,-3 0 0 16,3-6 0-16,2-2 0 0,1 6 0 0,0-6 0 15,3-6-12-15,0 4 12 0,3-3 22 0,0-1 12 0,-1-2 2 0,1 6 1 16,-3-6-8-16,-3 2-1 0,0-4-1 0,-3 2 0 15,-4 3 29-15,1-9 7 16,-6 1 1-16,0 3 0 0,0-6-29 0,-6 0-6 16,0 3-1-16,-3-9 0 0,-3 7-9 0,0-4-3 0,-3 3 0 0,1-2 0 15,-7 4-8-15,0 1-8 0,-3 0 12 0,0 5-12 16,0-3 0-16,0 6 0 0,-3 0 0 0,1 2 0 16,-1 3-16-16,3 0-3 0,0 0-1 0,0 3 0 15,0-1-28 1,0 4-7-16,4 4-1 0,-1-2 0 0,0-2-188 15,6 4-39-15</inkml:trace>
  <inkml:trace contextRef="#ctx0" brushRef="#br0" timeOffset="32436.464">19297 3352 2052 0,'0'0'45'0,"0"0"10"0,0 0 1 0,0 0 1 0,0 0-45 0,-3-7-12 15,3 7 0-15,-3-6 0 0,3 6 87 0,0 0 15 16,-3-2 3-16,3 2 1 0,0 0-53 0,-3-3-10 16,-3 0-3-16,0 3 0 0,0 3-19 0,0 0-4 15,-3 2-1-15,3 5 0 0,-3-2-16 0,0 3 0 0,3 0 8 16,-6 4-8-16,7-1 0 0,-4 2 0 0,3-1 8 0,0-1-8 15,3 2 0-15,0-1 0 16,0 1 0-16,6-2 0 0,-3-1 0 0,6-3 0 0,0 4 0 16,3-1 0-16,-1-5 0 0,4 2 0 0,3-2 0 15,0 3 0-15,3-3 0 0,0-6 0 0,3 1 0 0,0 2 0 16,-1-2 0-16,-2-3 0 0,3-3 0 0,0 1 0 16,3-1 0-16,0-2 10 0,-1-1-10 0,-2 4 8 15,3-9 14-15,0 3 2 0,-3 0 1 0,-1 0 0 16,-2-2 7-16,-3-1 2 0,0 1 0 0,-3-6 0 15,-3 3-6-15,0-3 0 0,-6-3-1 0,0 3 0 16,0 0-6-16,-6 1-1 0,0-4 0 0,-3 1 0 16,-3-1-8-16,-3 3-1 0,0 3-1 0,-6 2 0 15,3-5-10-15,-5 6 8 0,2 2-8 0,-6 0 8 0,3 5-8 0,-3-2 0 16,3 2 9-16,1 1-9 16,2 2-46-16,-3 0-14 0,0 0-2 0,0 2-1 15,0 1-38-15,4 2-8 16,-1 3-2-16,3 0-676 0,0 3-135 0</inkml:trace>
  <inkml:trace contextRef="#ctx0" brushRef="#br0" timeOffset="32952.694">20208 3355 1580 0,'0'0'35'0,"0"0"7"0,-6-3 2 0,0 3 0 0,3-7-36 0,-3 4-8 0,3-2 0 0,-3 2 0 16,0 0 100-16,0 3 19 0,0-5 3 0,-3 2 1 15,3-2-44-15,0 5-9 0,0-3-2 0,0 3 0 16,0 0-21-16,3 0-5 0,3 0-1 0,-6 3 0 15,0 2-15-15,0-2-3 0,1 2-1 0,2 1 0 16,-3 2-10-16,3 2-1 0,-3 3-1 0,3-2 0 16,3 2-2-16,-3 3-8 0,3-3 12 0,0 3-4 15,3 0-8-15,0-3 0 0,0 0 9 0,3 1-9 16,0 2 0-16,-1-8 0 0,4 5 0 0,0-5 0 0,3 2 0 0,0-2 0 16,0-2 0-16,3 1 0 0,-3-1 0 15,3-4 9-15,0-2-9 0,0 6 0 0,2-12 16 0,1 6-4 16,0-2-1-16,-3 2 0 15,3-6 14-15,-3 4 3 0,3-3 1 0,-4-1 0 0,-2 1 12 0,0 0 3 16,-3-3 0-16,0 0 0 0,0-5 3 0,-3 5 1 16,-3-6 0-16,0 1 0 0,-3-3-20 0,0 3-4 15,0-3-1-15,-3 6 0 0,-3-9-12 0,0 3-3 16,-3 3 0-16,0 2 0 0,-3-2-8 0,0 0 0 0,1 5 0 16,-4 0 0-16,0 5-15 0,-3-5-8 15,0 3-1-15,-3 2-1 16,0 3-126-16,1 3-25 0,-7 0-4 0</inkml:trace>
  <inkml:trace contextRef="#ctx0" brushRef="#br0" timeOffset="34420.128">17192 4331 1501 0,'0'0'32'0,"-6"-2"8"0,-3 2 0 0,3-3 4 0,1 3-36 0,-4 0-8 0,3-2 0 0,-3 2 0 16,0-3 100-16,-3 3 17 15,3 0 4-15,0 0 1 0,-3 3-42 0,3-3-9 0,-3 2-2 0,3 1 0 16,-3-1-4-16,4 1-1 16,-1 5 0-16,0 0 0 0,3-5-51 0,-3 5-13 0,3 0 0 0,0 5 0 15,0-3 0-15,0 6 0 0,0-3 0 0,0 1 0 16,3 4 0-16,0-7 0 0,0 7 0 0,3-2 0 15,0 0 0-15,3 3 0 0,0-1 0 0,3-2 0 16,0 3 0-16,0-4 0 0,3 1 0 0,3 0 0 16,0-5 0-16,3 5 0 0,-1-8 0 0,4-1 0 15,0-1 16-15,3-1 1 0,0-2 0 0,3-3 0 16,-1-3-27-16,-2 0-6 0,3-2 0 0,-3 0-1 16,-3-3 65-16,0 3 12 0,-3-6 4 0,-4 3 0 15,1-3-52-15,-3 4-12 0,0-9 0 0,-6 2 0 16,3-4 49-16,-6 2 7 0,3 0 2 0,-3 0 0 15,0 0-26-15,-3 1-6 0,0 1-1 0,0-4 0 16,-3 2-35-16,0 0-7 0,-3 0-2 0,-3 0 0 16,1 6 19-16,-1-1 0 0,-3 1 0 0,0 2 0 15,0 0 0-15,0 0 0 0,-3 5 0 0,0-5 0 16,1 5 0-16,-1 1 0 0,0-1 0 0,0 3 0 16,3 3-55-16,0-1-7 0,3 1-2 0,3 5-751 15,0-5-150-15</inkml:trace>
  <inkml:trace contextRef="#ctx0" brushRef="#br0" timeOffset="34842.004">17925 4387 1720 0,'0'0'48'0,"0"0"12"0,-6 0-48 0,0 0-12 0,0 0 0 0,-3 0 0 16,0 0 60-16,0 0 10 0,3 3 2 0,-6-1 0 15,3 4 0-15,-3-4 0 16,3 4 0-16,-3 4 0 0,3-5-30 0,1 3-6 0,-1 0 0 0,0 3-1 16,3 0-3-16,0-1 0 0,0 3 0 0,0-2 0 15,3 2-32-15,0 0-16 0,3 1 2 0,0 1 0 16,3-1 14-16,0-1 0 0,0 0 0 0,3 0 0 16,3 1 0-16,0-4 0 0,3 1 0 0,2-3 0 15,1 0 0-15,3 0 18 0,3-8-2 0,3 2-1 16,0-2-15-16,2-2 0 0,1 2 0 0,0-8 0 15,0 0 57-15,-3 0 9 0,-1 2 2 0,-2-1 0 0,0-7-22 0,-6 4-4 16,0-3-1-16,-3-1 0 0,-3 1-17 0,0 0-4 16,0-3-1-16,-6 0 0 0,0 3 17 0,-1-3 3 15,1-3 1-15,-6 6 0 0,1-5-25 0,-4 2-5 16,0 3-1-16,-3-3 0 0,-3 5-9 0,-3-5 0 16,0 3 0-16,-6 5 8 0,0-3 4 0,-2 4 1 15,-4-1 0-15,-3 5 0 16,3-2-61-16,-3 2-13 0,4 3-3 0,-4-5 0 15,6 5-114-15,0 5-23 0,3-5-5 0</inkml:trace>
  <inkml:trace contextRef="#ctx0" brushRef="#br0" timeOffset="35432.634">18618 4313 1965 0,'0'0'43'0,"0"0"9"0,0 0 1 0,0 0 3 0,0 0-44 0,0 0-12 0,0 0 0 0,0 0 0 0,0 0 80 0,-6 0 15 16,6 0 2-16,-6 5 1 0,0 1-53 0,0 1-10 15,0-1-3-15,3 7 0 0,-3-8-14 0,0 9-3 16,3-1-1-16,-2-3 0 0,2 4-14 0,0-1 8 15,3 0-8-15,0 0 0 0,0 1 0 0,0-1 0 0,3 0 0 0,0 0 0 16,2 0 0-16,1 3 0 0,0-8 0 16,3 5 0-16,0-2 0 0,3 2 0 0,3-2 0 0,0-1 0 15,3-7 0-15,3 2 0 0,2 1 0 16,4-6 0-16,0 0 0 0,0 0 0 16,0-3 0-16,-1-2 0 0,-2 2 40 0,0 0 3 0,-3-4 0 0,-3-1 0 15,-3-3-35-15,-1 3-8 0,-2-5 0 0,-3 0 0 16,0 2 44-16,-3-2 8 0,0 0 0 0,-3-1 1 15,-3-2-25-15,0 3-4 0,0-3-2 0,-6 3 0 16,3-3-22-16,-6 3-13 0,3 0 1 0,-6 0 1 16,1-1 11-16,-4 1 0 0,0 2 0 0,-3 1 0 15,-3 2 0-15,0 0 0 0,3 0 0 0,-2 5 0 16,-1-2 0-16,-3 3 0 0,3-1 0 0,3 3 0 16,0 0-104-1,3 0-20-15,4 3-3 0,-1-1-649 0,3 3-131 0</inkml:trace>
  <inkml:trace contextRef="#ctx0" brushRef="#br0" timeOffset="35897.594">19505 4324 1728 0,'0'0'38'0,"0"0"8"0,0 0 2 0,0 0 0 0,-6-3-39 0,3 0-9 0,3 3 0 0,-6-2 0 16,0 2 104-16,-3-3 20 0,3 3 3 0,0 0 1 16,-2-5-52-16,2 5-9 15,0 5-3-15,0-5 0 0,-3 3 0 0,3-1 0 16,-3 4 0-16,3-1 0 0,0 0-51 0,0 3-13 0,0 0 0 0,0 3 0 16,3-1 0-16,-3 1 0 0,3-1 0 0,0 4 0 15,3-4 0-15,-3 1 0 0,6-3 0 0,0 5 0 16,0-2 0-16,0-1 0 0,3-2 0 0,3 0 0 15,-3 0 0-15,6 0 0 0,0-3 0 0,3 0 0 16,3 3 0-16,2-8 0 0,1 0 0 0,6 3 0 16,-3-3 0-16,3 0 0 0,-1-3 0 0,-2 3 0 15,3-5 0-15,-6 2 0 0,0 1 0 0,-3-4 0 16,-4 4 54-16,-2-6 8 0,3 0 2 0,-6 0 0 16,-3-3-52-16,0 4-12 0,-3-7 0 0,0 1 0 15,-3 0 54-15,-3-3 8 0,0 3 2 0,-3-3 0 16,-3 0-52-16,-3 0-12 0,0-2 0 0,-6 2 0 15,4 0 0-15,-7 0 0 0,0 0 0 0,-3 3 0 16,0 0-12-16,3-1-6 0,-2 4-1 0,2 2 0 16,0 0-21-1,0 3-4-15,3-1 0 0,3 6-1 0,1 0-118 0,5 0-23 0,0 3-5 0,3 2-897 16</inkml:trace>
  <inkml:trace contextRef="#ctx0" brushRef="#br0" timeOffset="36259.229">20410 4228 1900 0,'0'0'42'0,"3"-8"9"0,-3 3 1 0,3 0 1 0,0-3-42 0,0 0-11 0,-3 0 0 0,3 0 0 15,-3 3 116-15,0-1 22 0,0-1 4 0,0 1 1 16,0 6-45-16,0 0-9 0,0-5-1 0,0 5-1 15,0 0-35-15,0 0-6 0,0 0-2 0,0 0 0 16,0 0-14-16,0 0-3 0,0 0-1 0,0 0 0 16,-3 5-14-16,0 6-4 0,-3-3 0 0,3 5 0 15,0 3 1-15,-3 0 0 0,3 5 0 0,-3-3 0 16,3 4-9-16,0-4 10 0,0 1-10 0,0-1 10 16,0 1-10-16,0-1 10 0,3-2-10 0,0 3 10 15,-3-4-10-15,3-1 10 0,0 4-10 0,-3-5 10 16,3 3-10-16,0-2 0 0,0 1 0 0,0 1 0 15,0 0 8-15,0-3-8 0,0 1 0 0,0-1 8 16,0-3-8-16,0 1-17 0,0-3 4 0,0 3 1 16,0-4-91-16,3 1-17 0,-3 0-4 15,3-2-710-15,0 2-142 0</inkml:trace>
  <inkml:trace contextRef="#ctx0" brushRef="#br0" timeOffset="36899.055">18701 5112 1862 0,'0'0'52'0,"0"0"13"0,0 0-52 0,0 0-13 0,0-5 0 0,0 5 0 16,-3-6 84-16,3 1 13 0,0 5 3 0,0 0 1 15,0-5-28-15,0 5-5 0,-2-5-2 0,2 5 0 16,0 0-37-16,0 0-7 0,0 0-2 0,0 0 0 16,0 0-20-16,0 0 0 0,0 0 0 0,0 0-12 31,0 0-107-31,2 8-21 0,-2-1-5 0,3 4-1 0</inkml:trace>
  <inkml:trace contextRef="#ctx0" brushRef="#br0" timeOffset="37076.729">18663 5654 1724 0,'0'0'38'0,"0"0"8"0,0 0 2 0,0 0 0 0,0 0-39 0,0 0-9 0,0 0 0 0,0 0 0 16,-3 6 54-16,3-6 9 0,0 0 1 0,0 0 1 0,0 0-21 0,0 0-4 15,0 0 0-15,0 0-1 16,0 0-63-16,0 0-12 0,0 0-2 0,3 2-560 15,0 4-112-15</inkml:trace>
  <inkml:trace contextRef="#ctx0" brushRef="#br0" timeOffset="37227.774">18782 5940 1728 0,'0'0'38'0,"0"8"8"0,-3-3 2 0,3 3 0 0,0-8-39 0,-3 8-9 0,0-2 0 0,0-1 0 16,0 0 53-16,3-5 9 0,0 0 2 0,-3 6 0 15,3-6-52-15,0 0-12 0,0 7 0 0,0-1-868 16</inkml:trace>
  <inkml:trace contextRef="#ctx0" brushRef="#br0" timeOffset="37362.471">18782 6213 2188 0,'-3'8'48'0,"0"2"11"0,0 1 1 0,0-1 1 0,0 4-49 0,0-1-12 0,0-2 0 0,0-1 0 16,0 1 105-16,3-3 19 0,-3 0 3 0,0 0 1 15,3-8-103-15,0 0-25 0,0 0 0 0,0 5 0 16,0-5 0-16,0 0 0 0,0 0 0 0,0 0-1172 16</inkml:trace>
  <inkml:trace contextRef="#ctx0" brushRef="#br0" timeOffset="38281.097">17320 6806 1681 0,'-6'0'36'0,"-3"0"8"0,3 0 2 0,1 2 2 0,-4 1-38 0,3-3-10 0,-3 2 0 0,0 4 0 15,3-4 77-15,-3 4 14 16,0 2 2-16,0-3 1 0,3 3-40 0,-3 0-8 0,0 2-2 0,0 1 0 16,3 0-20-16,-3 2-5 0,3 0-1 0,1 3 0 15,-1 0-9-15,3 2-1 0,-3 1-8 0,3 2 12 16,0 3-12-16,3-3 0 0,0 0 0 0,0 0 0 15,3-2 0-15,0-1 0 0,3 1 0 0,3-3 0 16,-1-3 0-16,1-2 0 0,3-1 0 0,3-2 0 16,0 0-10-16,3-3 10 0,0-2-8 0,0 0 8 15,-1-3-17-15,1-3 1 0,0 0 1 0,-3-2 0 16,0 0 63-16,3-1 13 0,-3-4 3 0,0 2 0 16,-1-5 0-16,1-1 0 0,-3-1 0 0,0-1 0 0,-3-3-52 15,0-2-12-15,-3 0 0 0,-3-3 0 0,0 3 54 16,-3-3 8-16,-3 3 2 0,0 2 0 0,-3 1-52 15,0 2-12-15,-3-3 0 0,-3 4 0 0,0-1 0 16,0 0 0-16,1 3 0 0,-4-1 0 0,3 6 0 0,0 0 0 16,0 1 0-16,0 1 0 15,0 1-48-15,-3 2-13 0,0 1-3 0,0 2 0 16,4 2-102-16,-1-2-21 0,-3 6-4 0,6-4-1 0</inkml:trace>
  <inkml:trace contextRef="#ctx0" brushRef="#br0" timeOffset="38985.701">18091 6811 1792 0,'0'0'51'0,"0"0"10"0,0 0-49 0,0 0-12 0,0 0 0 0,0 0 0 16,0 0 105-16,0 0 19 0,-6-5 3 0,6 5 1 16,0 0 0-16,0 0 0 0,0 0 0 0,0 0 0 15,0 0-52-15,0 0-9 0,0 0-3 0,0 0 0 16,0 0-51-16,0 0-13 0,-3 5 0 0,-3-3 0 15,6 6 0-15,-3 0 0 0,3 0 0 0,-3 3 0 16,3-1 0-16,0 1 0 0,0 0 0 0,0 2 0 16,0 0 0-16,0 3 0 0,0-3 0 0,0 3 0 15,0 0 0-15,0 5 0 0,0-2 0 16,0 2 0-16,0 0 0 0,3 0 0 0,-3 0 0 0,0-2 0 16,0-1 0-16,0-2 0 0,0 0 0 0,0-3 0 15,0 1 30-15,0-4 3 0,0 1 1 0,0-1 0 16,0 1-26-16,0-3-8 0,0 0 0 0,0-3 0 15,3 3 0-15,-3-3-12 0,0-5 0 0,3 6 0 16,0-4-80-16,-3-2-16 0,3 3-4 0,3-3-700 16,0-3-140-16</inkml:trace>
  <inkml:trace contextRef="#ctx0" brushRef="#br0" timeOffset="39627.175">18850 6890 1749 0,'0'0'38'16,"0"0"8"-16,0 0 2 0,0 0 2 0,0 0-40 0,0 0-10 0,0 0 0 0,0 0 0 0,0 0 101 0,0 0 19 15,0 0 3-15,0 0 1 0,3-2-36 0,-3 2-8 16,0 0 0-16,6-3-1 0,-6 3-20 0,0 0-4 16,3 0-1-16,-3 0 0 0,6 0-13 0,-6 0-2 15,3 3-1-15,3 2 0 0,-3-3-10 0,0 4-3 0,0 2 0 0,0-3 0 16,0 3-9-16,0 0-1 15,0 0-1-15,0 0 0 0,0 2-3 0,0 1-1 16,0-1 0-16,-3 4 0 0,3-1-10 0,-3-2 8 16,3 2-8-16,-3 3 8 0,3 0-8 0,0-1 0 0,0 1 0 15,-3 0 8-15,3-3-8 0,-3 1 0 0,3-1 0 16,-3 3 8-16,3-6-8 0,-3 4 0 0,3-4 0 0,-3 1 0 16,0-1 23-16,0 1 2 0,3-3 1 15,-3 2 0-15,0-2-26 0,0 0 0 0,0-2 0 0,0 1 0 16,0-1 0-16,0-1 0 0,0-5 0 0,3 5 0 15,-3 1-46 1,0-6-14-16,0 0-4 0,3 2 0 0,-3-2 0 16,6 6 0-16,-6-6 0 0,2 0-751 0,4-3-150 0</inkml:trace>
  <inkml:trace contextRef="#ctx0" brushRef="#br0" timeOffset="40274.842">19797 6795 1764 0,'0'0'39'0,"0"0"8"0,0 0 1 0,0 0 1 0,0 0-39 0,0 0-10 0,0 0 0 0,0 0 0 15,0 0 104-15,0 0 20 0,0 0 3 0,0 0 1 16,0 0-48-16,0 0-8 0,0 0-3 0,0 0 0 15,0 0-18-15,0 0-4 0,0 5-1 0,0 6 0 0,0-6-14 0,3 0-2 16,-3 3-1-16,0 0 0 0,3 0-9 0,-3 0-3 16,0 0 0-16,0 0 0 0,0 0-4 0,3 0-1 15,-3 2 0-15,0-2 0 16,0 3-2-16,0 0-1 0,0-1 0 0,0 3 0 16,0 1-9-16,0 1 12 0,0 1-12 0,0 0 12 15,0 0-12-15,-3 0 8 0,3 0-8 0,0 0 8 0,0 0-8 0,0-3-14 16,0 0 3-16,0 0 1 0,0 1 20 15,0-1 4-15,3 0 1 0,-3-2 0 0,0-1-15 0,0-2 0 16,3 3 0-16,-3-3 0 0,3 0-18 0,-3 0-3 16,3-1-1-16,0-1 0 15,0-1-88-15,3-2-18 0,-3-1-3 0,3 1-634 16,0-3-127-16</inkml:trace>
  <inkml:trace contextRef="#ctx0" brushRef="#br0" timeOffset="40813.071">20651 6718 1728 0,'0'0'38'0,"0"0"8"0,-3-2 2 0,0-4 0 0,3 6-39 0,0 0-9 15,-3-2 0-15,3 2 0 0,0 0 104 0,0-6 20 0,0 6 3 0,0 0 1 16,0 0-52-16,0 0-9 0,0 0-3 0,0 0 0 16,0 0 0-16,0 0 0 0,0 0 0 0,0 0 0 15,0 0-51-15,3 6-13 16,3-4 0-16,-3 6 0 0,0 0 54 0,0 0 8 16,0 3 2-16,0-1 0 0,0 3-52 0,-3-2-12 0,3 2 0 15,0 1 0-15,-3-1 0 0,0-3 0 0,3 4 0 0,-3-1 0 16,0 0 0-16,3 3 0 0,-3-3 0 15,0 3 0-15,0-3 0 0,0 3 0 0,0 3 0 0,0 2 0 16,0-5 0-16,0 5 0 0,0-3 0 0,-3 1 0 16,3 2 0-16,0-5 0 0,-3 2 0 0,3-2 0 15,-3 0 11-15,0-5-1 0,3 2 0 0,-3 0 0 16,3-5-10-16,0 3 0 0,-3-3 0 16,3 0 0-16,0 0 0 0,0 0-14 0,0-3 3 0,0 0 1 15,0-5-108 1,0 0-22-16,0 0-4 0,0 0-622 0,0 0-125 0</inkml:trace>
  <inkml:trace contextRef="#ctx0" brushRef="#br0" timeOffset="42027.168">16514 3331 1858 0,'-6'-8'52'0,"6"8"13"0,-6 0-52 0,0-8-13 15,-3 6 0-15,-3-4 0 0,0 4 88 0,-3-1 16 16,0 3 2-16,0 0 1 0,-2 0-37 0,-1 0-7 0,-3 3-2 0,0 5 0 16,0 2-37-16,3 1-7 0,0 2-1 0,1 8-1 15,-1-5-15-15,3 5 0 0,0 1 0 0,3-1 0 16,0 3 0-16,3-1 0 0,3 1 0 0,0 3 0 15,0-6 0-15,3 3 0 0,0-1 0 0,0 4 0 16,3-3-10-16,0 0 10 0,0 2-8 16,3 3 8-16,3 0-8 0,-3 0 8 0,6-2-8 0,-3 2 8 15,3 0-8-15,3 0 8 0,0 0-8 0,0 3 8 16,3-3 0-16,3 0 0 0,-3 6 0 16,2 2 0-16,4-6 0 0,-3 6 0 0,0 0 0 0,3 6 0 15,0-9 0-15,-4 3 0 0,1-2 0 0,0 2 0 16,-3-3 0-16,-3 3 0 0,0 3 0 0,-3 2 0 15,0 0 0-15,-3-5 0 0,-3 1 12 0,0 1-4 16,-3-2 7-16,-3-2 1 0,-3-1 1 0,-3 0 0 16,0 1 5-16,-3-1 1 0,0 3 0 0,-6 0 0 15,0-2-3-15,-3-1 0 0,1-5 0 0,-4 3 0 16,0-8-20-16,0 0 9 0,0-1-9 0,-2-4 0 0,2 2 0 16,3-5 0-16,-3 0 0 0,3 0 0 0,-3-6 40 0,1 1 0 15,-1 0 1-15,0-1 0 0,3-5-26 0,0 3-6 16,1-2-1-16,2-1 0 0,3-2-8 0,0-1 0 15,6 1 9-15,-3 2-9 0,6-5 0 0,0 3 0 16,0-1 0-16,6-2 0 0,0 0 0 0,0 0 0 16,0 3-8-16,3 5 8 0,0-3-8 0,3 3 8 0,3-2-8 0,0 4 8 15,0 1 0-15,3-1-8 0,3 6 8 0,0 0 0 16,-4 0 0-16,7 2 0 16,-3 1 0-16,0 2-8 0,0 0 8 0,0 3 0 15,-3-3 0-15,0 3-8 0,0 3 8 0,0-1 0 0,-1 3 0 16,1 6 0-16,0 4 24 0,0 1 0 0,0 2 0 15,0 3 0-15,0-5-24 0,0 2 0 0,0-2 0 16,0 8 0-16,-1-1 0 0,1 9 0 0,0-3 0 0,0 2 0 16,-3-4-12-16,0-4-8 0,0 3 0 0,0 6-1 15,0 2 21-15,-3 0 8 0,0-2 0 0,0 0 0 16,-3-6 8-16,0 0 0 0,0 0 1 0,-3 9 0 16,0-4 7-16,0 1 0 0,0-3 1 0,-3-3 0 15,0-5 0-15,0 0 0 0,0-3 0 0,-3 6 0 16,0-1-4-16,-3 1-1 0,3-3 0 0,-3-3 0 15,3-5-6-15,-3 0-2 0,3-7 0 0,-3-1 0 16,0-3-27-16,3-5-5 0,0 3-2 0,-3-3 0 0,4-2 22 0,-1 2 0 16,3-5 0-16,0 2 0 0,3-4 0 0,0-4 0 15,0 1 0-15,3-3 0 16,0-3-56 0,3-5-6-16,2-3-2 0</inkml:trace>
  <inkml:trace contextRef="#ctx0" brushRef="#br0" timeOffset="48739.337">13826 4276 1728 0,'-6'3'38'0,"-3"5"8"0,3-1 2 0,0 4 0 0,0 0-39 0,0 2-9 0,0 3 0 0,0 0 0 16,3 2 53-16,-3 1 9 0,0-1 2 0,0 3 0 15,0 1-52-15,0 1-12 0,0-2 0 0,1 3 0 16,-1-3 35-16,0 1 4 0,0 1 1 0,-3-1 0 15,3-4-20-15,0 1-3 0,3-3-1 0,-6-3 0 16,3 3 8-16,-3-8 0 0,3 0 1 0,-3-3 0 16,3-3-4-16,0 1-1 0,-3-6 0 0,3 1 0 15,0-6-6-15,0-3-2 0,1-5 0 0,-1-2 0 16,6-6-12-16,-3 0 0 0,6 0 0 0,0-2 0 16,2 0 0-16,1-1 0 0,3-2 0 0,3 0 0 0,0-3 12 15,3-2-4-15,-3-3-8 0,3-3 12 0,-3-2 8 0,3 2 2 16,0 0 0-16,2 6 0 0,1 5 22 0,0 0 4 15,0 5 0-15,0 0 1 0,0 6-39 0,0 2-10 16,-1 5 0-16,-2 0 0 0,3 4 0 0,-3 1 0 16,-3 4 0-16,3 2 0 0,-3 2 32 0,-3 4 5 15,3 1 1-15,-4 4 0 0,1 2-22 16,0 3-4-16,-3 3 0 0,0 7-1 0,3 1-11 16,-3 7 10-16,3 3-10 0,-3 3 10 0,0-3-10 0,-3 0 0 15,3-3 0-15,-3 3 8 0,0-8-8 0,-3 3 0 16,0 0 0-16,0 2-11 0,-3-5-8 0,0 0-1 15,0 1-1-15,-3 1 0 16,3-4-15-16,-3-1-4 0,0-5 0 0,0-2 0 16,0-3-32-16,0 0-6 0,0-3-2 0</inkml:trace>
  <inkml:trace contextRef="#ctx0" brushRef="#br0" timeOffset="48954.595">13796 4456 2188 0,'0'0'48'0,"0"0"11"0,0 0 1 0,0 0 1 16,0 0-49-16,0 0-12 0,0 0 0 0,0 0 0 15,0 0 105-15,0 0 19 0,0 0 3 0,0 0 1 16,3-3-103-16,3-5-25 0,3 8 0 0,0-8 0 0,3 6 0 0,3-4 0 16,2 4 0-16,7-4 0 15,0 1 0-15,3-3 0 0,3 0-14 0,2 0 5 16,1 3-140-16,-3-3-28 0,0-2-6 0,2 2-1 15</inkml:trace>
  <inkml:trace contextRef="#ctx0" brushRef="#br0" timeOffset="49223.026">14632 4308 1918 0,'0'0'42'0,"0"0"9"0,0 0 1 0,-6 5 3 0,6-5-44 0,0 0-11 0,0 0 0 0,0 0 0 15,0 0 113-15,0 0 21 0,0 0 4 0,0 0 1 16,0 0-60-16,3 0-12 0,0 3-3 0,3-1 0 16,3-2-51-16,3 0-13 0,3 0 0 0,0 0 0 15,3-2 44-15,0-1 5 16,3 3 2-16,2-8 0 0,1 8-31 0,-3-8-7 16,0 5-1-16,0-2 0 0,-3 3-12 0,-1-4 0 0,1 4 0 0,-3 2 0 15,0-3 0-15,0 3 0 0,0 0 0 0,-3 0 0 31,0 0-45-31,-3 0-15 0,-1 3-4 0,-2-1 0 16,0 4-153-16,-3 1-31 0,-3 12-7 0,-6-8-666 0</inkml:trace>
  <inkml:trace contextRef="#ctx0" brushRef="#br0" timeOffset="49421.435">14725 4511 1497 0,'0'0'32'0,"-6"3"8"0,0 2 0 0,6-5 4 0,0 0-36 0,0 0-8 16,0 0 0-16,0 0 0 0,6 3 104 0,0-3 20 15,3 5 3-15,3-5 1 0,-1 0-52 0,4 0-9 16,0-5-3-16,0 5 0 0,3-3 0 0,-3 3 0 16,3-5 0-16,-3 2 0 0,-1 1-18 0,1-4-4 15,3 1-1-15,-3 0 0 0,0-3-28 16,0 5-5-16,3-5-8 0,3 0 11 16,-4 3-47-16,4 0-8 0,3-3-3 0,3 0-692 15,-3 3-138-15</inkml:trace>
  <inkml:trace contextRef="#ctx0" brushRef="#br0" timeOffset="49892.481">15442 4175 1897 0,'0'0'41'0,"-6"0"9"0,0 0 2 0,0 0 2 0,0 0-43 0,0 3-11 0,-3-3 0 0,3 3 0 16,-2-3 67-16,2 2 11 0,0 1 2 0,-3 2 1 16,3 1-13-16,-3-1-4 0,3 3 0 0,-3 2 0 15,3-2 0-15,0 6 0 0,0-1 0 0,-3 0 0 16,3 3-51-16,3-3-13 0,-3 3 0 0,3 0 0 16,0 0 0-16,3 2 0 0,3 1 0 0,-3-3 0 15,6 2 0-15,-3-7 0 0,3 7 0 0,0-7 0 16,0 2 0-16,3 0 0 0,0 1 0 0,0-4 0 0,3 3 0 15,0-5 0-15,3-2 0 0,-1-1 0 16,4-2 0-16,0 2 0 0,0-5 0 0,3 0 0 0,0 0 0 0,2-3 0 16,-2 1 0-16,3-4 0 0,-3 1 54 0,-3 2 8 15,0-5 2-15,-3 0 0 0,-1 0-52 0,1 1-12 16,-3 1 0-16,-3-7 0 0,0 5 54 16,-3-2 8-16,0-4 2 0,-3 1 0 0,0 0-52 0,-3-6-12 15,0 6 0-15,-3-5 0 0,0-1 54 0,-3 0 8 0,-3 1 2 16,0-6 0-16,-3 6-52 0,-3-4-12 0,-2 4 0 15,-4-1 0-15,0 1 0 0,-3 2 0 0,0 5 0 16,0 1 0 0,-2 2-100-16,-1 3-22 0,3 2-5 0,0 3-1 15,0 0-71-15,1 3-14 0,-28-1-3 0,6 9-848 16</inkml:trace>
  <inkml:trace contextRef="#ctx0" brushRef="#br0" timeOffset="53319.664">17419 8711 1958 0,'0'0'43'0,"0"0"9"0,0 0 1 16,0 0 3-16,0 0-45 0,0 0-11 0,0 0 0 0,0 0 0 15,0 0 156-15,0 0 28 0,0 0 7 0,0 0 1 0,0 0-154 16,0 0-30-16,0 8-8 0,-3-3 0 0,3 3 52 0,-3 2 10 16,3 4 2-16,0-1 0 0,0 3-52 0,0 0-12 15,-3-1 0-15,3 4 0 0,0 0 54 0,-3-1 8 16,3 1 2-16,-3-1 0 0,3 3-52 0,-3-2-12 15,0 5 0-15,-3 2 0 0,3 1 0 0,0-1 0 16,3 3 0-16,-3 0 0 0,0-2 0 0,0-1 0 16,3 1 0-16,-3-4 0 0,0-1 0 0,3-4-8 15,0 1 8-15,-3-4-13 0,3 1 13 0,0 0 0 16,0-5 0-16,3-1 0 0,-3 1-20 0,0 0 3 0,3-4 0 0,0-1 0 31,0 2-81-31,0-3-16 0,3-2-3 0,-3 2-707 16,3-5-142-16</inkml:trace>
  <inkml:trace contextRef="#ctx0" brushRef="#br0" timeOffset="54238.471">18163 8912 2188 0,'0'0'48'0,"-3"-6"11"0,0 1 1 0,-3 2 1 0,3-2-49 0,-3 0-12 0,3 2 0 0,-3 1 0 0,0-1 105 0,0 3 19 15,0-3 3-15,-3 3 1 0,3 0-52 0,-3 3-9 16,3 0-3-16,0 2 0 0,0 0-51 0,-3 3-13 16,4 0 0-16,-1 3 0 0,0-1 0 0,3 3 0 15,-3 1 0-15,3 4 0 0,-3 1 0 0,6-1 0 16,0 3 0-16,0 3 0 0,3 0 0 0,0 0 0 0,0 0 0 0,3 0 0 16,3-6 0-16,-1 1 0 15,4-4 0-15,0 1 0 0,0-2 0 0,0-4 0 0,3-2 0 0,-3 0 0 16,3-3 0-16,0-2 0 15,0 0 0-15,-1-6 0 0,1 0 0 0,3 1 0 0,-3-1 0 0,6-2 0 16,-3-3 0-16,-3-3 0 0,3-2 0 0,-1 0 0 16,1-3 0-16,0 0 0 0,-3-3 0 0,0-2 0 15,0 0 54-15,-6 3 8 0,3-4 2 0,-6 4 0 16,-1-1-32-16,1 1-5 0,-3-1-2 0,0 3 0 16,-3-2-40-16,-3 5-8 0,0-3-1 0,-5 0-1 15,2 3 71-15,-6-1 14 0,0-1 4 0,-6 4 0 16,3 0-52-16,-3 4-12 0,-3-1 0 0,3 0 0 15,-2 2-48-15,2 1-13 0,0 0-3 0,-3 2 0 16,6 0-51-16,0 1-10 0,0 2-3 0,3 2-716 16,1 1-144-16</inkml:trace>
  <inkml:trace contextRef="#ctx0" brushRef="#br0" timeOffset="54837.952">18954 8787 1958 0,'0'0'43'0,"0"0"9"0,0 0 1 0,-8 0 3 0,2 3-45 0,0-3-11 0,0 3 0 0,0-1 0 15,0 1 104-15,0 2 20 0,0 1 3 0,0 1 1 16,0 1-52-16,0 3-9 0,0-3-3 0,0 3 0 15,0 2-51-15,0-3-13 0,3 4 0 0,0-1 0 16,-3 0 0-16,6 0 0 0,0 0 0 0,0 3 0 16,3 0 0-16,0 0 0 0,3 0 0 0,0 3 0 15,3-1 0-15,0 1 0 0,3-1 0 0,0-2 0 16,3 0 0-16,-3-3 0 0,3 0 0 0,-1-2 0 16,1-3 0-16,3 0 0 0,0-6-9 0,0 1 9 15,3-6 0-15,0-2 0 0,-1 2 0 0,1-4 10 16,3-1-10-16,-3-6 0 0,0 1 0 0,0 0 0 15,-4 0 37-15,1-3 6 0,-3 0 1 0,-3 0 0 0,0 0-9 16,-3 3-2-16,0-3 0 0,-3 0 0 0,-3 0-5 0,0-2 0 16,-3-1-1-16,-3 1 0 0,0-1-10 0,-3 1-1 15,-3-3-1-15,0 2 0 0,-3-2-5 0,-3 0-1 16,0 2 0-16,-3 1 0 0,-2 2-9 16,-1 0 0-16,-3 3 0 0,0 2 0 0,3 0 0 0,-3 6-9 0,7 0 9 15,-4 2-13 1,3 1-35-16,0 2-8 0,3 2 0 0,0 1-1 15,0 0-108-15,3 2-22 0,1 0-4 0</inkml:trace>
  <inkml:trace contextRef="#ctx0" brushRef="#br0" timeOffset="55519.628">19987 8687 1839 0,'0'0'40'0,"-6"-5"9"0,3 2 2 0,-3 0 1 0,4 1-42 0,-4-1-10 0,3 0 0 0,-3 3 0 15,0-2 107-15,0 2 19 0,-3 0 4 0,3 2 1 16,-3-2-30-16,3 0-5 0,-3 6-2 0,0-1 0 15,0 0-75-15,3 0-19 0,-3 6 0 0,0 0 0 16,0-1 0-16,0 3 0 0,1 3 0 0,2 0 0 16,0 0 0-16,0 0 0 0,0 0 0 0,0 2 0 15,3 1 0-15,0-3 0 0,3 0-11 16,0-1 11-16,0-1-11 0,3-1 11 0,0 0-10 16,3 0 10-16,0-2 0 0,0-3 12 0,3 0-1 0,2-3 0 15,1 0-11-15,0-2 0 0,3 0 0 0,0-1 0 16,3-2-26-1,3 0-7-15,0-2-2 0,-4-1 0 0,4-2 56 0,0 0 11 0,-3-1 3 0,3-2 0 16,0 3-35-16,-3-3 0 0,-1-3 0 0,-5 1 0 16,0-3 0-16,0 2 0 0,-3-5 0 0,-3 3 0 15,0-3 58-15,0 0 5 0,-3-2 1 0,-3-1 0 16,0-2-52-16,0 2-12 0,-3-4 0 0,0 2 0 16,-3-1 54-16,0 4 8 0,-3-1 2 0,0 1 0 15,-3 2-52-15,0 3-12 0,-3-1 0 0,-2 1 0 16,-1 3 0-16,-3 2 0 0,0 2 0 0,-3 1 0 15,3 2-24-15,-2 3-8 0,2 0-2 0,-3 3 0 16,6 2-48-16,-3 1-10 0,3 2-1 0,1 0-1 16,2 2-181-16,0 3-36 0,-21 11-7 0,15-3-2 0</inkml:trace>
  <inkml:trace contextRef="#ctx0" brushRef="#br0" timeOffset="56098.108">20880 8570 2030 0,'0'0'57'0,"-6"0"14"0,0 0-57 0,0 0-14 16,1 0 0-16,-1 0 0 15,0 0 105-15,0 3 19 0,-3 0 3 0,3-1 1 0,0 4-52 0,-3-1-9 16,3 3-3-16,-3 2 0 0,0 1-51 0,3 2-13 15,-3 6 0-15,3-1 0 0,-3 1 0 0,3 2 0 16,3 3 0-16,0-3 0 0,3 0 0 0,0 0 0 16,3-2 0-16,0 2 0 0,3-5 0 0,3 2 0 15,0-2 0-15,3 0 0 0,3-5 0 16,3 2 0-16,0 0 0 0,0-2 0 0,2-3 0 0,-2 2 0 16,6-4 0-16,-3-1 0 0,0-5 0 0,-3 0 0 15,2 0 0-15,1-3 0 0,0-2 0 0,0 2 0 16,0-5 0-16,-3 3 0 0,2-3 0 0,-2 0 0 15,0 0 0-15,0 0 0 0,-3-2 54 0,0-1 8 16,-3-2 2-16,0 0 0 0,0-1 0 0,-7-1 0 0,4-4 0 0,-3 1 0 16,-3-4-52-16,0 1-12 0,-3-3 0 0,0 1 0 15,-3 1 0-15,0 1 0 16,-3 0 0-16,0 3 0 0,-2 2 0 0,-1 0 0 0,-6 3 0 16,0 2 0-16,0 0 54 0,-3 3 8 0,-3 3 2 15,0 0 0 1,1 2-103-16,-1 1-20 0,-3-1-4 0,3 3-1 0,-3 0-10 15,-2 3-2-15,2-1-1 0,-6 1 0 16,3 2-119-16,-3 0-24 0,-23 6-5 0,5 8-1 0</inkml:trace>
  <inkml:trace contextRef="#ctx0" brushRef="#br0" timeOffset="56998.182">17564 10158 1653 0,'0'0'47'0,"0"0"10"0,0 0-45 0,3-5-12 0,-3-1 0 0,0 6 0 16,0-5 134-16,0 5 25 0,0 0 5 0,0 0 0 15,0 0-80-15,0 0-16 0,0 0-3 0,0 0-1 16,0 0 0-16,0 0 0 0,0 0 0 0,0 0 0 15,0 0-30-15,0 8-6 0,0 0-2 0,-3 3 0 16,3-1-6-16,0 3-2 0,-3 6 0 0,3 2 0 16,-3 0-5-16,3 8-1 0,-3 0 0 0,0 3 0 15,3-3-1-15,-2 0-1 0,-1-2 0 0,3-1 0 16,-3-2-10-16,3-3 10 0,-3 0-10 0,3 1 10 16,-3-1-10-16,3-3 0 0,0 4 0 0,-3-1 0 15,3 0 0-15,0 0 8 0,0-2-8 0,0 2 0 16,0 0 0-16,0-3-11 0,0 1 1 0,0-6 0 0,3 0-5 15,0-2-1-15,0 0 0 0,0-4 0 16,0-1-25-16,2-4-6 0,1 1-1 0,3-3-759 16,0-5-152-16</inkml:trace>
  <inkml:trace contextRef="#ctx0" brushRef="#br0" timeOffset="57420.353">18139 10433 1829 0,'0'0'52'0,"0"0"11"0,0 0-51 0,0 0-12 15,0 0 0-15,0 0 0 0,0 0 97 0,0 0 17 16,0 0 3-16,0 0 1 0,-6 0-34 0,6 0-6 16,-6 5-2-16,0 1 0 0,3-1-33 0,-3 3-7 0,3 0-2 0,0 3 0 15,0 2-17-15,0-3-3 0,0 4-1 0,0-1 0 16,0 0-13-16,0 0 11 0,3 0-11 0,0 1 10 15,0 2-10-15,3-3 0 0,0 3 0 0,3-3 0 16,0 3 0-16,0-3 0 0,3 0 0 0,-3 0 0 16,3-2-10-16,0 0 10 0,0-6 0 0,0 0-9 15,0 1 9-15,3-6 0 0,-4 0-9 0,4-6 9 16,0 1 0-16,0-3 0 0,0-3 8 0,3 1-8 16,0-3 9-16,0-1-9 0,-3 1 10 0,3 0-10 15,-4 0 32-15,1-1 1 0,-3 1 0 0,0 0 0 16,-3-3 3-16,0 3 1 0,-3-3 0 0,0 0 0 0,-3 0-12 0,0-2-2 15,-3-1-1-15,-3 1 0 16,0-3-10-16,0 2-3 0,-3-2 0 0,-3 2 0 0,3 1-1 16,-5 2 0-16,2 0 0 0,0 5 0 15,-3-2 8-15,0 5 2 0,3 0 0 0,-3 3 0 16,3 2-78-16,0 1-15 0,3-1-3 0,-2 3-1 16,2 3-137-16,-3-1-27 0,-15 1-5 0,9 5-2 0</inkml:trace>
  <inkml:trace contextRef="#ctx0" brushRef="#br0" timeOffset="57945.199">19133 10399 1792 0,'0'0'51'0,"0"0"10"0,-6-3-49 0,6 3-12 0,-3-3 0 0,-3-2 0 16,0 5 101-16,0-2 18 0,0 2 3 0,-3 0 1 16,3 0-43-16,-2 0-9 0,2 2-2 0,-3 3 0 15,0 3-4-15,3-2-1 0,-3 2 0 0,3 2 0 16,0 3-51-16,0 1-13 0,0-1 0 0,3 3 0 15,0-3 0-15,3 3 0 0,-3 0 0 0,3-3 0 0,0 3-11 0,0-3-5 16,6 3 0-16,-3-5-1 0,3 2 5 16,3 0 2-16,0-2 0 0,3-1 0 0,3 1 10 15,-1-6 0-15,1 3-9 0,6-5 9 16,0-1 20-16,0-2 8 0,3 0 1 0,0-2 1 16,-1-4-30-16,1-2 0 0,0 0 0 0,0-2 0 0,-3-1 0 15,-1 1 0-15,-5-3 0 0,3-3 0 0,-6 2 0 16,0-1 0-16,0-1 0 0,-3 0 0 0,0-3 57 15,-3 1 6-15,-3-1 1 0,0-5 0 0,-3 1-52 0,-3-4-12 16,0 3 0-16,0-2 0 0,-6 2 0 0,3 3 0 16,-3 0 0-16,0 2 0 0,-3 6 37 0,3-3 5 15,-6 3 1-15,0 2 0 0,-2 3-32 0,-4-2-11 16,3 4 0-16,-3-1 9 0,-3 1-20 0,3 4-4 0,-2-1-1 0,2 3 0 31,3 0-62-31,0 3-13 0,3-1-2 0,3 1-1 16,-3 5-130-16,3-3-25 0,-11 3-6 0,14 3-666 0</inkml:trace>
  <inkml:trace contextRef="#ctx0" brushRef="#br0" timeOffset="58467.689">20196 10264 1728 0,'-12'0'38'16,"6"0"8"-16,3-3 2 0,-3 3 0 0,-3-2-39 0,3-1-9 0,0 0 0 0,0 3 0 16,0-2 88-16,0-1 15 0,-3 0 3 0,0 3 1 0,3-2-37 0,-3-1-7 15,1 3-2-15,-1 0 0 0,0 0-15 0,0 0-3 16,-3 3-1-16,3 2 0 0,0 0-18 0,0 3-4 15,-3 3-1-15,3 2 0 0,0 3-19 0,0 0 10 16,0 2-10-16,1 3 8 0,2 1-8 0,0-1 0 16,0 0 0-16,3 0 0 0,3-2-8 0,0-3 8 0,3 2 0 15,3-2 0-15,3 0-8 0,-1-6 8 16,1 4-10-16,6-4 10 0,0 1-17 0,0-3 2 16,6 0 1-16,0-3 0 0,3 0 5 0,-4-2 1 0,1-3 0 15,0-3 0-15,0 1 8 0,0-6 0 0,3 2 0 0,-4-2 0 16,4-2-10-16,0 2 0 0,-3-5 0 15,0 2 0-15,0-2 55 0,-4 0 11 0,-2-3 3 16,0-3 0-16,-3 1-4 0,-3-1-1 0,0-2 0 16,-3-3 0-16,-3-2-10 0,-3 2-3 0,0-3 0 0,-3 1 0 15,-3 5-21-15,-3 0-4 0,-3-1 0 0,-6 4-1 16,0 2-6-16,0 3-1 0,-2-3 0 0,-1 3 0 16,-3 5-8-16,3-3 0 0,0 3 0 0,-2 0 8 15,5 3-20-15,-3 0-5 0,0 2-1 0,0 0 0 16,0 1-38-16,3 2-8 0,1 0-2 0,-1 5 0 15,3-2-181-15,0 2-36 0</inkml:trace>
  <inkml:trace contextRef="#ctx0" brushRef="#br0" timeOffset="58960.452">21113 10012 1489 0,'0'0'42'0,"0"-2"10"0,0-6-42 15,3 3-10-15,-3 2 0 0,0 3 0 0,0-5 118 0,0 5 22 0,0 0 4 0,0 0 0 16,0 0-12-16,0 0-4 0,0 0 0 0,0 0 0 16,0 0-51-16,0 8-10 0,-3 2-3 0,3 1 0 15,-3 2 0-15,3 0 0 0,0 3 0 0,-3 0 0 16,0 0-51-16,3 0-13 0,-3 0 0 0,0 2 0 15,3-2 38-15,-3 5 5 0,0-2 1 0,3 4 0 16,-3 1-29-16,0 3-6 0,3-1-1 0,-3 3 0 0,3-5-8 16,0 0 0-16,0-3 9 0,0 0-9 15,0 0 0-15,0-5 0 0,-3 3 0 0,3-6 8 16,0 0-8-16,0-2 0 0,0-1 0 0,0-2 0 0,0 0 0 16,0 0-13-16,0 0 1 0,0-2 1 15,0-1-32-15,3 0-6 0,0 0-2 0,0-2 0 16,-3-3-211-16,0 0-42 0,0 0-9 0,9 0-2 0</inkml:trace>
  <inkml:trace contextRef="#ctx0" brushRef="#br0" timeOffset="59750.161">19565 11272 2012 0,'0'0'44'0,"0"0"10"0,0 0 2 0,0 0 0 0,0 0-45 16,-3-5-11-16,3-1 0 0,0 6 0 16,-3-5 102-16,3 5 18 0,0 0 4 0,-3-3 1 0,3 3-58 0,0 0-12 15,0 0-3-15,0 0 0 0,0 0-41 0,0 0-11 16,0 0 0-16,0 0 0 0,0 0 0 0,0 0 0 15,0 0 0-15,0 0 0 0,-3 6 0 0,0-1 0 16,0 0 0-16,0 1 0 16,3 2-152-16,0-3-32 0,3 3-6 0,-3 2-795 0</inkml:trace>
  <inkml:trace contextRef="#ctx0" brushRef="#br0" timeOffset="60011.458">19544 11788 2109 0,'0'0'46'0,"0"0"10"0,0 0 1 0,0 0 3 0,0 0-48 0,0 0-12 0,0 0 0 0,0 0 0 15,0 0 67-15,0 0 10 0,0 0 3 0,0 0 0 16,0 0-50-16,0 0-10 0,0 0-1 0,0 0-1 15,0 0-18-15,0 0 0 0,0 0 8 0,3 3-8 16,-3-3 0-16,6 5-19 0,-3 0 4 0,0 0 1 16,0 1-219-16,0-4-44 0,12 9-9 15,-9 0-501-15</inkml:trace>
  <inkml:trace contextRef="#ctx0" brushRef="#br0" timeOffset="60195.645">19553 12129 1683 0,'0'0'48'0,"0"0"10"0,0 0-46 0,0 0-12 16,0 0 0-16,0 0 0 0,0 0 111 0,0 0 20 15,0 0 4-15,0 0 1 0,0 0-42 0,0 0-8 0,0 0-2 0,0 0 0 16,6 0-41-16,-3 0-9 16,0 0-2-16,3 0 0 0,-3 0-23 0,0-2-9 15,3 2 0-15,-3 0 9 16,-1 0-85-16,4 0-18 0,-6 0-3 0,6 0-935 0</inkml:trace>
  <inkml:trace contextRef="#ctx0" brushRef="#br0" timeOffset="60406.426">19517 12645 1879 0,'0'0'41'0,"0"0"9"0,0 0 2 0,0 0 0 0,6 3-41 0,-6-3-11 0,0 0 0 0,0 0 0 16,0 0 83-16,0 0 14 0,0 0 3 0,0 0 1 16,0 0-57-16,0 0-11 0,0 0-2 0,0 0-1 15,0 0-22-15,3-3-8 0,-3 3 0 0,0 0 0 16,0 0-124-16,0 0-32 0,6 0-5 0</inkml:trace>
  <inkml:trace contextRef="#ctx0" brushRef="#br0" timeOffset="61161.851">18005 13630 1749 0,'0'0'38'0,"0"0"8"0,0 0 2 0,0 0 2 0,-6-3-40 0,6 3-10 15,0 0 0-15,-3-3 0 0,0-2 112 0,3 5 20 0,0 0 4 0,-3-3 0 16,3 3-42-16,0 0-9 0,0 0-1 0,0 0-1 15,0 0-20-15,0 0-4 0,0 0-1 0,0 0 0 16,0 0-22-16,0 6-4 0,-3 2 0 0,3 2-1 16,0 6-12-16,-3-3-3 0,3 3 0 0,0 3 0 15,-3-1-8-15,3 1-8 0,0 2 9 0,0 0-9 16,-3 0 12-16,3 3-4 0,-3 0-8 0,3 8 12 16,-3-1-12-16,3 4 0 0,-3-1 8 0,3 3-8 15,0-5-17-15,0-3-7 0,3-3 0 0,-3-2-1 16,0 0 42-16,0-3 9 0,0-2 2 0,0-1 0 15,3 1-28-15,-3-3 0 0,0-3 0 0,0 3 0 16,3-3 0-16,-3-2 0 0,3-1 0 0,-3 1 0 16,3-3-12-16,0 0-7 0,0-3-1 0,0 0-1 31,0-2-40-31,3 0-8 0,0-3-2 0,0 0 0 0,3-3-82 0,0-2-17 0,-3-1-3 0,3 1-507 16,3-3-102-16</inkml:trace>
  <inkml:trace contextRef="#ctx0" brushRef="#br0" timeOffset="61727.771">18630 13735 1926 0,'0'0'42'0,"0"0"9"0,0 0 1 0,0 0 3 0,0 0-44 0,0 0-11 0,0 0 0 0,0 0 0 16,0 0 112-16,0 0 20 0,0 0 4 0,0 0 0 15,0 0-72-15,0 0-14 0,0 0-3 0,0 6-1 0,3 2 7 0,-3-3 2 16,3 0 0-16,-3 3 0 15,3 0-18-15,-3 0-3 0,3 0-1 0,-3 0 0 0,0 5-13 0,0-2-4 16,0 2 0-16,0 3 0 0,0 0-16 0,-3 2 10 16,3 6-10-16,0 0 8 15,-3 0-8-15,3 2 8 0,0 1-8 0,0-1 8 16,0-2-8-16,3-3 0 0,-3-2 0 0,3 2 0 0,0-5 0 0,0-3 0 16,0 3 0-16,3-3 0 15,-3 0-20-15,0-2-8 0,0-1-3 0,0 1 0 0,0-3 47 0,3 2 8 16,-3-4 3-16,3 2 0 15,-3-3-51-15,0 0-11 0,2 1-1 0,-2-4-1 16,3 1-84-16,0-3-17 0,0 2-3 0,3-4-616 0,0 2-123 0</inkml:trace>
  <inkml:trace contextRef="#ctx0" brushRef="#br0" timeOffset="62361.4">19455 13696 1552 0,'0'0'44'0,"0"0"10"0,0 0-43 0,3-3-11 0,0-2 0 0,-3 5 0 16,2-6 104-16,-2 6 20 0,3-2 3 0,-3 2 1 16,0 0-26-16,0 0-5 15,0 0-1-15,0 0 0 0,0 0 0 0,0 0 0 16,0 0 0-16,0 0 0 0,0 0-76 0,0 0-20 0,3 2 0 0,-3-2 0 16,3 6 55-16,0-1 7 0,0 3 2 0,-3 0 0 15,0 0-52-15,3 0-12 0,-3 2 0 0,0 1 0 16,3 0 23-16,-3 2 1 0,0 0 1 0,0 0 0 15,3 3-40-15,-3-3-8 0,0 3-1 0,3 0-1 16,-3 0 43-16,3 2 9 0,0 4 1 0,0-1 1 16,0 0-29-16,0 3 0 0,0-3 0 0,0 3 0 15,0-6 0-15,0 3 0 0,0-5 0 0,0 0 0 16,0 0 0-16,-3-3 8 0,3-2-8 0,0 0 0 16,-3-1 0-16,3-2 0 0,-3-3 0 0,3 3 0 15,-3 0 0-15,0-8 0 0,0 0 0 0,3 5 0 16,0 1-12-16,-3-6-1 0,0 0-1 0,0 0 0 15,3 2-28-15,-3-2-6 0,6 0 0 16,-3 0-1-16,3-2-108 0,0-1-22 0,-3-2-4 16,6 0-858-16</inkml:trace>
  <inkml:trace contextRef="#ctx0" brushRef="#br0" timeOffset="62912.695">20514 13550 1674 0,'0'0'36'0,"-3"-2"8"0,0-4 2 0,0 1 2 0,3 0-39 0,0-3-9 0,-3 2 0 0,3 6 0 16,0-2 116-16,0 2 22 0,0 0 4 0,0 0 1 15,0 0-63-15,0 0-13 0,0 0-3 0,0 0 0 0,0 0 11 0,0 0 1 16,0 0 1-16,0 0 0 0,-3 5-34 0,0 3-7 16,3 3-2-16,-3 2 0 0,3 0-9 0,-3 6-1 15,3 2-1-15,-3 3 0 0,3-1-11 16,-3 1-3-16,3 0 0 0,-3-3 0 0,1 3-9 0,2-3 8 16,-3 0-8-16,0 0 8 0,3 1-8 0,0-4 0 15,-3 3 0-15,3 3 0 0,0 0 0 0,0-3 0 16,0 3 0-16,3 0 0 0,-3-3 0 0,0 0 0 15,3-2 0-15,-3-1 0 0,3-5 0 0,-3 3 0 16,2-3 0-16,-2-2 0 0,3 0 0 0,-3-3-11 16,3 0 1-16,0-3 0 15,-3-3-14-15,0-2-2 0,3 6-1 0,-3-6 0 16,3 0-35-16,3 0-7 0,0 0-2 0,0-6 0 16,3 4-180-16,0-3-36 0,0-3-7 0</inkml:trace>
  <inkml:trace contextRef="#ctx0" brushRef="#br0" timeOffset="63419.929">21416 13352 1872 0,'0'0'41'0,"0"0"9"0,0 0 2 0,0 0 0 0,0 0-42 0,0 0-10 0,0 0 0 0,0 0 0 16,0 0 122-16,0 0 22 0,0 0 5 0,0 0 1 16,0 0-52-16,0 0-10 0,0 0-3 0,0 0 0 15,-3 5-27-15,3 6-6 0,0-1 0 0,-3 3-1 16,0-2-17-16,3 5-3 0,-3 2-1 16,0 4 0-16,0 1-10 0,-3 1-1 0,6 5-1 0,-6 6 0 15,3-4-6-15,0-1 0 0,0 1-1 0,-3 1 0 16,4-5-3-16,-1-1-8 0,0 0 12 0,0-2-4 15,0 0-8-15,3 0 0 0,-3 0 9 0,3-1-9 16,-3-1 0-16,3 1 0 0,0-4 0 0,-3 2 0 16,3-2-10-16,0-1-6 0,0-2-2 0,0-3 0 31,0-2-31-31,3-1-7 0,-3-4 0 0,3 2-1 16,0-6-68-16,-3-2-14 0,0 0-2 0,0 0-1 0,3-5-81 0,0-3-16 0</inkml:trace>
  <inkml:trace contextRef="#ctx0" brushRef="#br0" timeOffset="64577.815">16811 9110 1926 0,'0'0'42'0,"-9"0"9"0,3-2 1 0,-2 2 3 0,-1-3-44 0,3 3-11 16,-3 0 0-16,3 3 0 0,-3-1 60 0,0 1 11 0,0 2 1 16,-3 3 1-16,0 0-7 0,0 5-2 0,-3 0 0 0,0 3 0 15,1 0-51-15,-1 3-13 16,0-1 0-16,0 6 0 0,0 0 0 0,3 0 0 16,-3 2 0-16,0 1 0 0,3 2 0 0,1 2 0 15,2 4 0-15,-3 5 0 0,3-3 0 0,3 0 0 0,3-3 0 0,3 0 0 16,3 1 8-16,0-1-8 0,3-2 11 0,3 2-11 15,0 3 0-15,0 3 0 0,-1 2 0 0,7 1-12 16,0-1 60-16,3-2 13 0,0-3 3 0,6 0 0 16,0-5-49-16,2 2-15 0,4 3 8 0,-3 3-8 15,0-1 0-15,0 1 8 0,-1 0-8 0,-2 2 0 16,-3-5 9-16,-3 0-9 0,-3-2 0 0,-3-1 9 16,-3 0 4-16,-3 4 1 0,-4 1 0 0,-2 4 0 15,-2-1-3-15,-4 0-1 0,-3 1 0 0,-6-4 0 16,0-2 10-16,-6 0 3 0,-3 0 0 0,-6 8 0 15,1-2-7-15,-1 2 0 0,-3 0-1 0,0 0 0 0,7-6-6 0,-4-4-1 16,3 2 0-16,-3-5 0 0,1-3-8 0,-1 0 12 16,0 0-12-16,-3 3 12 0,4-1-4 0,2-2-8 15,0 1 12-15,3-1-4 16,3-3-28-16,3-5-7 16,4 0-1-16,2-2 0 0,0-3 44 0,3 0 8 0,3-3 1 0,3 0 1 15,0 0-26-15,0-2 0 0,3 2 0 0,0-2 0 0,3-1-23 16,0 1 0-16,3 0 0 0,0-1 0 0,3 3 23 15,0 1 0-15,3 1 0 0,-1 4 0 0,1 5 8 16,3 0 7-16,0 2 1 0,0 6 0 0,0-3-16 0,0 3 0 16,0-3 0-16,0 3 0 0,-4-1 0 0,4 1 0 15,0 5 0-15,3 5 0 0,-6 3-10 0,0 3-5 16,3 2-1-16,-3 1 0 0,0-1 26 0,-4 0 5 0,1 3 1 16,3 11 0-16,-3-1-16 0,3 1 0 0,-3-4 0 15,3 7 0-15,-3-7 0 0,0 7-21 0,-3 4 3 0,3 6 1 16,0-14 17-16,-3 3 0 0,-3 3 0 0,0 8 0 15,3-3 28-15,-6-5 10 0,3-3 2 0,-3 5 0 16,-3-4-24-16,3 1-4 0,0 4 0 0,-3-1-1 16,3-13 4-16,0 1 1 0,-3-6 0 0,3 7 0 15,0-1-6-15,0-4-1 0,3-2 0 0,-3-5 0 16,6-6-9-16,-4-7 0 0,4-4 9 16,3 1-9-16,0-6 0 0,0-2 0 0,3-3 0 0,0-2 0 15,0-3-17-15,0-3-5 0,3-2-1 0,3-6 0 16,-1-2-205-16,1-6-42 0</inkml:trace>
  <inkml:trace contextRef="#ctx0" brushRef="#br0" timeOffset="65943.784">13796 10653 1206 0,'0'0'26'0,"0"0"6"0,-3-6 0 0,0 1 3 0,3 0-35 0,-3 0 0 15,3 2 0-15,0 3 0 0,-3-5 72 0,3 5 7 16,-3-6 1-16,3 6 1 0,0 0 38 0,0 0 7 16,0 0 2-16,0 0 0 0,0 0-5 0,-6 0-1 0,6 0 0 0,-6 6 0 15,0 2-53-15,0 0-10 0,0 5-3 0,3 5 0 16,-3 3-35-16,0 6-7 0,4 2-2 0,-4 0 0 15,0 3-12-15,0-3 0 0,0 3 8 16,-3 0-8-16,0-3 0 0,3-3 0 0,-3 3 0 0,0 0 0 16,0 0-16-16,0-2 3 0,-3 2 1 15,3 0 0-15,0-2 2 0,-3-4 1 0,1-1 0 0,2-1 0 16,0-5 9-16,0-3 0 0,3 0 0 0,-3-5 0 16,3-3 0-16,0 1 0 0,6-6-9 0,0 0 9 15,-3-6-24-15,0-4-1 0,3-6 0 0,0-3 0 16,0-7 11-16,3-1 2 0,3-4 1 0,0-1 0 15,0 0 11-15,3 0-13 0,3 1 5 0,-3-4 8 16,3 3-10-16,2-7 10 0,-2-1 0 0,3-5-9 16,0 3 9-16,0-1 9 0,-3 4-1 0,3 2-8 15,0 5 8-15,-3 0-8 0,-3 6 0 0,5 2 0 16,-2 3 58-16,0 0 5 0,-3 5 1 0,3 2 0 0,-3 4-48 16,3-1-16-16,-3 3 9 0,0 3-9 0,3 2 20 0,-3 1-2 15,0 2 0-15,2 0 0 16,-5 5 19-16,3 0 4 0,0 3 1 0,0 3 0 0,0 2-42 15,3 0 0-15,-3 6-13 0,-3-1 3 0,3 1 10 0,-3 5 9 16,0 0-1-16,-3 10-8 0,3 3 8 16,-3 0-8-16,0 3 0 0,0-3 0 15,-3 0 9-15,3-3-9 0,-3-5 0 0,0 3 9 0,-3-3-20 0,3 0-4 16,-3 0-1-16,0 3 0 16,0-3-28-16,0 0-5 0,-3 0-2 0,0 1 0 15,0-7-38-15,0-1-8 0,0-4-2 0,-3-2 0 16,0-3-126-16,0 0-26 0</inkml:trace>
  <inkml:trace contextRef="#ctx0" brushRef="#br0" timeOffset="66144.375">13695 10917 2269 0,'0'0'64'0,"0"0"15"0,-3 0-63 0,3 0-16 0,0 0 0 0,0 0 0 16,0 0 49-16,0 0 7 0,0-5 2 0,6 0 0 15,-3 2 10-15,6-2 1 0,-3 2 1 0,3 1 0 16,2-1-70-16,1 0-18 0,0 1-2 0,6-4 0 16,0 1 20-16,6 0 0 0,0-3 0 0,5 0 0 15,1-3-104-15,3 1-26 0,3-4-6 0</inkml:trace>
  <inkml:trace contextRef="#ctx0" brushRef="#br0" timeOffset="66748.026">14433 10772 1396 0,'0'0'40'0,"0"0"8"0,0 0-39 0,0 0-9 16,0 0 0-16,0 0 0 0,0 0 119 0,0 0 21 16,0 0 5-16,0 0 1 0,0 0-46 0,0 0-10 15,0 0-2-15,0 0 0 0,6 0-24 0,3 0-6 16,0 0-1-16,0-3 0 0,3 3-17 0,-3-2-3 16,2-1-1-16,1 0 0 0,0 1-19 0,3-1-4 15,-3-2-1-15,6 2 0 0,-3-2 9 0,3-1 2 16,-3 1 0-16,5 3 0 0,-2-4-35 0,0 4-6 0,0-1-2 0,0 0 0 31,-3 3-13-31,0 0-3 0,-3-2-1 0,-4 4 0 16,4-2-139-16,-6 3-27 0,0 0-5 0</inkml:trace>
  <inkml:trace contextRef="#ctx0" brushRef="#br0" timeOffset="66999.844">14493 10994 1479 0,'0'0'32'0,"0"0"8"0,0 0 0 0,5 0 2 0,1 0-34 0,0 0-8 0,0-3 0 0,3 3 0 16,-3-2 111-16,3-1 20 0,0 1 4 0,0 2 1 15,0-6-60-15,3 4-12 0,0-1-3 0,0 0 0 0,3-2-5 16,-1 2 0-16,4-2-1 0,0 0 0 0,3 2-37 0,0-2-7 15,0 0-2-15,2-1 0 0,1 1-9 0,-3 0 0 16,3-1 0-16,-3 1 0 16,0-3-106-16,-1 0-23 0,-2 0-5 0,-3 0-1 0</inkml:trace>
  <inkml:trace contextRef="#ctx0" brushRef="#br0" timeOffset="68110.286">15347 10507 1792 0,'0'0'51'0,"0"0"10"0,-3-2-49 0,3 2-12 0,-3-6 0 0,3 6 0 16,-3-5 140-16,3 5 26 0,0 0 5 0,-3-5 1 15,3 5-72-15,0 0-15 0,0 0-2 0,0 0-1 16,0 0-19-16,-6 2-4 0,3 4-1 0,-3 2 0 16,3 0-24-16,0 5-5 0,0-3-1 0,0 9 0 15,0-3-12-15,0 5-2 0,-3 0-1 0,3 6 0 16,0 2 2-16,0 5 0 0,0-2 0 0,0 2 0 16,0-2-3-16,3-3 0 0,0 0 0 0,-3-2 0 15,3-4-12-15,0 1 9 0,3-3-9 0,-3 1 8 16,3-4-8-16,-3 1 0 0,3-1 0 0,-3 1 0 0,3-1 0 0,0-2 0 15,-3-3-12-15,3 1 12 16,0-1-92-16,0-3-12 0,0-2-1 0,3 0-747 16,0-2-148-16</inkml:trace>
  <inkml:trace contextRef="#ctx0" brushRef="#br0" timeOffset="70904.994">13850 12629 2120 0,'0'0'47'0,"0"0"9"0,-6 0 3 0,6 0 0 15,-6 0-47-15,6 0-12 0,-6 0 0 0,6 0 0 16,-6 0 106-16,6 0 19 0,-6 3 4 0,0-3 1 0,6 0-51 16,-6 5-11-16,0 1-1 0,0-1-1 0,3 0-41 0,0 3-8 15,0 3-1-15,-3 2-1 0,3 0 22 16,3 6 5-16,-3 2 1 0,0 5 0 15,3 1-31-15,0-1-12 0,0 3 8 0,0-2-8 0,0-3 0 0,0-1 0 16,0 4 0-16,0-3 0 0,0-1 0 0,0-1-11 16,3 1 3-16,-3 4 0 15,0-3-40-15,3 0-8 0,-3-3-2 0,3 0 0 16,0-5-142-16,-3 0-29 0,3-6-6 0</inkml:trace>
  <inkml:trace contextRef="#ctx0" brushRef="#br0" timeOffset="71310.935">14207 12542 2026 0,'0'-13'57'0,"0"8"14"0,-3-3-57 0,0 0-14 0,0 0 0 0,0 0 0 15,0 0 157-15,-3 3 29 0,3-1 6 0,-3 4 0 16,0-1-96-16,6 3-20 0,-6 0-4 0,-3 5-1 16,3 1-27-16,0-1-6 0,0 5-1 0,0 1 0 15,0 2-17-15,0 3-3 0,1 0-1 0,-1 5 0 16,0-2-16-16,-3 7 8 0,3 1-8 0,-3 7 0 15,0 3 0-15,0 3 0 0,0-1 0 0,3 1 0 16,0-3-16-16,0 0-6 0,0-2-2 0,0 2 0 16,3 0-30-16,0-3-6 15,3 3-2-15,3 0 0 0,0-2-19 0,6-6-4 0,-3 0-1 0,3-5 0 16,3-6 20-16,-3 1 4 16,3-6 1-16,0 0 0 0,-3-8 17 15,3 1 3-15,-4-4 1 0,4-2 0 0,-3-2 40 0,3-4 14 0,-3 1 0 0,3-6 0 0,-3 1 44 0,0-1 9 16,-3-5 1-16,3 3 1 0,-3-3-4 0,0 3-1 15,-3-3 0-15,-3 0 0 0,0 0 12 16,-3 1 3-16,0 1 0 0,-3 4 0 0,3-3-31 16,-6 5-5-16,3-3-2 0,-3 6 0 0,0-3-17 0,-3 5-4 15,3 1-1-15,-3-1 0 0,0 3-11 0,-2-3-8 16,-1 3 9-16,0 3-9 0,-3-3 0 16,0 3-12-16,0 2 1 0,0-3 0 15,3 4-84-15,1 2-17 0,-1-3-3 0,3 3-742 16,0 0-149-16</inkml:trace>
  <inkml:trace contextRef="#ctx0" brushRef="#br0" timeOffset="72495.496">14740 12574 1926 0,'0'0'42'0,"-3"2"9"0,-3 1 1 0,6-3 3 0,0 0-44 0,-3 5-11 15,0 1 0-15,0-1 0 0,0 3 80 0,3 0 13 16,0 0 3-16,0 5 1 0,0 0-45 0,0 3-10 15,0 5-2-15,0 3 0 16,3 0-32-16,0 5-8 0,0 0 0 0,0 0 0 0,0-2 0 0,-3-4 0 16,3 1 0-16,0-3 0 0,-3 1 0 0,3-1 0 15,-3-3 0-15,0 1 0 0,0-3-10 0,-3 0 10 16,3-3-13-16,-3-3 5 0,0 1 8 16,0-3 0-16,0 0 0 0,3-8 0 0,0 0 0 15,0 0 0-15,0 0 0 0,0 0 8 0,-6-5 1 0,0-1 1 0,3-4 0 0,0-1 0 16,0-2 8-16,0 0 2 0,3-6 0 15,-3 1 0-15,3-4 7 0,0-1 1 0,0-9 1 16,0-3 0-16,3-4-1 0,0-1 0 0,0 0 0 16,0 3 0-16,3 0 0 0,0 6-1 0,0-1 0 0,0 0 0 15,3 0-6-15,-1-2-1 0,4 0 0 16,0-1 0-16,-3 3-5 0,3 1-2 16,0 4 0-16,3 3 0 0,-3 3-5 0,0 3-8 0,0 2 11 0,0 3-11 15,-1 2 10-15,1 0-10 0,-3 1 8 0,0 5-8 16,3-1 0-16,-3 1 8 0,0 2-8 0,0 3 0 15,3-2 0-15,-3 4 0 0,3-2 8 0,-3 3-8 32,0 0-19-32,-1 5-5 0,1-3-2 0,-3 3 0 0,3 2 45 0,-3 1 9 0,-3-1 1 0,0 6 1 15,0 0-30-15,0 3 0 0,-3-1-11 0,-3 3 11 16,3-2-24-16,-3 0 4 0,-3 2 0 0,0-5 0 16,0 2 20-16,-3-2-9 0,0 0 9 0,1-3 0 15,-1 3-58-15,-3-3-5 0,0-2-1 0,0 5 0 0,0-3 52 0,0 0 12 16,0-2 0-16,0 2 0 0,-3-3-18 0,0 1-1 15,1 0 0-15,2-3 0 0,3 0 19 0,-3-1-10 16,6 1 10-16,-3 0-8 0,6-5 8 0,3-3 0 16,-3 5 0-16,3-5 0 0,0 6-9 0,0-6 9 15,3 5-10-15,0 0 10 0,0 0 0 0,3-2 0 16,0 0 0-16,0-1 0 0,0 1 0 0,3 0 13 16,0-1-1-16,0 1 0 15,-1 2 4-15,1-2 1 0,-3 2 0 0,3 0 0 0,-3-2-17 0,3 5 0 16,-3-3 0-16,3 3 0 0,0-2 0 0,-3 2 0 15,3-1 0-15,0 1 0 0,0 0 35 0,0-2 3 16,0 2 1-16,2 0 0 0,-2-3-11 0,3 0-3 16,0 0 0-16,0 1 0 15,3-4-54-15,0-2-11 0,0 0-3 0,0 0 0 16,0-2-5-16,-1-1-2 0,1-2 0 0,-3-1 0 16,0 1 12-16,0 0 2 0,0 0 1 0,-3-1 0 0,-3 1 35 0,0 0 0 0,0-1 0 0,-3 1 0 15,0 2 39-15,-3-2 14 0,0 0 3 0,0 0 1 16,-3-1 4-16,0 1 1 0,0-3 0 0,-3 5 0 15,3-2-16-15,-3 0-3 0,0 2-1 0,0-2 0 16,0 5-12-16,0-3-2 0,0 3-1 0,3 3 0 16,3-3-15-16,-6 0-2 0,3 5-1 0,-3 0 0 15,6 3-9-15,-3 0 0 0,3 3 0 0,0 0 8 16,3 2-8-16,-3-3-9 0,6 4 9 0,-3-1-13 16,6 0 3-16,-3 0 1 0,6-5 0 0,0 3 0 15,0-3-10-15,0 0-1 0,3-3-1 0,-4 0 0 16,4 1-11-16,-3-4-1 0,0-2-1 0,0 3 0 15,0-3 34-15,-3-3 0 0,0 3 0 0,0-2 0 16,0-1 0-16,0 0 0 0,-3-2 0 0,0 2 0 0,0-2 0 0,-4 2 0 16,1-2 0-16,-3 0 0 0,3-1 42 0,-3 1 15 15,0-3 3-15,0 0 1 0,-3 0-46 0,3 0-15 16,-3-2 8-16,-2-1-8 0,2 1 55 0,-3-4 7 16,3 4 2-16,-3-1 0 0,0-2-52 0,-3 2-12 15,3 1 0-15,-3 2 0 0,3 0 0 0,-3-3 0 0,-3 6 0 0,0-3 0 16,0 6 0-16,0-4 0 0,-2 4 0 0,-1-1 0 31,3 0-40-31,-3 3-7 0,0 0-1 0,3 0-1 16,-3 3-131-16,6 0-25 0,0-1-6 0</inkml:trace>
  <inkml:trace contextRef="#ctx0" brushRef="#br0" timeOffset="73313.104">15531 12637 2347 0,'0'0'52'0,"0"0"10"0,0 0 2 0,0 0 2 0,0 0-53 16,0-5-13-16,0 5 0 0,0-5 0 0,0 5 88 0,0 0 16 0,0 0 2 16,0 0 1-16,0 0-33 0,0 0-6 15,0 0-2-15,0 0 0 0,0 0-29 0,0 0-5 0,0 0-2 0,0 0 0 16,3 5-18-16,0 3-3 16,-3 0-1-16,3 5 0 0,-3 0-8 0,3 6 0 0,-3 2 0 0,3 0 0 31,0 0-31-31,0 1-1 0,0-4-1 0,3 3 0 15,-3-2-27-15,3-3-4 0,3-1-2 0,-3-1 0 0,3-4-19 0,0-2-4 16,0-2-1-16,0 1 0 0,3-4 32 0,-3 0 6 16,2-3 2-16,-2-3 0 0,0 0 29 0,0 1 5 0,0-3 2 0,-3-1 0 15,0-4 62-15,0 2 12 0,0-6 2 0,0 4 1 16,-3-1-7-16,3-2-2 0,-3 0 0 0,0 0 0 16,-3-1-4-16,3 1-1 0,0 0 0 0,-3 2 0 15,0 1-3-15,0-1-1 0,0 1 0 0,0-1 0 16,0 3-19-16,0 3-4 0,0-3-1 0,0 5 0 15,0 3-10-15,0 0-3 0,0 0 0 0,0 0 0 16,0 0-8-16,0 0 0 0,3 8 0 0,0 3 0 0,0-1 0 16,0 4 0-16,0-1 0 0,3 0 0 0,0 0-19 0,-1 3 1 15,1 0 0-15,3-3 0 16,0 3-8-16,0-5-2 0,3-1 0 16,0 1 0-16,0-1 28 0,0-4 0 0,0-1 0 0,0 0 0 0,-3-2-16 15,3-3 3-15,-4 0 0 0,1-3 0 0,0 1 21 0,-3-1 4 16,0-2 0-16,0-1 1 0,0-2 18 0,-3-2 3 0,-3-1 1 15,3-2 0-15,-3 0 0 0,-3 0 0 16,0-3 0-16,0-3 0 0,-3 1-11 0,3 2-3 0,-3-3 0 16,-3 3 0-16,3-2-13 0,0 5-8 0,0-3 10 15,1 3-10-15,2-1 0 0,-3 1 0 16,0 3 0-16,3-1 0 16,0-2-22-16,0 5-7 0,3-3-2 0,0 3 0 15,3 0-127-15,0 3-26 0,3-3-4 0,6 5-1004 0</inkml:trace>
  <inkml:trace contextRef="#ctx0" brushRef="#br0" timeOffset="73682.898">16195 12537 1978 0,'0'0'56'0,"0"0"12"0,0 0-54 0,0 0-14 0,0 0 0 0,-6 0 0 16,6 0 168-16,0 0 30 0,-6 0 6 0,6 0 2 15,0 0-114-15,-6 0-22 0,6 0-5 0,-6 2-1 0,0 1-7 0,6-3-1 16,-9 3-1-16,4 2 0 0,-1-2-27 0,0 2-4 15,0 0-2-15,0 3 0 0,-3-3-12 0,3 3-2 16,0 0-8-16,0 0 12 0,0 0-12 0,0 0 0 16,3 0 0-16,0 3 0 0,3-3 0 15,3 2 0-15,0-2 0 0,3 0-10 16,0 0 10-16,3 0 0 0,0 0-9 0,0 2 9 16,0-4 0-16,3-1-9 0,-1 0 9 0,-2 1 0 0,3-1-15 15,-3 0 4-15,3 0 1 0,-3 1 0 0,-3-1 10 0,0 0 0 16,0 1 0-16,-3 2 0 0,0 0 0 0,-3-1 0 15,-3 1 0-15,0 3 0 0,-3 0 0 0,0 2 0 16,0-3 0-16,-3 4 0 0,0-1 8 0,-3 0 4 16,0-2 1-16,-3-1 0 0,1 1-13 0,-1-1-16 0,0 4 3 15,-3-4 1-15,0 1-7 0,-3-3-1 0,3 2 0 0,-2-2 0 32,2 0-20-32,3-3-5 0,-3 1-1 0,6-4 0 15,0-2-98-15,0 0-20 0,3 0-4 0,3-5-942 0</inkml:trace>
  <inkml:trace contextRef="#ctx0" brushRef="#br0" timeOffset="76238.344">13466 5416 2188 0,'0'0'48'0,"0"0"11"0,0 0 1 0,0 0 1 0,0 0-49 0,0 0-12 0,0 0 0 0,0 0 0 16,0 0 105-16,-3 8 19 0,0 3 3 0,0 2 1 15,3 3-103-15,-3 3-25 0,0 2 0 0,3 0 0 16,-3 3 56-16,0 2 7 0,3-5 1 0,-3 6 0 16,0-1-52-16,0 3-12 0,0 3 0 0,0 2 0 0,0 4 0 0,0 1 0 15,0-2 0-15,0 0 0 0,3-5 0 0,-3 0 0 16,3 0 0-16,-3-3 0 0,3-6 0 0,-3 1 0 15,3-3 0-15,0 1 0 16,0-7-202-16,3 1-43 0,-3-2-9 0,0-6-2 16</inkml:trace>
  <inkml:trace contextRef="#ctx0" brushRef="#br0" timeOffset="76680.561">13632 5654 1864 0,'0'-29'41'0,"0"19"9"0,0-9 2 0,3 3 0 0,-3-2-42 0,0-1-10 0,0-2 0 0,0 5 0 15,0 0 113-15,-3 1 21 0,3 4 4 0,0 0 1 16,0 3-43-16,0 1-9 0,0 4-2 0,0 3 0 16,0 0-37-16,0 0-7 0,0 0-1 0,0 0-1 15,0 0-14-15,0 5-2 0,3 3-1 0,0 5 0 16,-3 3-6-16,3 0-2 0,0 3 0 0,-3-1 0 16,0 3-6-16,0 3-8 0,0 0 11 0,0 0-11 15,-3 2 8-15,0 1-8 0,3-1 0 0,-3 9 0 16,0-1 0-16,0 3 0 0,3 0 0 0,-3 0 0 15,3-3 0-15,0 1 0 0,0-1-15 0,0-2 5 16,0-3-11-16,0-2-3 0,3-1 0 0,0-2 0 16,0 0-4-16,3-1-2 0,0-4 0 0,3 0 0 15,0-4 10-15,0-4 3 0,0-3 0 0,0 0 0 16,3-6 17-16,0-2-8 0,0-2 8 0,-1-3 0 16,1-6-12-16,0 0 12 0,0 1-12 0,0-3 12 0,0-1 44 15,0 1 16-15,-3 0 4 0,0 0 0 16,-3 2 0-16,-3-2 0 0,0 2 0 0,-3-2 0 15,0 2-52-15,-3-2-12 0,0 3 0 0,-3-4 0 0,0 4 42 16,-3-1 6-16,0-2 0 0,0 5 1 0,-3-3-29 0,0 6-7 16,3-3-1-16,-3 6 0 0,0-1-12 0,1 3 8 15,-4 0-8-15,0 3 0 0,-3-1 0 16,3 6 0-16,0-3-13 0,-3 3 4 16,3-2-28-16,1 2-6 0,2 0-1 0,0 0 0 15,0-1-153-15,6 1-31 0,-3 0-7 0</inkml:trace>
  <inkml:trace contextRef="#ctx0" brushRef="#br0" timeOffset="77579.828">14216 5512 1659 0,'0'0'36'0,"0"0"8"0,0 0 2 0,0 0 1 0,0 0-38 0,0 0-9 15,0 5 0-15,0 5 0 0,0 1 68 0,3 2 11 16,-3 1 2-16,3 1 1 0,0 4-65 0,-3-1-17 16,3 4 0-16,0-1 0 0,-3-3 37 0,3 3 2 15,-3 1 0-15,3 1 0 0,-3 4-31 16,3-3-8-16,0 2 0 0,-3-2 0 0,0 0 0 0,0-6 0 16,0 1 0-16,0-1 0 0,0-4 8 15,-3-1 0-15,3-3 0 0,-3-2 0 0,0 0 7 0,3-5 1 16,0-3 1-16,0 0 0 0,0 0 38 0,0 0 7 15,-6-3 2-15,3-2 0 0,0-6-8 0,0-4 0 0,0-4-1 16,0-2 0-16,0-3-37 0,3 0-7 0,0-5-2 0,0 0 0 16,0 3-9-16,3-4 0 0,0 1 0 0,0-2 0 15,0-1 33-15,3-5 5 0,0 0 1 16,3-6 0-16,-1 1-19 0,1 5-3 0,3 0-1 0,0 3 0 16,0 5-5-16,0 2-2 0,3 3 0 0,-3 0 0 15,6 3-9-15,-3 0 0 0,-1 3 0 0,1 2 0 16,0 2 0-16,0-1 0 0,0 4 0 0,0 0 0 15,-3 3 0-15,0 1 0 0,0 4 0 0,-1 0 0 16,-2 3 0-16,3 0 0 0,-3 3 0 0,0 2 0 16,-3 0 0-16,3 3 0 0,-3-2 0 0,0 4 0 15,0 1 0-15,-3 2 0 0,0-2 0 0,-3 2 0 16,0 0 0-16,-3 0 0 0,3 1 0 0,-3-1 0 16,-3 3 0-16,0 0 0 0,-3-1 0 0,0 4 0 15,-3-3 0-15,0 2 0 0,0-2 0 0,-2 5 0 16,-1-5 0-16,0 5 0 0,-3-5 0 0,0 6 0 15,3-7 0-15,-3 1 0 0,0 0 0 0,1 0 0 0,-1-3 0 16,3 3 0-16,0-5 0 0,3-1 0 0,0 1 0 16,3-1 0-16,0-2 0 0,0 0 0 15,6 0 0-15,-3 0 0 0,6-3 0 0,0-5 0 0,0 6 0 0,0-6 0 16,0 5 0-16,3 0 0 0,0 1 0 16,3-4 0-16,0 1 0 0,0 0 0 0,3 2 0 0,0-2 0 15,0-1 0-15,3 1 0 0,0-1 0 0,0 1 0 0,3 0 0 16,0-1 0-16,-4 6 0 0,4-8 0 0,0 6 9 15,0-1-9-15,0-2 0 0,0 2 0 0,0-2 0 0,-3 2 0 16,2-3 0-16,-2 4 0 0,0-1 0 0,-3-2 0 16,3 2 0-16,-3 0 0 0,3-2 0 0,-3 2 0 15,3 1 0-15,-3-1 0 16,0 0 0-16,0 0 0 0,0 1 0 0,-4-1 0 16,4-2 0-16,-3 2 0 0,0 0 0 0,3-2 0 0,-3-1 0 15,3 1 0 1,-3-3-159-16,0 0-26 0,3-3-6 0,-3 1-547 0,3-3-110 0</inkml:trace>
  <inkml:trace contextRef="#ctx0" brushRef="#br0" timeOffset="78475.478">14817 5681 1440 0,'-6'-8'40'0,"3"5"11"0,0-2-41 0,0 0-10 0,0-1 0 0,-3 4 0 16,3-3 148-16,-3 2 27 0,0-2 5 0,0 2 2 16,-3 0-59-16,3 1-12 0,3 2-3 0,-2 2 0 0,5-2-40 0,-6 3-9 15,0 0-2-15,0 2 0 0,0 0-43 0,3 3-14 16,-3-3 8-16,3 3-8 0,0 3 55 0,0-3 7 15,3 2 2-15,0 6 0 0,0-8-64 0,0 6-13 16,3-1-3-16,0 3 0 0,0 0 26 0,3-3 5 16,0 3 1-16,3-1 0 0,0-1-16 0,2-1 0 15,1 0 0-15,0-2 0 16,0-1 0-16,3-2 0 0,-3-2 0 0,0-1 0 16,3-2 0-16,-3-3 0 0,3 0 0 0,-4 0 0 0,-2-3 0 15,3 0 0-15,-3-2 0 0,-3-3 0 0,0 3 25 0,0-3 3 16,3 0 0-16,-6-3 0 0,3 1 11 0,-3-1 2 15,-3 0 1-15,3-2 0 0,-3 0-4 0,-3 0-1 0,3 0 0 16,-3-1 0-16,0 1-18 0,-3 3-4 0,3-4-1 16,-6 6 0-16,3-5-14 0,-6 3 9 15,0-1-9-15,0 0 8 0,-2 1-8 0,-1 2 0 0,0 0 9 0,-3 3-9 32,0-1-23-32,0 4-9 0,0-1-1 0,3 0-1 15,1 6-48-15,2 0-10 0,0-3-1 0,6 2-1 16,0 1-78-16,6-3-16 0,0 8-4 0,6-3 0 0,3 0-51 15,3 1-10-15,6-4-3 0,2 1 0 0,4 0 112 16,0-3 23-16,3-3 4 0,0 0 1 0,-4 1 63 0,-2-4 13 16,0 4 2-16,-3-3 1 0,-3 2 203 0,0-2 41 0,-3 2 8 0,-6 0 1 15,2 1-19-15,-5-1-4 0,3 0-1 0,-6 3 0 16,0 0-51-16,3-2-10 0,-3-4-3 16,0 6 0-16,0 0 0 0,0 0 0 0,0 0 0 0,0 0 0 15,0 0-102-15,0 0-26 0,0 0 0 0,0 0 0 16,0 0 0-16,0 0 0 0,0 8 0 0,0-2 0 15,0 2 0-15,0 0 0 0,0-3 0 0,0 3 0 16,3 0 0-16,0 0 0 0,0 0 0 0,3 0 0 16,0-1 0-16,0 1 0 0,3 3 0 0,0-3 0 15,0 0-46-15,3 0-14 0,0 0-4 0,0 0 0 16,0 0 11-16,-1-3 1 0,1-2 1 0,-3-1 0 0,0-2 33 16,3 0 6-16,-6 0 2 0,3-2 0 0,-3-1 18 0,0 0 4 15,0-2 1-15,-3 0 0 0,0-1 30 0,0 1 5 16,0 0 2-16,-3-3 0 0,3 3-6 0,-3-3 0 0,-3 2-1 15,0-4 0-15,3 2-11 0,-3 0-3 0,3 0 0 16,-3 0 0-16,3 0-17 0,-3 0-3 0,3 0-1 0,0 3 0 16,0 5-8-16,0 0 0 0,0 0 0 0,0 0 0 15,0 0 0-15,0 0-9 16,3 5 9-16,0 0 0 0,0 3-12 0,3 0 4 16,-3 3 8-16,0 0-13 0,3-1-1 0,0 3 0 0,0-2 0 15,0 2 0-15,2-2 2 0,-2-1 1 0,3 1 0 0,0 0 0 16,0-4 11-16,0 1-8 0,0 0 8 0,-3-2-8 15,0-1 8-15,0-2 0 0,0-1 0 0,0 1 0 16,0-3 18-16,-3-3-1 0,3 1 0 0,0-4 0 16,-3 1 14-16,3-3 2 0,-3 0 1 0,0 0 0 15,3-2 0-15,-4-1 0 0,1 0 0 0,-3-2 0 16,3 0-13-16,0 2-2 0,-3-5-1 0,0 1 0 16,0 1-18-16,0-2 10 0,0-2-10 0,0 2 8 15,0-2-8-15,0 2-9 0,0-3 9 0,3 1-13 16,-3 2-72-16,3 0-15 0,-3 0-2 0,3 3-1 15,0 2-103-15,0 3-21 0,3 0-4 0,0 3-1 0</inkml:trace>
  <inkml:trace contextRef="#ctx0" brushRef="#br0" timeOffset="78818.567">15618 5522 2595 0,'0'0'57'0,"0"0"12"0,0 0 3 0,0 0 0 0,0 0-57 0,0 0-15 0,0 0 0 0,0 0 0 15,0 0 87-15,0 0 14 0,0 0 3 0,0 0 1 16,0 0-60-16,0 0-12 0,-9 5-2 0,3 3-1 16,0-2-18-16,0-1-3 0,-3 0-1 15,3 3 0-15,-3-2-8 0,3 4 0 0,3-7 0 0,-3 5 0 16,3 0 0-16,3 2 0 0,0-2 0 16,3 3 0-16,0-3 0 0,3 0 0 0,0 2-8 0,3 1 8 15,3-3 0-15,-3 2 0 0,3 1 0 0,3-1 0 16,-3-2 0-16,-1 3 0 0,1 0 0 0,0-1 0 15,-3 1 0-15,0 2 0 0,0-5 0 0,-3 3 0 16,0 2 0-16,-3-3 0 0,0 1 8 0,-3-1-8 16,3 1 17-16,-6 2-1 0,0-2-1 0,-3 2 0 15,0 0-3-15,0 1 0 0,-6-1 0 0,3 0 0 16,-3 0-12-16,-3 0 9 0,4 1-9 0,-4-4 8 16,-3 1-8-16,3 2 0 0,3-5 0 0,-3 3 0 15,3-3-112-15,0 0-16 16,0-3-2-16,3-3-1 0</inkml:trace>
  <inkml:trace contextRef="#ctx0" brushRef="#br1" timeOffset="-29035.735">22791 14275 1792 0,'0'0'51'0,"0"0"10"16,0 0-49-16,0 0-12 0,0 0 0 0,-6 3 0 15,0 2 76-15,-3 0 12 0,4 1 2 0,-4-1 1 16,0 6-49-16,0-1-10 0,0 1-1 0,-3 5-1 16,0-1-18-16,0 4-4 0,-3 2-8 0,3 0 12 15,-3 3-4-15,1-3 0 0,-1 3-8 0,-3 0 12 16,-3 0-12-16,0 0-8 0,0-1 8 0,-3 1-13 16,4 0 13-16,-4 2 8 0,6-2 0 0,-3 0-8 15,3 0 0-15,0 0 0 0,4-3-15 0,-1 0 5 16,0-2-15-16,3-4-3 0,0 1-1 0,3-2 0 15,0-6-106-15,0-1-21 0,3 1-4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43:24.78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11632 3696 1751 0,'0'0'36'0,"0"0"9"0,0 0-36 0,0 0-9 0,0 0 0 0,0 0 0 16,0 0 109-16,0 0 20 0,0 0 4 0,0 0 1 15,-6 0-49-15,6 0-9 0,0 0-3 0,-6 3 0 16,0-3-27-16,0 8-6 0,0-8 0 0,-3 8-1 15,0 0-11-15,0 0-1 16,1 5-1-16,-4 0 0 16,-3 6-3-16,0 2-1 0,-3 3 0 0,0 2 0 15,-3-2-33-15,-3 0-6 0,1 2-2 0,2 1 0 0,-3-1 44 0,0 1 9 0,0-1 2 16,-2 1 0-16,-1-1-28 0,0 1-8 0,-3-4 0 0,1 4 0 16,-4-3-8-16,3-1-9 0,0 1-2 0,3 0 0 15,1-5-102-15,2-3-21 0,3-3-4 16,3 0-1-16,-3-8-74 0,6 1-15 0</inkml:trace>
  <inkml:trace contextRef="#ctx0" brushRef="#br0" timeOffset="250.409">11099 3935 1792 0,'0'-24'51'0,"0"0"10"16,-3 0-49-16,3 8-12 0,-3-5 0 0,0 5 0 15,0 0 131-15,0 6 23 0,3 2 5 0,-3 0 1 16,3 3-66-16,0 5-13 0,0 0-2 0,0 0-1 15,6 0-48-15,0 2-10 0,0 4-1 0,3-1-1 16,0 3 14-16,3 2 4 0,3 6 0 0,0-5 0 16,0 5-20-16,0 2-3 0,-1-2-1 0,1 5 0 15,0-2-4-15,-3 2 0 0,3 0-8 0,-3 3 12 16,3-3-12-16,-3 0 9 0,0-2-9 0,-1 5 8 16,-2-3-8-16,3 3 10 0,-3-3-10 0,3 5 10 0,-3-2-10 0,0 0 0 15,0 0 0-15,0-1 0 0,0-1 0 0,0-1 0 0,-3 0 0 16,3-8 0-1,0 6-114-15,-1-6-25 0,4-2-5 0</inkml:trace>
  <inkml:trace contextRef="#ctx0" brushRef="#br0" timeOffset="794.672">11805 4239 2168 0,'-3'-5'61'0,"0"-1"15"0,-3 1-61 0,3 2-15 0,-3-2 0 0,0 2 0 0,0 1 75 0,0 2 12 0,-3 0 2 0,3 0 1 16,-3 0-71-16,0 0-19 0,0 0 0 0,0 0 0 16,0 2 34-16,1 1 1 0,-1 2 0 0,3 3 0 15,0-2-26-15,0 2-9 0,3-3 0 0,0 3 9 16,3 0-9-16,3 5 0 15,0-8 0-15,3 3 0 0,0 3-8 0,3-3 8 0,-1 0 0 0,4 0 0 16,0-1 20-16,0 4 8 0,3-3 1 0,0-3 1 31,0 3-30-31,0-2 0 0,3 4 0 0,-4-7 0 0,-2 5-10 0,0-3-8 0,0 0-2 0,-3 3 0 16,0 0 20-16,-3-3 0 0,-3 3 0 0,0-2 0 16,-3 4 13-16,-3-2-3 0,-3-5-1 0,0 5 0 15,-3-3-1-15,0 3 0 0,-3 0 0 0,0 3 0 16,-2-4-8-16,2 1 0 0,-6 3 0 0,3-3 0 15,3 0 0-15,-3 0 0 0,3 2 0 0,-3-2 0 16,6-2-27-16,-3 2 3 0,-2-3 0 0,5 0 0 16,-3 0-80-16,3-5-15 0,-3 0-3 15</inkml:trace>
  <inkml:trace contextRef="#ctx0" brushRef="#br0" timeOffset="975.867">11739 4239 1976 0,'0'0'83'0,"0"0"-67"31,0-5 84-31,0 5 16 0,0-8 3 0,3 5 1 16,3-5-48-16,-3 3-8 0,6-1-3 0,-3 4 0 0,6-9-21 0,0 3-4 0,0 0 0 0,3 0-1 16,2 1-35-16,4-1 0 0,3-3 0 0</inkml:trace>
  <inkml:trace contextRef="#ctx0" brushRef="#br0" timeOffset="1319.363">12340 4035 1824 0,'0'0'38'0,"0"0"8"0,0 0-37 0,0 0-9 0,0 0 0 0,0 0 0 16,0 0 104-16,6 0 20 0,0-2 3 0,0 2 1 16,3 0-52-16,3 0-9 0,-3-6-3 0,3 6 0 15,3-2 0-15,-3 2 0 0,6-8 0 0,-3 5 0 16,2 0-51-16,-2 1-13 0,3-4 0 0,0 4 0 15,0-4 32-15,3 6 4 0,-3-7 1 0,2 7 0 16,1-8-28-16,-3 5-9 0,3 0 0 0,0 1 0 16,-6-1 27-16,2 3-2 0,-2-3 0 0,-3 3 0 15,0 0-71-15,-3 0-14 0,0 3-4 0,0-3 0 16,-3 3-173-16,-3 2-35 0</inkml:trace>
  <inkml:trace contextRef="#ctx0" brushRef="#br0" timeOffset="1531.447">12442 4265 1824 0,'-12'6'38'0,"12"-6"8"0,0 0-37 0,0 0-9 0,0 0 0 0,0 0 0 16,0 0 104-16,6 0 20 0,0 0 3 0,3 0 1 16,-3-3-52-16,2 0-9 0,4 1-3 0,-3-1 0 15,3 0 0-15,-3-2 0 0,3 0 0 0,3 0 0 16,0 2-51-16,0-8-13 0,3 3 0 0,2 0 0 15,-2 0 0-15,6 1 0 0,0-4 0 0,0 3 0 16,0 3 0-16,-1-3-12 0,1 0 3 0</inkml:trace>
  <inkml:trace contextRef="#ctx0" brushRef="#br0" timeOffset="2049.284">13180 3884 1968 0,'0'-8'83'15,"0"3"-67"-15,0 0 95 0,-3 2 18 0,3-5 4 0,-3 8 1 16,3 0-46 0,0 0-10-16,-3-5-2 0,-3 5 0 0,0 5-54 0,0-2-11 0,-3 2-3 0,3 3 0 15,-3 5 45-15,0-5 9 0,0 5 2 16,0 3 0-16,1-2-64 0,-1 4 0 0,0-2-14 0,0 3 2 16,3-4 12-16,0 1 16 0,0 0-4 0,3 3-1 15,0-3-11-15,3-1 0 0,3 7 0 0,0-9 0 16,3 3 0-16,0 0 0 0,0-1 0 0,3-1 0 15,3-1 0-15,-1-3 0 0,1-2 0 0,3 0 0 16,3-2 0-16,-3-4 0 0,3 4 0 0,0-1 0 16,0-10 0-16,-1 5-12 0,1-6 2 0,0 1 1 15,0-3 9-15,0 3 0 0,-3-3 8 0,0-3-8 16,0-2 8-16,-1 2-8 0,-2-2 8 0,0 0-8 16,3 0 0-16,-6-3 0 0,3 3 0 0,-3-1 8 15,-3 1 44-15,0-3 10 0,0 3 2 0,-6-3 0 16,0 0-28-16,0 0-4 0,-3 1-2 0,-3 1 0 15,-3-4 3-15,0 2 1 0,-3-3 0 0,-3 4 0 16,0 1-34-16,0-2 0 0,1 3 0 0,-7 5 0 16,0-5-44-16,-3 5-16 15,-3 0-4-15,-3 0 0 0,1 8-51 0,-7 0-10 0,0 0-3 0</inkml:trace>
  <inkml:trace contextRef="#ctx0" brushRef="#br0" timeOffset="3725.151">21842 3337 1579 0,'6'-19'32'0,"-3"14"10"16,0-3-34-16,0 5-8 0,0-5 0 0,0 0 0 16,0 0 96-16,0 0 16 0,0 3 4 0,0 0 1 15,-3 2-33-15,3-5-8 0,-3 3 0 0,0 5-1 16,0 0-9-16,-3-5-2 0,3 5 0 0,0 0 0 0,-6-3 0 0,0 3 0 0,0 0 0 15,0 3 0 1,-3-1-51-16,0 6-13 0,0 0 0 0,-3 3 0 0,0 7 0 0,-6-2 0 0,0 8 0 0,-2 2 0 31,-4 1 19-31,0 5 1 0,-3-1 0 0,-6 4 0 16,7-3-32-16,-4-1-7 0,0-2-1 0,0 1 0 16,4-4-35-16,-1 0-7 0,3 1-2 0,0-3 0 15,0-3-80-15,0 0-17 0,1-8-3 0</inkml:trace>
  <inkml:trace contextRef="#ctx0" brushRef="#br0" timeOffset="3992.39">21479 3278 2006 0,'0'-10'42'0,"-3"-1"9"0,3 3-41 0,-3-2-10 0,3 4 0 0,0 6 0 15,0 0 102-15,0 0 18 0,0 0 4 0,0 0 1 16,0 0-85-16,3 6-16 0,3 4-4 0,0-2-1 15,0 3 36-15,2 7 7 0,1-2 2 0,0 0 0 16,3 5-31-16,0 3-5 0,0 3-2 0,-3-1 0 16,3 3-42-16,0-2-8 0,3 2-1 0,-3 0-1 15,-4-8 48-15,4 5 10 0,0 1 1 0,-3-3 1 16,0-1-34-16,0 4 0 0,0-6 0 0,0 6 0 16,0-1-20-16,-3-5-12 0,0 3-1 0,0 0-1 15,0-3 20-15,0 0 4 0,0-5 1 0,0 0 0 16,-3 0-143-16,2-6-29 0,1 1-6 0</inkml:trace>
  <inkml:trace contextRef="#ctx0" brushRef="#br0" timeOffset="4378.932">22160 3678 1926 0,'0'0'81'0,"-6"0"-65"16,0 0 92-16,-3 0 17 0,4 0 4 0,-7 0 1 31,3 0-69-31,0 3-13 0,-3-3-4 0,0 5 0 0,0-2-32 0,0 2-12 0,0 0 0 0,0 3 9 16,3 0-9-16,0 0 0 0,3-3 0 0,1 6 0 16,2 2 0-16,0-5-9 0,3 3 9 0,3 2 0 15,3-3-11-15,2 6 11 0,4-5-10 0,0 2 10 16,3 0 0-16,3 3 0 0,0-5-8 0,0 2 8 15,0-2 0-15,-1-1 0 0,-2 3 0 0,0-2 0 16,0 0 0-16,-3-1 0 0,-3-2 0 0,0 3 0 16,-3-1 0-16,0 3 0 15,-3-7 0-15,-3 4 0 0,3 4 0 0,-6-6 0 0,0-3 0 0,-3 3 0 16,0 2 45-16,0-4 15 0,-3 2 4 0,-3-3 0 16,0 3-52-16,-3-3-12 0,3 0 0 0,-3 1 0 15,1 2 0-15,-1-8 0 0,0 2 0 0,0-2 0 16,0 0-50-16,3 0-13 0,0 0-2 0,0-2-1 15,3 2-98-15,0-8-19 0,7 2-4 0</inkml:trace>
  <inkml:trace contextRef="#ctx0" brushRef="#br0" timeOffset="4558.643">22172 3678 2019 0,'0'-8'57'0,"3"-3"13"0,-3 6-56 0,3 0-14 0,-3 0 0 0,3 2 0 16,0-5 82-16,0 5 14 0,3-2 2 0,-3 2 1 15,3 1-44-15,3-1-9 0,-3 0-2 0,3 1 0 16,0 2-19-16,0-6-4 0,3 4-1 0,-1 2 0 16,4-5-20-16,0 2 8 0,3-2-8 0,0 2 0 15,3-2-125-15,0 5-30 0,-1-6-5 0</inkml:trace>
  <inkml:trace contextRef="#ctx0" brushRef="#br0" timeOffset="4961.054">22759 3617 1948 0,'0'0'55'0,"0"0"13"16,0 0-55-16,0 0-13 0,0 0 0 0,3-3 0 0,0 1 72 0,2-4 11 0,4 4 2 0,-3-3 1 15,3-1-18-15,3 1-3 0,0 2-1 0,3 1 0 16,-3-4 0-16,3 4 0 0,0 2 0 0,0-6 0 15,2 4-51-15,1-3-13 0,-3 2 0 0,3 3 0 16,-3-3 0-16,0 1 0 0,0-1 0 0,-3 3 0 16,-1 0 0-16,1 0 0 0,-3 0 0 0,0 0 0 15,0 0-48-15,-3 0-13 16,0 3-3-16,-6-3 0 0,0 0-102 16,0 5-21-16,-3 3-4 0</inkml:trace>
  <inkml:trace contextRef="#ctx0" brushRef="#br0" timeOffset="5171.867">22675 3847 1485 0,'6'-5'63'16,"0"2"-51"0,3 1 96-16,3-1 18 0,-3 0 4 0,3-2 1 15,0 5-36-15,3-8-7 0,-1 3-2 0,1 2 0 16,0-5-18-16,3 6-3 0,-3-6-1 0,0 5 0 15,3-5-51-15,-3 3-13 0,0 0 0 0,2-1 0 16,-2 1 0-16,3 0 0 0,-3 2 0 0,3-5 0 16,-3 3 0-16,0-3 0 0,2 3 0 0</inkml:trace>
  <inkml:trace contextRef="#ctx0" brushRef="#br0" timeOffset="5465.458">23535 3397 2017 0,'-5'0'85'15,"5"0"-68"-15,-6-5 107 0,6 5 22 0,0 0 4 0,0 0 1 16,0 0-51-16,0 0-9 0,0 0-3 0,0 0 0 16,0 0-37-16,-3 5-8 0,0-2-2 0,0 5 0 15,0 3-13-15,3 5-2 0,0-6-1 0,0 9 0 16,0-6-9-16,3 3-1 0,-3 2-1 0,0 1 0 15,0-1-3-15,0 3-1 0,0-2 0 0,0 5 0 16,0-6-10-16,-3 6 8 0,3 0-8 0,-3-3 8 16,0 6-8-16,0-1 0 0,0 3 0 0,0-8 0 15,0 6 0-15,0-6 0 0,0 3 0 0,0-3 0 16,0-3 0-16,0 1 0 0,0-1 0 0,0-2 0 16,0 0-49-16,3-3-12 0,-3 1-3 15</inkml:trace>
  <inkml:trace contextRef="#ctx0" brushRef="#br0" timeOffset="24795.652">9909 9679 1219 0,'0'0'52'0,"0"-5"-42"16,0-1 94-16,0 1 20 0,0 5 3 0,0-5 1 16,0 2-20-16,0 3-3 0,0-5-1 0,0 5 0 15,0-5-14-15,0 5-3 0,0 0-1 0,0 0 0 16,0 0-22-16,0 0-4 0,0 0 0 0,0 0-1 15,0 0-15-15,0 0-2 0,0 0-1 0,0 0 0 16,0 0-19-16,0 8-4 0,3 0-1 0,-3 5 0 16,0 0-3-16,0 0-1 0,0 6 0 0,0-1 0 15,0 3 15-15,-3 1 2 0,0 1 1 0,0 1 0 16,0 5-31-16,0 0 0 0,0 6 0 0,-3-3 0 16,3-3 0-16,-3 0 0 0,3-3 0 0,0-2 0 0,-3 0 0 15,3-3-21-15,0-2 3 0,-3-1 1 16,3-2 27-16,0 0 6 0,0 0 0 0,0 0 1 0,3-3-17 0,-3 0 0 15,3 0 0-15,0-2 0 16,0-1-118-16,0-2-27 0,0-2-6 0,3-4-1 16,3 1-166-16</inkml:trace>
  <inkml:trace contextRef="#ctx0" brushRef="#br0" timeOffset="25447.049">11325 9637 1507 0,'0'0'31'0,"0"0"9"0,0 0-32 0,0-6-8 0,0 6 0 0,0 0 0 15,0 0 97-15,0 0 19 0,0 0 3 0,0 0 1 16,0 0-8-16,0 0-2 0,0 0 0 0,0 0 0 16,0 0-34-16,0 0-6 0,0 0-2 0,0 0 0 15,0 6-19-15,-3 2-4 0,3 0-1 0,0 2 0 16,0 1-13-16,0 2-3 0,0 0-1 0,0 3 0 16,3 0-2-16,-3 0 0 0,0 0 0 0,3 2 0 15,0 3-13-15,-3 1-4 0,3 1 0 0,0 1 0 16,-3 3 6-16,3-4 1 0,0 4 0 0,0-3 0 15,0 0-7-15,0-3 0 0,0 0-8 0,0-3 12 16,-3 1-12-16,3-3 9 0,0-3-9 0,-3 3 8 16,0-5-8-16,3 2 0 0,-3-3 0 0,0 1 0 15,0-3-20-15,0 0-4 0,0 0 0 0,0 0 0 16,0-3-156-16,0 3-32 0,0-3-7 0</inkml:trace>
  <inkml:trace contextRef="#ctx0" brushRef="#br0" timeOffset="26178.388">9831 11232 1337 0,'0'0'56'0,"0"0"-44"15,0 0 88-15,0 0 19 0,0 0 3 0,0 0 1 16,0 0 8-16,0 0 1 0,3 6 1 0,3-1 0 16,-3-3-41-16,0 6-9 0,0-2-2 0,0 2 0 15,0 2-27-15,3 1-6 0,-3 2 0 0,0-2-1 16,3 5-7-16,-3-1-2 0,3 1 0 0,-3 5 0 16,0 1-10-16,3 1-3 0,-3 4 0 0,3 5 0 15,-3-1-1-15,0 1 0 0,0 3 0 16,0-4 0-16,-1-2-7 0,1-2-1 0,0-3-1 0,0-1 0 15,0-4-15-15,0 0 0 0,0-4 0 0,0 4 0 16,0-3-18-16,0-3 3 0,0 0 1 0,0 0 0 16,3-2-32-16,-3 0-6 0,0-1-2 0,3-2 0 15,0 0-160-15,0-5-32 0</inkml:trace>
  <inkml:trace contextRef="#ctx0" brushRef="#br0" timeOffset="26737.192">11412 11116 1579 0,'0'0'74'16,"0"0"-66"-16,0 0-8 0,3 0 0 0,-3 0 0 15,0 0 104-15,0 0 20 0,0 0 3 0,3 2 1 16,-3-2 0-16,3 6 0 0,0 2 0 0,0 0 0 16,-3 2-52-16,0 1-9 0,3 5-3 0,-6 0 0 15,6-1-51-15,-3 7-13 0,0-4 0 0,3 3 0 16,-3 0 54-16,0 1 8 0,3-1 2 0,-3 0 0 0,0 0-52 15,3 0-12-15,-3 3 0 0,0-3 0 16,3 3 0-16,-3 0 0 0,2 0 0 0,-2 2 0 16,3-5 17-16,0 3 1 0,0-3 0 0,0 1 0 15,0-1-29-15,0-5-5 0,0-1-2 0,0 1 0 0,0-2 28 0,3-4 6 16,-3 1 0-16,0-1 1 0,3-2-17 16,-3 0 0-16,3 0 0 0,-3-3 0 15,0 1-37-15,3-1-5 0,0-2-1 0,0-1 0 16,3-2-181-16,0 0-37 0</inkml:trace>
  <inkml:trace contextRef="#ctx0" brushRef="#br0" timeOffset="27710.383">19243 9785 1337 0,'0'0'28'0,"0"-5"6"0,0 5-34 0,3-6 0 0,0 4 0 0,-3 2 0 16,0-6 109-16,0 6 15 0,0 0 4 0,0 0 0 15,0 0 0-15,0 0 0 0,0 0 0 0,0 0 0 16,0 0-52-16,0 0-9 0,6 0-3 0,-6 0 0 16,3 3 0-16,3 2 0 0,-3-2 0 0,0 2 0 15,0 3-51-15,0 3-13 0,0 2 0 0,-3 0 0 16,3 6 54-16,-3 2 8 0,0 3 2 0,3 2 0 16,-3 1-56-16,-3-1-8 0,3 3 0 0,0 0-10 15,-3-2 20-15,0-1 4 0,3 1 1 0,-3-1 0 16,0-2-2-16,3 0 0 0,-3 0 0 0,0-1 0 15,3 1-5-15,-3 0-8 0,0-3 11 0,3 3-11 16,0-3 8-16,-3 0-8 0,3 1 0 0,0-7 0 16,0 1 0-16,0 0 0 0,3-3 0 0,-3-2 0 15,0-3 0-15,0 0 0 0,3-3-10 0,-3 0 10 16,3 1-52-16,-3-6-2 0,6 0-1 16,0-6 0-16,3 4-157 0,0-9-31 0,0 1-6 0</inkml:trace>
  <inkml:trace contextRef="#ctx0" brushRef="#br0" timeOffset="28300.476">20717 9743 1094 0,'0'0'23'0,"0"0"5"16,0 0-28-16,0 0 0 0,0 0 0 0,0 0 0 15,0 0 108-15,0 0 16 0,0 0 3 0,0 0 1 16,0 0 0-16,0 0 0 0,0 0 0 0,6 5 0 15,-6-5 0-15,0 0 0 0,0 0 0 0,0 5 0 16,0 0-52-16,0 3-9 0,0-2-3 0,0 2 0 16,0 0-51-16,0-1-13 0,0 4 0 0,-3 0 0 15,3 5 54-15,0-1 8 0,-3 4 2 0,3 5 0 16,0-6-52-16,-3 6-12 0,3 0 0 0,0 0 0 16,0-3 0-16,0 3 0 0,0-3 0 0,3-3 0 0,-3 4 39 15,0-7 5-15,3 1 0 0,0 0 1 0,-3 0-34 0,0-3-11 16,3 3 0-16,-3-3 0 0,0 1 20 0,0-1-2 0,0 0-1 15,0 0 0-15,0 1-17 0,0 1 0 0,0-4 0 0,0 5 0 32,0-3-48-32,0 0-12 0,0 1-4 0,0-4 0 15,0 1-102-15,0-1-21 0,0 1-4 0</inkml:trace>
  <inkml:trace contextRef="#ctx0" brushRef="#br0" timeOffset="29048.545">19386 11320 1552 0,'0'0'44'0,"0"0"10"16,0 0-43-16,0 0-11 0,0 0 0 0,0 0 0 16,0 0 104-16,0 0 20 0,0 0 3 0,0 0 1 15,0 0-20-15,0 0-4 0,0 0-1 0,0 0 0 16,0 0-35-16,0 5-6 0,0-5-2 0,3 8 0 15,-3 0-11-15,0 0-2 0,3 0-1 0,-3 0 0 16,0 2-10-16,3 1-1 0,-3-1-1 0,0 6 0 16,0-3-10-16,3 6-3 0,-3-3 0 0,0 5 0 15,3 3-6-15,-3 0-2 0,0 2 0 0,3 1 0 16,-3-4-13-16,0 1 11 0,3 0-11 0,-3 0 10 16,3-3-10-16,-3-3 0 0,0 4 9 0,3-4-9 15,-3-2 0-15,0 0 0 0,3-3 0 0,-3 0 8 16,0 1-31-16,3-1-5 0,-3 0-2 0,0 0 0 0,0-2 30 0,3-1 0 0,-3 1 0 15,0-3 0-15,3 0 0 0,-3 0 0 0,3-3 0 16,-3-5 0 0,3 5-116-16,-3-5-16 0,3 3-4 0,3-3-1 15,0-5-88-15,0 0-18 0</inkml:trace>
  <inkml:trace contextRef="#ctx0" brushRef="#br0" timeOffset="29652.818">20836 11132 1599 0,'0'0'33'0,"0"0"8"0,0 0-33 0,0 0-8 0,0 0 0 0,0 0 0 15,0 0 93-15,0 0 17 0,0 0 3 0,0 0 1 16,6 0-33-16,-6 0-6 0,3 2-2 0,3 4 0 16,-3-1 20-16,0 3 4 0,-3 0 1 0,3 2 0 15,-1 1-39-15,-2 2-8 0,3 0-2 0,-3 3 0 16,3 0-16-16,-3 3-3 0,0-3-1 0,0 5 0 15,-3-5-9-15,3 5-1 0,0-3-1 0,-3 1 0 16,6 2-6-16,-3-2 0 0,0 2-1 0,0 0 0 16,0 0-1-16,0 3 0 0,3 0 0 0,-3-1 0 15,0-1-10-15,3-1 10 0,-3 0-10 0,3 0 10 16,0-2-10-16,-3-3 0 0,3-1 0 0,0-1 8 16,-3-1-8-16,3-3 0 0,0 4 9 0,-3-4-9 15,3 1 0-15,-3-3 0 0,3 0 0 0,0 0 8 16,-3-3-8-16,3 0-13 0,-3-5 3 0,3 6 1 15,-3-6-43-15,0 0-9 0,6 2-2 0,-3-2 0 16,3-2-155-16,0-1-31 0</inkml:trace>
  <inkml:trace contextRef="#ctx0" brushRef="#br0" timeOffset="31377.24">24327 6551 1337 0,'0'0'56'16,"0"-5"-44"0,0 3 41-16,0 2 9 0,3-6 2 0,-3 6 0 15,0-5 24-15,0 5 6 0,0 0 1 0,0 0 0 16,0 0-25-16,0 0-5 0,0 0-1 0,0 0 0 16,0 0-12-16,0 0-4 0,0 0 0 0,0 0 0 0,0 0-4 0,0 0-2 0,0 0 0 15,0 11 0-15,0-1-10 0,0 6-1 0,0 0-1 0,-3 5 0 16,3 3-10-1,-3 2-1-15,0 6-1 0,0-3 0 16,0 3 4-16,3-3 1 0,-3 0 0 0,0 0 0 16,3 0-23-16,0 0-10 0,0-2 1 0,0 2 0 15,0 0 9-15,0 3 9 0,0 0-1 0,3-1-8 0,-3-1 0 0,3-4 0 0,-3 0 0 0,3 1 0 16,-3-6 0-16,3 0 0 0,-3-2 8 0,0-1-8 16,3 1-10-16,-3-3-6 0,0 0 0 0,0-1-1 15,0-1-39-15,0 2-7 0,0-1-1 16,-3-1-1-16,3 2-189 0,-6-3-38 15</inkml:trace>
  <inkml:trace contextRef="#ctx0" brushRef="#br0" timeOffset="31944.994">24396 8107 1428 0,'0'0'60'0,"0"0"-48"15,0 0 68-15,0 0 14 0,0 0 2 0,0 0 1 16,0 0 1-16,0 0 0 0,0 0 0 0,0 0 0 16,0 0-27-16,0 0-6 0,0 0-1 0,0 0 0 15,0 0-16-15,0 0-3 0,0 0-1 0,0 8 0 16,0 0-8-16,-3 3-3 0,3-3 0 0,-3 8 0 16,3-1-12-16,-3 4-2 0,0 5-1 0,3 0 0 15,-3 2-5-15,0 1-1 0,3 2 0 0,-3 0 0 16,3-3-12-16,0-2 0 0,0 0-12 0,0 0 12 15,0-6 0-15,0 3 0 0,0-5 0 0,3 0 0 16,-3 0 0-16,0-3 0 0,3 0 0 0,-3 1 0 16,0-4 0-16,3 1 0 0,-3-1 0 0,0-2 0 15,0 0 0-15,0-2 0 0,0 2 0 0,0-8 0 16,0 0-225-16,0 0-39 0,0 0-7 0</inkml:trace>
  <inkml:trace contextRef="#ctx0" brushRef="#br0" timeOffset="32561.168">22726 8118 1485 0,'-3'-11'31'0,"3"11"7"0,0 0-30 16,0 0-8-16,0 0 0 0,0 0 0 0,0 0 108 0,0 0 20 0,0 0 4 15,0 0 0-15,0 0-38 0,0 0-8 0,0 0-2 0,0 0 0 32,0 0-16-32,0 0-3 0,0 8-1 0,-3 0 0 0,3 3 0 0,-3-1 0 0,0 4 0 0,0 1 0 15,3 4-51-15,-3 2-13 0,-3 3 0 0,3 5 0 16,0-2 0 0,-3 2 0-16,3 2 0 0,0 1 0 0,0-3 0 15,0-2 0-15,0-3 0 0,0 2 0 0,0-5 33 0,-3 3 4 0,3-3 1 16,0 0 0-16,0-2-38 0,3 2 0 15,-3-2 0-15,3-1 0 0,-3-2 0 0,3 0 9 0,0-3-9 0,0 0 0 16,-3 1 0-16,6-4-16 0,-3-2 2 0,3 0 0 31,-3 0-33-31,3-3-6 0,0 0-2 0,0-2 0 0,-3-3-136 0,0 0-27 16,6 0-6-16</inkml:trace>
  <inkml:trace contextRef="#ctx0" brushRef="#br0" timeOffset="33299.514">14853 8155 1496 0,'0'0'42'0,"0"0"10"16,0 0-41-16,-6-3-11 0,6 3 0 0,0 0 0 15,0 0 87-15,0 0 15 0,0 0 3 0,0 0 1 16,-6-2-8-16,6 2-2 0,0 0 0 0,0 0 0 16,0 0-24-16,0 0-6 0,0 0-1 0,-3 5 0 0,3-5-17 15,-6 5-3-15,3 1-1 0,0 4 0 0,3 1-13 0,-3 2-3 0,0 0-1 16,3 6 0-16,-3 2-27 0,0 3 0 0,3 2 0 0,-3 1 0 16,3-1 20-16,-3 1 8 0,3-4 1 0,0 4 1 15,0-6-22-15,0 0-8 0,0 0 0 0,0-2 9 16,0-1-9-16,0-2 0 0,0-3 9 0,-3 3-9 15,3-2 0-15,0-4-12 0,0 1 2 0,-3-1 0 32,3-2-22-32,0 0-5 0,-3-3-1 0,3 3 0 15,-3-2-42-15,3-6-8 0,0 0-1 0</inkml:trace>
  <inkml:trace contextRef="#ctx0" brushRef="#br0" timeOffset="33869.682">13144 8250 1337 0,'0'0'56'15,"0"0"-44"-15,0 0 92 0,0 0 20 0,0 0 3 0,0 0 1 16,0 0 0-16,0 0 0 0,0 0 0 0,0 0 0 16,0 0-52-16,0 0-9 0,0 0-3 0,0 0 0 15,0 6 0-15,3-1 0 0,0 3 0 0,-3 5 0 16,3 0-51-16,0 3-13 0,-3 0 0 0,3 5 0 15,0 0 27-15,-3 0 2 0,3 3 1 0,0-3 0 16,-3 1-30-16,3 1 0 0,0-1 0 0,0 1 0 16,0-1 8-16,0 1-8 0,-3-1 0 0,3 1 9 15,-3 1-9-15,0 3 10 0,3-4-10 0,-3 1 10 16,0-3-10-16,3 1 0 0,0-7 0 0,-3 4 0 16,0-6 0-16,3 0 0 0,-3 1 0 0,0-6 0 15,3 0-10-15,-3 0-4 0,3-3-1 0,-3 0 0 16,3-2-167-16,3-3-34 0,0 0-6 0</inkml:trace>
  <inkml:trace contextRef="#ctx0" brushRef="#br0" timeOffset="34547.858">15067 6753 1545 0,'-12'-19'32'0,"6"16"8"15,3-2-32-15,-3 2-8 0,3-2 0 0,-3 3 0 0,6 2 90 16,-6 0 16-16,0 0 3 0,0 0 1 16,0 2-24-16,4 3-5 0,-4 1-1 0,0 2 0 15,0 0-55-15,0 2-11 0,0 3-2 0,0 3-1 16,0 3-11-16,0-1 0 0,3 4 0 0,-3 1 0 16,3-1 0-16,-3 1 0 0,3 1 0 0,3 0 0 15,0 0 0-15,0-3 0 0,0 3 0 0,3 0 0 0,0-3 27 0,3-3 3 16,0 1 1-16,3-1 0 15,0-4-50-15,0-1-9 0,3-3-3 0,2-2 0 0,-2-2 31 0,3-4 0 0,3 1 0 16,0-6 0-16,0 1 20 0,3-4 9 0,-3-2 3 16,2-2 0-16,-2-1 7 15,0-2 1-15,0-3 1 0,0 0 0 0,-3-2 7 0,-3 2 0 0,3-5 1 16,-4 2 0-16,-2 1 0 0,0-1 0 0,-3 1 0 0,0-4 0 16,-6 4-5-16,0-3-2 0,0 0 0 0,-6-3 0 15,0 3-22-15,0-1-4 0,-3 1 0 16,0 0-1-16,-2 0-6 0,-4 2-1 0,3 1 0 0,-6-1 0 15,0 6 10-15,-3 0 2 0,0 0 0 0,-5 5 0 16,2 2-68 0,0 4-12-16,0 2-4 0,-3 2 0 15,1 4-64-15,-1 2-14 0,-3 0-2 0</inkml:trace>
  <inkml:trace contextRef="#ctx0" brushRef="#br0" timeOffset="35109.824">13320 6710 1751 0,'-15'-13'36'0,"9"10"9"0,3 1-36 0,-3-1-9 0,0 0 0 15,0 1 0-15,0-1 99 0,-3 3 17 0,3 0 4 0,0 0 1 16,-3 5-40-16,3-2-8 0,0 5-1 0,-2 0-1 15,2 5-41-15,0 0-8 0,-3 3-2 0,3 3 0 16,0-1-20-16,0 4 0 0,0-1 0 0,0 0 0 16,6-3 0-16,0 4-8 0,0-7 8 0,3 4 0 15,3-1 0-15,3 4-8 16,0-4 8-16,0 1 0 0,3-3 0 0,-1 2 0 0,4-5 0 0,0 1-8 16,0-4 8-16,0-2 0 0,0-3 0 0,3 1-8 15,-3-4 8-15,0-4 0 0,2-1 0 0,1-2 8 16,0-3-8-16,-3-3 11 0,3 1-11 0,0-4 12 15,-3 1 41-15,-1 0 9 0,1 0 2 0,-3-3 0 16,-3 3-20-16,0-3-3 0,-3 2-1 0,-3-1 0 16,0-1-12-16,0 0-4 0,-6-3 0 0,0 1 0 15,0-3 32-15,-3-1 7 0,-3-1 1 0,0-1 0 16,-3 3-52-16,0-3-12 0,1 0 0 0,-4 3 0 16,-3 2 0-16,3 3 0 0,-3 3 0 0,0 3 0 15,-3 2-48-15,3 0-13 0,-2 2-3 0,-4 4 0 16,-3 2 13-16,-3 0 3 0,1 2 0 0</inkml:trace>
  <inkml:trace contextRef="#ctx0" brushRef="#br0" timeOffset="35676.845">11489 6657 1751 0,'-3'-5'74'15,"0"0"-59"1,0-1 3-16,0 4 1 0,0-1 0 0,-3 1 0 16,0 2 71-16,0 0 14 0,-3 2 4 0,1 3 0 15,-1 1-71-15,0-1-13 0,3 6-4 0,-3-1 0 0,0 3 36 16,3 6 6-16,0-1 2 0,0 4 0 0,0-4-52 0,3 3-12 0,0 1 0 0,0-4 0 31,3 1-21-31,0-1-7 0,3 1-2 0,0-4 0 16,0-1-3-16,3-1-1 0,0 3 0 0,3-3 0 0,0-2 58 0,3 2 11 0,0-3 2 0,0 1 1 15,2-3-27-15,1-3-11 16,3 1 8-16,0-1-8 0,0-5 17 16,3 0-1-16,-3 0-1 0,-1-5 0 0,4 2-7 0,-3-5 0 15,-3 0-8-15,3 0 12 0,-3-3 33 0,-3-2 7 16,3 3 0-16,-4-4 1 0,-2-1-6 0,-3 1-2 0,0-2 0 0,-3 1 0 16,0-4 0-16,0 1 0 0,-3-4 0 0,-3-1 0 15,0 1-19-15,0-4-4 0,-3-1-1 0,0 4 0 16,-3-1-10-16,1 3-3 0,-1 0 0 0,-3-1 0 15,-3 4-8-15,0 2 0 0,0 3 0 0,-6 2 0 32,0 3-40-32,-2 0-1 0,-1 3 0 0,-3 2 0 0,0 3-121 15,0 3-24-15,-2 2-5 0</inkml:trace>
  <inkml:trace contextRef="#ctx0" brushRef="#br0" timeOffset="36269.26">9718 6694 1824 0,'0'-10'38'0,"0"-1"8"0,0 1-37 0,3-1-9 0,-3 3 0 0,0 0 0 16,0 0 94-16,0 3 17 0,-3 0 3 0,3 5 1 15,0 0-34-15,0 0-6 0,0 0-2 0,-6 5 0 16,3 0-33-16,-3 6-6 0,3 2-2 0,-3 0 0 16,3 6-32-16,-3 2 0 0,3 3 0 0,0 2 0 15,3-2 0-15,0 3 0 0,0-4 0 0,0 1-9 16,3-3-2-16,3 0 0 0,0-2 0 0,0 0 0 16,3-1-8-16,0-2-1 0,0-3-1 0,3 0 0 15,3-2 12-15,0 0 9 0,0-4-12 0,5-1 12 16,-2-1 0-16,3-2 0 0,3-3 0 0,0 0 0 15,0-3 0-15,-1 0 14 0,1-2-1 0,0-3 0 16,-3 0 11-16,0-2 1 0,-4 2 1 0,-2-3 0 16,0 1 19-16,-3-1 4 0,-3 0 1 0,0 1 0 15,-3-3 6-15,-3 2 2 0,0-2 0 0,-3 0 0 16,0-1-10-16,-3 1-1 0,-3-3-1 0,0 0 0 0,-3 3-23 16,-3 0-5-16,0-3-1 0,-3 3 0 15,-2 0-17-15,-1 2 8 0,-6 0-8 0,0 3 0 16,0 3-13-16,-3 5-10 0,1 0-1 0,-1 5-1 15,0 1-16-15,3 4-3 0,-2 4-1 0,2 1 0 16,-3 7-169-16,3 1-34 0,0 1-6 0</inkml:trace>
  <inkml:trace contextRef="#ctx0" brushRef="#br0" timeOffset="36839.589">9876 8166 1824 0,'-12'-6'38'0,"3"1"8"15,-3 2-37-15,3 1-9 0,0-1 0 0,0 0 0 16,0 3 104-16,-3 0 18 0,4 0 4 0,-1 3 1 16,0 0-50-16,0 2-9 0,0 0-3 0,0 3 0 15,0 3-24-15,0 2-5 0,3 0 0 0,0 3-1 16,0 3-24-16,0 2-11 0,0 3 10 0,3 2-10 0,0-2 0 15,6 0 0-15,-3 0 0 0,3-1 0 16,0-4 0-16,0 2-8 0,3-2 8 0,3-4 0 16,0 1-9-16,0-5 9 0,3-1 0 0,3-2-9 0,0 0 0 15,5-5 0-15,-2 0 0 0,6-1 0 0,-3-2 9 0,3-2-10 16,3-1 10-16,-1 0-10 0,-2-5 10 0,0 0 0 16,3-2 0-16,-6-1 0 0,-1-2 15 0,-2 0 1 0,-3-3 1 15,0 0 0-15,-3-2 10 0,-3-1 1 0,0-2 1 16,0 0 0-16,-6-3 28 0,3 0 6 0,-3 0 1 0,-3 0 0 15,0 3-52-15,-3 0-12 0,-3 3 0 16,0-1 0-16,-3 1 27 0,0-1 2 0,-3 3 1 16,-3 0 0-16,-3 6-22 0,-3-1-8 0,1 3 0 15,-7 3 9 1,0 2-30-16,0 1-7 0,0 4 0 0,-2 1-1 0,2 2-31 0,0 3-7 16,3 3-1-16,-2 2 0 0,2 0-150 0,3 3-30 0</inkml:trace>
  <inkml:trace contextRef="#ctx0" brushRef="#br0" timeOffset="37361.455">11418 8353 1820 0,'-6'-8'38'0,"6"8"8"0,-6-5-37 16,3-3-9-16,0 3 0 0,-3-3 0 0,0 3 54 0,0-3 9 16,0 5 1-16,0-2 1 0,-3 2 35 0,3 1 8 0,0-1 0 0,-3 3 1 15,3 0-34-15,-3 3-7 0,1-1-2 0,2 1 0 16,-3-1-39-16,0 4-8 0,3-1-2 0,-3 3 0 15,0 5 38-15,3-2 7 0,0 2 2 0,-3 3 0 16,3 2-52-16,0 1-12 0,0 0 0 16,3 2 0-16,0-3 0 0,3 3 0 0,3-2 0 0,0-1 0 15,0 1-48-15,3-1-13 16,3 1-3-16,0-3 0 0,0 0 52 0,6 0 12 0,-3-6 0 0,3 3 0 16,2-5-24-16,1 0-1 15,3-5-1-15,0 0 0 0,3-3-10 0,0-6-1 16,-1 4-1-16,4-6 0 0,0 0 38 0,-3-3 0 0,0 3 0 0,-1-2 0 15,1-4 44-15,-3 4 16 0,0-1 3 0,-3-2 1 16,-3 0-52-16,-3 0-12 0,2-3 0 0,-5 2 0 16,-3-1 54-16,-3-4 8 0,3 3 2 0,-6 0 0 15,3-2-52-15,-6-1-12 0,0 1 0 0,-3-1 0 16,0 1 0-16,-3 2 0 0,-2 0 0 0,-1 0 0 16,0 5 0-16,-6 1 0 0,0 2 0 0,-3 0 0 15,-3 5 0-15,4 6 0 0,-7 0 0 0,3 2 0 16,0 6-48-16,-3 2-13 0,3 3-3 0</inkml:trace>
  <inkml:trace contextRef="#ctx0" brushRef="#br0" timeOffset="38218.989">13320 9698 1956 0,'-15'5'40'0,"0"0"11"0,-3 0-41 0,3-2-10 0,3 2 0 0,-3 3 0 15,-2-2 78-15,2 2 14 0,-3-3 2 0,0 3 1 16,0 2-42-16,0-2-8 0,3 3-1 0,-2-1-1 16,-1 6-19-16,0 0-4 0,3 3-1 0,0-1 0 15,3 6-19-15,0 3 0 0,3-1 0 0,0 3 0 16,3-2 0-16,3-1 0 0,0 1 0 0,0-1 0 15,3-5 0-15,3 0 0 0,0 0 0 0,3-2 0 16,3-3 0-16,3 0 0 0,3-3 0 0,0 0 0 16,6-2-16-16,0-3-8 0,2-3 0 0,1 0-1 15,3-5 25-15,0 0-10 0,3 0 10 0,-4-2 0 16,1-4 0-16,-3-2 0 0,0-2 8 0,-3-1-8 16,0-2 24-16,-1 0-2 0,-2 0 0 0,0-3 0 15,-3 2 34-15,-3-1 6 0,0-1 2 0,-3 2 0 16,-6-4-52-16,0-1-12 0,-3-2 0 0,0 0 0 15,-6-3 54-15,0 0 8 0,-3 1 2 0,0-1 0 16,-3 3-52-16,0 2-12 0,-3 1 0 0,-3 4 0 0,3 1 26 0,-2 3 2 16,-4-1 1-16,0 6 0 15,0-3-21-15,-6 2-8 0,3 4 0 0,-2-1 0 16,-1 3-19-16,3 0-9 0,-3 5-3 0,3 1 0 16,4 2-26-16,-1 0-6 0,3 2-1 0,3 3 0 15,0 1-204-15,0 4-42 0</inkml:trace>
  <inkml:trace contextRef="#ctx0" brushRef="#br0" timeOffset="38760.728">14689 9748 1580 0,'-3'-5'67'16,"3"5"-54"-1,-3-3 91-15,3 3 19 0,-3-3 3 0,3 3 1 16,-6-2-50-16,0-1-9 0,-3 3-3 0,3 0 0 15,0 3-1-15,0-1 0 0,-3 4 0 0,3-1 0 0,-2 0 0 0,-1 3 0 16,3 3 0-16,-3-1 0 0,3 3-51 16,-3 1-13-16,3 2 0 0,0-1 0 15,0 4 0-15,3 0 0 0,0 2 0 0,0 0 0 0,3-3 0 16,0 4 0-16,6-1 0 0,-3-3 0 16,3 1 0-16,3-3 0 0,0-3 0 0,0 0 0 15,6-2-48-15,0-1-13 0,-1-2-3 0,7-3 0 0,0 1 52 16,0-6 12-16,3 2 0 0,0-4 0 0,-1 2 12 0,1-6 4 0,0 1 2 0,0 0 0 15,-3-3 22-15,-1-3 5 0,-2 1 1 0,-3 2 0 16,0-5-37-16,-3 2-9 0,-3-2 0 0,0-3 0 16,-3 0 53-16,0-2 9 0,-3-1 2 0,0 0 0 15,-3 1 0-15,-3-1 0 0,0-2 0 0,-3 3 0 16,-3 2-64-16,0 0 0 0,0 0 0 0,-3 3-13 16,-3 0 13-16,-3-1 12 0,1 4-3 0,-4-1 0 15,-3 3-9-15,0 3 0 0,0 2 0 0,-3 1 0 16,1 2-52-16,-4 5-10 0,3 0-2 0,-3 3 0 15,1 0-51-15,2 5-10 0,0 1-3 0</inkml:trace>
  <inkml:trace contextRef="#ctx0" brushRef="#br0" timeOffset="39376.871">13028 11415 1824 0,'-9'-3'38'0,"0"-2"8"0,3 2-37 0,-3 3-9 0,3-2 0 0,0-1 0 16,-3 3 53-16,4 3 9 0,-1-1 2 0,-3 1 0 15,3 0 3-15,0 2 1 0,-3 3 0 0,3 2 0 16,0 1-22-16,0 2-4 0,0 0-1 0,0 6 0 15,0 2-23-15,3 0-5 0,0 3-1 16,0 3 0-16,3-4-12 0,0 4 0 0,3-3 0 0,0 2 0 16,0-5-10-16,3 3 10 0,0 0-8 0,0-6 8 15,3 1-26-15,3-3 0 0,0 0 0 0,3-3 0 16,2-5-4-16,1 2-1 0,3-4 0 0,3-1 0 16,3-2 17-16,0-3 3 0,-1 0 1 0,1-3 0 15,0-2 10-15,3-3 0 0,-7 0 0 0,4-3-8 16,-6 1 21-16,-3-4 5 0,0-1 1 0,-3 1 0 15,-3-2 34-15,0 3 7 0,-1-3 2 0,-5 0 0 16,0 1 3-16,-3-4 1 0,0 1 0 0,-3-4 0 16,-3 1-2-16,0 0 0 0,0-3 0 0,-3 0 0 15,-3 3-35-15,4 3-7 0,-4-1-2 0,-3 3 0 0,0 0-3 16,0 6-1-16,-6-1 0 0,0 1 0 0,0 2-5 16,-3 2-2-16,-2 1 0 0,2 3 0 0,-3-1-9 15,3 3 0-15,-3 3 0 0,3-1 0 16,1 3-36-16,2 1-7 0,0 2-1 0,0 2 0 15,3 1-118-15,3-1-24 0,3 6-5 0</inkml:trace>
  <inkml:trace contextRef="#ctx0" brushRef="#br0" timeOffset="39991.837">14772 11410 1568 0,'-9'-11'32'0,"9"11"9"0,-6-5-33 16,3-1-8-16,1 1 0 0,2 5 0 15,-3-5 106-15,-3 2 19 0,0-2 4 0,0 2 1 0,0 3-25 0,-3-2-5 0,3 2 0 0,-3 0-1 16,3 0-4-16,-3 2-1 0,0 4 0 0,0-1 0 16,-3 0-75-16,3 3-19 0,0-3 0 0,-3 6 0 15,4 2 17-15,-4 0 0 0,3 3 0 0,0 3 0 16,3 2-27-16,-3 0-6 0,3 6 0 0,3-4-1 15,0 1 17 1,0-3 0-16,3 3 0 0,0-3 0 0,3-2 0 16,3-3 0-16,0 0 0 0,3-3 0 15,0 0-55-15,6-2-7 0,-3-1-2 0,5-2 0 0,1-3 52 0,3-2 12 16,0 0 0-16,3-3 0 0,3 0-22 0,-1-6-2 0,1 1 0 0,-3 0 0 16,0-6 24-16,0 3 0 0,-1-2 0 0,-2-3 0 15,-3-1 20-15,-3 4 1 0,0-4 1 0,0-1 0 16,-6 1 34-16,0-1 6 0,-3-4 2 0,-3 0 0 15,-1 1 0-15,-2-1 0 0,0-2 0 0,-2 3 0 16,-4-1-52-16,0 1-12 0,-3-1 0 0,0 3 0 16,-3 0 28-16,0 3 2 0,-3 0 1 0,-3 0 0 15,-3 2-19-15,1 3-3 0,-4 0-1 0,0 0 0 16,-3 3-37-16,3 0-8 0,-2 2-2 0,2 3 0 16,0-3 30-16,3 3 9 0,-3 0 0 0,6 3 0 15,1-3-210-15,-1 3-35 0</inkml:trace>
  <inkml:trace contextRef="#ctx0" brushRef="#br0" timeOffset="40880.052">19065 8253 2067 0,'-6'0'87'0,"0"0"-70"15,0 3 63-15,0-1 12 0,0-2 2 0,-3 3 1 16,3 2-20-16,0-2-4 0,-3 2-1 0,0 0 0 16,0 3-24-16,0 0-5 0,0 0-1 0,0 0 0 15,-2 3-17-15,2-1-4 0,-3 1-1 0,0 2 0 16,0 3-18-16,0 0 0 0,3 0 8 0,0 2-8 15,0-2-23-15,3 3-8 0,-3-1-1 16,6 3-1-16,0-5 33 0,3 3 0 0,3-1 0 16,0-2 0-16,3 3 8 0,0-1 9 15,3 3 2-15,3-5 0 0,0 3-35 0,3-6-6 0,0 0-2 0,0-2 0 16,-1-1 8-16,1-2 0 0,0-2 1 0,0-1 0 16,3-5 28-16,0 0 6 0,0-3 1 0,0 1 0 15,-4-6-20-15,4 0 0 0,0 0 0 0,-3 0 0 16,0-5 0-16,0 2 0 0,-3 0 0 0,-3 1 0 15,0-3 55-15,0 2 7 0,-7-2 2 0,1 2 0 16,-3-2-52-16,0 0-12 0,-3 2 0 0,1-2 0 16,-4 0 45-16,-3-1 7 0,0 1 0 0,0 0 1 15,-3 2-33-15,-3-2-8 0,3 3 0 0,-6-1-1 16,3 0-11-16,-3 4 0 0,4-4 0 0,-4 3 0 16,3 3 0-16,0-1 0 0,0 4 0 0,0-1 0 0,0 3 0 15,0 0 0-15,1 0 0 0,-1 3 0 16,0-1-49-16,0 4-12 0,0-1-3 0,3 0 0 15,0 3-204-15,6-2-42 0</inkml:trace>
  <inkml:trace contextRef="#ctx0" brushRef="#br0" timeOffset="41420.137">20568 8234 1728 0,'-9'-5'36'0,"0"0"8"15,3-1-35-15,-3 4-9 0,3-3 0 0,0-1 0 16,0 4 101-16,0-1 19 0,0-2 3 0,0 2 1 16,0 3-26-16,-3-3-5 0,1 3-1 0,2 0 0 15,-3 0-30-15,0 3-6 0,-3 0-2 0,3 2 0 16,-3 0-34-16,3 3-8 0,-3 3 0 0,0-1-1 16,0 6-11-16,0 3 0 0,3-1 0 0,-2 3 0 15,2 1 0-15,3-1 0 0,-3 0 0 0,6 0 0 0,0 0 0 16,3-5 0-16,3 0 0 0,0 0 0 15,3 0 0-15,3-3 0 0,0-2 0 0,2-1 0 16,4 1 0-16,0-3 0 0,6-3 0 0,-3 0 0 16,0 1-22-16,3-4-6 0,-1-2-2 0,4 0 0 0,-3 0 30 15,0-2 0-15,0-4 0 0,0 1 0 0,-1-3 18 0,1 0 10 0,-3-2 1 16,3 2 1-16,-3-3-30 0,0 0 0 0,-3 1 0 0,-1-1 0 16,-2-2 0-16,-3-3 0 0,0 0 0 0,-3-2 0 15,-3-1 57-15,0-2 6 0,-3 0 1 0,-3 0 0 16,0 0-52-16,-6 2-12 0,0-2 0 0,0 2 0 15,-5 3 0-15,2 1 0 0,-6 4 0 0,0-2 0 16,3 5 0-16,-3-3 0 0,0 3 0 16,0 0 0-16,-2 0-24 0,-1 1-8 15,-3 1-2-15</inkml:trace>
  <inkml:trace contextRef="#ctx0" brushRef="#br0" timeOffset="42051.413">20660 6861 1720 0,'-12'3'36'0,"12"-3"8"0,-6 2-35 0,6-2-9 0,0 0 0 0,-6 3 0 15,6-3 75-15,-6 3 13 0,3-1 2 0,-3 1 1 16,3 2 9-16,-3-2 3 0,3 2 0 0,0 0 0 16,-2 1-63-16,2-4-12 0,0 4-2 0,-3 2-1 15,3-3-25-15,0 0 0 0,0 3 0 0,3 0 0 16,-3 0 0-16,3 3 0 0,0-3 0 0,0 5 0 16,0-3 0-16,3 4 0 0,0-1 0 0,0 3 0 15,3-3 0-15,-3 3 0 0,3-3 0 0,2 0 0 16,-2-2 0-16,3 2 0 0,3-5 0 0,0 3 0 15,0-3 0-15,3-3 0 0,0 0 0 0,3-2 0 16,0-3 0-16,-1-3 0 0,1 0 0 0,0-2 0 16,3-3 0-16,-3 0 0 0,3-2 0 0,-3 2 0 15,-1-3 47-15,-2-2 4 0,0 0 1 0,-3 2 0 16,0-2-4-16,-3 2 0 0,0-2 0 0,-3 3 0 16,-3-4 1-16,0 4 0 0,0-4 0 0,-6 1 0 15,0 0-15-15,0 0-3 0,-3 0-1 0,-3-1 0 0,-3 1-14 16,0 0-2-16,-3 0-1 0,-3-1 0 0,0 6-13 15,-2-2 0-15,-4 2 0 0,0 3 0 16,0-1 0-16,0 4 0 0,-2-1 0 0,-1 3 0 16,3 0-48-16,0 3-13 0,3 2-3 0,-2 3 0 15,-1 0-51-15,3 0-10 0,-3 2-3 0</inkml:trace>
  <inkml:trace contextRef="#ctx0" brushRef="#br0" timeOffset="42666.311">19139 6753 1337 0,'0'0'56'16,"0"0"-44"-16,0 0-12 0,0 0 0 0,-9 0 0 0,3 0 0 15,-3 0 53 1,3 2 9-16,-3-2 2 0,0 0 0 15,0 3 48-15,-2-3 11 0,2 3 1 0,0-3 1 0,-3 2-46 0,3 3-10 0,0-2-1 16,0 2-1 0,0 1-3-16,0 2 0 0,0 0 0 0,0 0 0 15,-3 2-51-15,0 3-13 0,4 1 0 0,-4-1 0 0,0 0 34 16,3 3 4-16,-3 0 1 0,0 0 0 16,6 0-63-16,-3 2-12 0,3-2-2 0,3 2-1 0,0 1 39 0,0-1 0 15,3 1 0-15,3 2 0 0,0-5 0 0,3 0 0 0,0 0 0 16,3-3 0-16,3-2 12 0,0-1 11 0,0-5 1 0,3 1 1 15,-3-1-15-15,2-5-10 0,1 0 12 0,3-3-12 32,0-2-18-32,0 0-10 0,0-6-3 0,3 1 0 0,-1-4 76 0,1 1 15 15,0-3 4-15,0 0 0 0,-6 1-52 0,3-1-12 0,-6 0 0 0,-1 0 0 16,-2 0 45-16,0 3 7 0,-6-3 0 0,0 3 1 16,-3-3-33-16,0 0-8 0,-6 0 0 0,0 0-1 15,-3-2 42-15,-2 2 9 0,-1-3 2 0,-6 3 0 16,3 1-64-16,-3-1-15 0,-3 2-1 0,0-1-1 15,3 4 17-15,1 0 0 0,-1 3 0 0,0 3 0 16,0 3-36-16,0-1-3 0,3 0-1 0,0 6 0 16,1 0-89-16,2 2-19 15,-3 0-3-15</inkml:trace>
  <inkml:trace contextRef="#ctx0" brushRef="#br0" timeOffset="43353.884">22360 6689 1824 0,'-12'-8'38'0,"12"8"8"16,-6-3-37-16,6 3-9 0,0 0 0 0,-6 0 0 15,0 0 104-15,0 3 20 0,0-3 3 0,0 5 1 0,-3-2-67 16,3 2-13-16,0 3-2 0,-3 0-1 15,0 3-15-15,0-1-3 0,4 4-1 0,-4 2 0 16,0-3-18-16,3 5-8 0,0 1 0 0,0-3 8 16,0 2-8-16,6 1 0 0,-3-1 0 0,3 1 0 15,3-3 0-15,0 0 0 0,3-3-12 0,0 3 12 16,0-3-32-16,6-3 0 0,-1 1 1 0,1 0 0 0,3-3 7 16,3-1 2-16,0-1 0 0,0-1 0 0,3-2 6 0,0-3 0 0,2 0 1 15,-5-3 0-15,3 0 63 0,0-2 13 0,0 0 3 0,-3-3 0 16,-1 0-52-16,1 0-12 0,-3-3 0 0,0 1 0 15,-3-3 54-15,-3 2 8 0,3-2 2 0,-6 0 0 16,0-1 0-16,-3-2 0 0,0-2 0 0,-3-1 0 16,-3 4-52-16,0-7-12 0,0 4 0 15,-3-1 0-15,0 1 54 0,-3-1 8 0,0 1 2 16,-3 2 0-16,0 3-52 0,-3-1-12 0,0 4 0 0,-2 2 0 16,-4 3 0-16,3 2 0 0,-3 3 0 0,-3 5 0 15,0 6-48 1,1 2-13-16,-1 0-3 0</inkml:trace>
  <inkml:trace contextRef="#ctx0" brushRef="#br0" timeOffset="44038.29">22565 9751 1743 0,'-6'0'49'0,"-3"-3"11"0,3 3-48 0,0 0-12 0,-3 0 0 0,3 3 0 15,-2-3 72-15,-1 2 11 0,-3 3 2 0,0 1 1 16,0 2-34-16,0 0-8 0,0 0 0 0,-3 2-1 16,0 3-25-16,3 1-5 0,-3 4-1 0,4 3 0 15,-1 0 2-15,3 1 0 0,-3 1 0 0,6 1 0 16,0 0-14-16,0-3 0 0,3 3 0 0,0-3 0 16,3-2 0-16,3 2 0 0,0-5 0 0,3 2 0 15,0-4-14-15,3-1-6 0,3-3 0 0,0 1-1 16,0-3 5-16,5-3 2 0,1 3 0 0,0-5 0 15,3 2 14-15,0-5 0 0,3 0 12 0,-4-3-12 16,1 1 19-16,0-4-3 0,0-1-1 0,0-4 0 16,0 0 45-16,-4 1 8 0,1-3 3 0,-3-3 0 15,-3 2-11-15,0-1-3 0,0-4 0 0,-6 3 0 0,0-5 6 0,0 0 1 16,-6-3 0-16,0 0 0 0,0 0-52 0,-6 3-12 16,0-3 0-16,-3 3 0 0,-3 3 35 0,0 2 4 0,0 3 1 15,-3-1 0-15,-3 4-28 0,1-1-4 0,-4 3-8 16,-3 0 11-16,3 3 5 0,-3 0 2 0,-2 2 0 15,2 0 0-15,0 3-66 16,0 3-12-16,3-3-4 0,-3 5 0 16,4-5-148-16,-1 6-29 0</inkml:trace>
  <inkml:trace contextRef="#ctx0" brushRef="#br0" timeOffset="44573.876">24125 9788 2066 0,'-12'-3'43'0,"-3"-2"10"0,3-1-42 0,0 4-11 16,0-4 0-16,0 4 0 0,4-1 104 0,-1 0 20 0,0 3 3 0,0-2 1 31,0 2-68-31,0 2-14 0,3-2-2 0,0 3-1 0,0 2-18 0,-3 1-3 0,6-4-1 0,-3 6 0 31,0 0-21-31,0 3 0 0,3 2 0 0,0 0 0 0,0 3 0 0,0 0 0 16,3 5 0-16,0-2 0 0,0 2 0 0,3-3 0 0,0 4 0 15,3-4 0-15,0 1 0 0,0-4 0 0,6-1 0 0,0-1 0 32,0-2-47-32,3-1-13 0,0-2-4 0,2 0 0 0,1-3 52 15,3-2 12-15,-3 0 0 0,3-3 0 0,-3 0 0 0,3-3 0 0,-4-2 0 16,1-1 0-16,0 1 48 0,-3-3 13 0,0 3 3 16,0-6 0-16,-3 1-52 0,0-1-12 0,-3-2 0 15,-1 0 0-15,1-3 54 0,-3-3 8 0,-3 1 2 16,0-1 0-16,0 1-52 0,-6-4-12 0,3 4 0 0,-6-1 0 15,0 4 54-15,0 1 8 0,-2-2 2 0,-4 3 0 16,0 3-52-16,-3 2-12 0,0-3 0 0,0 3 0 16,-3 6 0-16,-3-4 0 0,-2 4 0 0,-1 2 0 15,0 0-48-15,-3 2-13 16,-3-2-3-16,1 6 0 0,-1 1-204 0,-3 1-42 0</inkml:trace>
  <inkml:trace contextRef="#ctx0" brushRef="#br0" timeOffset="45254.779">22506 11404 1922 0,'-3'-5'54'0,"0"0"13"0,0-1-54 0,-3 4-13 0,3-4 0 0,-3 4 0 16,0-1 96-16,0 3 17 0,0 0 3 0,0 0 1 16,0 0-36-16,-3 3-7 0,3-1-2 0,-3 1 0 15,0 0-32-15,0 2-6 0,0-2-2 0,0 2 0 16,1 0-32-16,2 3 0 0,-3-3 0 0,3 6 0 15,-3 0 0-15,3 2 0 0,0 0 0 0,3 3 0 16,0 3 0-16,0-1 0 0,3 3 0 0,3 0 0 16,3 1 0-16,0-4 0 0,0 1 0 0,6-1 0 15,0-2 0-15,2-3 0 0,1 0 0 0,3 1 0 16,3-6-16-16,0 0-11 0,0-1-1 0,3-1-1 16,-1-4 17-16,-2 1 12 0,0-3-13 0,3-3 5 15,0 1 8-15,-4-1 0 0,1-2 0 0,-3 0 8 0,3-3 20 16,-3 0 4-16,0 0 0 0,-3-3 1 0,-3-2 6 0,-1 0 1 0,-2-1 0 15,-3-1 0-15,0-1-13 0,-3-3-3 0,-3 1 0 0,0-1 0 16,-3 1 25-16,-3-1 5 0,0 1 1 16,-3 2 0-16,-2 0-37 0,-1 3-7 15,-3 2-2-15,0 0 0 0,-3 1-9 0,0 2 0 0,0 3 0 0,0-1 0 16,1 1 20-16,-4 5 1 0,0-3 1 0,0 3 0 16,0 3-22-16,-3-3-13 0,4 5 1 0,-1-2 1 15,-3 2-79-15,6 1-16 0,0-1-3 0,0 3-1 16,6 0-108-16,-2 0-22 0</inkml:trace>
  <inkml:trace contextRef="#ctx0" brushRef="#br0" timeOffset="45916.209">24300 11402 1094 0,'0'0'46'0,"0"0"-37"16,0 0 133-16,0 0 26 0,0 0 6 0,0 0 1 16,-3-6-24-16,1 1-5 0,-4 2-1 0,3 1 0 15,-3-1-65-15,3 0-12 0,-3 1-4 0,-3 2 0 16,3 0 0-16,0 0 0 0,-3 0 0 0,0 0 0 15,0 0-51-15,0 0-13 0,-3 2 0 0,3 1 0 16,-3 0 54-16,1-1 8 0,-1 1 2 0,-3 2 0 16,6 1-52-16,-3-1-12 15,3 3 0-15,0 0 0 0,0 2 0 0,3 1 0 0,-3 2 0 0,3 0 0 16,3 3 0-16,0 0 0 0,0 5 0 0,3-2 0 16,3-1-48-16,0 4-13 0,0-4-3 15,3 1 0-15,3-4 52 0,0-1 12 0,0-1 0 0,3-3 0 16,0 1-54-16,3-3-8 0,3 3-2 0,-4-6 0 15,7-2 52-15,-3 2 12 0,0-5 0 0,3 2 0 16,0-2 0-16,-1-2 0 0,4-1 0 0,0-2 0 16,0 0 0-16,-3-3 0 0,3 2 12 0,-4-4-12 15,-2-1 30-15,0 1-1 0,-3-1 0 0,0-2 0 16,-3 0 17-16,0-3 3 0,-3 2 1 0,-3-1 0 16,0-4-6-16,-3 3 0 0,-3-2-1 0,0-1 0 15,-3 3 2-15,0 0 1 0,-3-2 0 0,-3 2 0 16,-6 3-22-16,0 2-4 0,0 1 0 0,-6-1-1 15,0 3-11-15,-5 0-8 0,-1 3 12 0,-3 2-12 0,3 1 0 0,-3 2 0 0,1 2-10 0,-4 1 10 32,0 0-110-32,0 2-14 0,1 0-4 0</inkml:trace>
  <inkml:trace contextRef="#ctx0" brushRef="#br1" timeOffset="85692.425">9462 9407 1000 0,'0'0'28'0,"-6"0"7"0,0 0-35 0,0 0 0 0,3 0 0 15,-3 2 0-15,6-2 74 16,-6 3 8-16,0-3 2 0,0 2 0 0,6-2-16 0,-6 6-4 15,3-1 0-15,3-5 0 0,-2 3-51 0,2-3-13 0,-3 5 0 0,3-5 0 16,0 8 54-16,0-8 8 0,3 5 2 0,-1 1 0 16,1-4-52-16,3 1-12 0,0-1 0 0,0 1 0 15,3 0 23-15,3-3 1 0,-3 0 1 0,6 0 0 16,0-3 0-16,3 3 0 0,0 0 0 0,-1-3 0 16,7 1-9-16,-3-1-1 0,3 1-1 0,0-4 0 15,0 4-14-15,2-4 0 0,-2 1 0 0,6 0 0 16,-3-1 0-16,5 1 0 0,1 0 0 0,0 2 0 15,3-2 28-15,-4 2 2 16,4-2 1-16,-3 2 0 0,0-2-22 0,-4 2-9 0,-2-5 8 16,3 6-8-16,0-4 13 0,-4 4-2 0,4-1-1 0,0 1 0 15,-3 2-10-15,3-3 10 0,-4 3-10 0,4 0 10 16,-3-3-10-16,-3 3 0 0,2 0 0 0,-2 0 8 16,-3-2-8-16,0 2 0 0,0-3 0 0,0 3 8 15,-1 0-8-15,4-3 0 0,-3 3 0 0,3-2 0 16,3 2 0-16,0 0 0 0,-1 0 0 0,1 0 8 15,0 0-8-15,3 0 12 0,-4 0-12 0,1 2 12 16,0-2-3-16,0 0 0 0,-3 0 0 0,2 0 0 16,1 0-1-16,0 0-8 0,3 0 12 0,3-2-4 0,-4 2-8 0,1 0 10 15,3 0-10-15,0 0 10 0,-4 0-10 16,-2 0 0-16,0 0 9 0,3-3-9 0,-7 0 12 0,4 3-3 0,0-2 0 16,3-1 0-1,-3 0 10-15,-1 3 1 0,1-2 1 0,0-1 0 0,0 3-8 0,-3-3-1 0,-1 3-1 16,1 0 0-1,-3 0-3-15,-3-2-8 0,-3 2 12 0,0 0-4 16,-6 0 4-16,2 0 0 0,-5 0 0 0,0 0 0 16,0 0 11-16,-3 0 2 0,-3 0 1 0,0 0 0 0,0 0-5 0,0 0-1 0,0 0 0 0,0 0 0 15,0 0-10 1,0 0-2-16,0 0-8 0,0 0 12 0,0 0-12 0,3 8 8 0,-3-8-8 0,0 5 0 16,0 0 8-16,0-5-8 0,-3 8 0 0,0 0 9 15,3-2-9-15,-3-1 0 0,3 3 9 0,-3-3-9 16,0 3 0-16,3-3 9 0,0 1-9 0,-3 2 0 15,3-1 9-15,0 1-9 0,-3 0 0 0,6 3 9 16,-3-3-9-16,0 0 0 0,0 2 0 0,0-2 0 16,0 3 0-16,0-3 0 0,0 2 0 0,3 1 0 15,-3-3 0-15,0 3 0 0,3-1 0 0,-3-2 0 16,0 3 0-16,3-1 0 0,-3 1 0 0,3-3 0 16,0 2 0-16,-3-2 0 0,3 0 0 0,-3 0 0 15,3 0 0-15,-3-3 0 0,3 3 8 0,0 0-8 16,-3-2 0-16,3 1 0 0,-3 1 9 0,3 0-9 15,-3-2 0-15,3 2 9 0,-3 0-9 0,3-3 0 16,-3 3 12-16,0-3-4 0,0 3 0 0,0 0-8 16,0-3 16-16,0 3-4 0,0 0-1 0,0 0 0 15,0-3 1-15,-3 3 0 0,3 0 0 0,0-3 0 16,-3 3-2-16,3 0 0 0,0 0 0 0,-3 0 0 16,3 3-10-16,0-1 8 0,0-2-8 0,0 3 8 15,3 0-8-15,-3 2 0 0,0-3 0 0,0 1 8 0,3 2-8 0,-3-2 0 16,0 2 0-16,3 0 0 0,-3 0 8 0,0 1-8 15,3-1 8-15,-3-3-8 0,0 4 8 16,0-1-8-16,0 0 8 0,3 0-8 0,-3 1 8 0,0-1-8 0,3 0 8 0,-3 0-8 16,0 3 9-16,3-3-9 0,-3 1 10 15,3 2-10-15,-3-3 12 0,0 5-3 0,0-2-1 0,3 0 0 16,-3 5-8-16,0-2 12 0,3-1-12 0,-3 3 12 16,0 1-12-16,3-4 12 0,-3 3-12 0,0 0 12 15,3-2-4-15,-3-1 0 0,0-2 0 0,0 0 0 16,3 3-8-16,-3-6 10 0,0 3-10 0,3-3 10 15,-3 0-10-15,0 3 0 0,-3-3 0 0,3 1 0 16,0 2 0-16,0 2 0 0,0-2 8 0,0 5-8 16,3-5 0-16,-3 5 0 0,0-2 0 0,0 2 8 15,0-3-8-15,0 1 0 0,0-1 0 0,0 1 0 16,0-3 0-16,0 0 0 0,0 0 8 0,0-1-8 16,0 1 0-16,0 0 0 0,0-3 0 0,0 3 0 15,-3-3 0-15,3 1 0 0,0-1 8 0,0 0-8 16,0 0 0-16,0 3 0 0,0-2 0 0,0 1 0 15,0-1 0-15,0 2 0 0,0-1 0 0,0 1 0 16,0 3 0-16,0-3 0 0,0-3 0 0,0 3 0 16,0 0 0-16,0-3 8 0,3 3-8 0,-3-3 0 15,0 0 0-15,3-2 0 0,-3 2 0 0,0-2 0 16,3-1 0-16,-3-2 0 0,0 3 8 0,3-3-8 0,-3 0 0 0,0 2 0 0,3-2 0 16,-3 0 0-16,0 0 0 0,3 0 0 0,-3 0 0 0,0 0 0 15,0 0 0-15,0 0 0 0,0 0 8 0,0 0-8 31,0-1 0-31,0 1 0 0,0 0 0 0,0 0 0 16,0 3 0-16,0-3 0 0,-3 2 0 0,3-2 0 16,0 3 0-16,0 0 0 0,0-1 0 0,0 1 0 0,0-1 0 0,3 1 0 15,-3-1 0-15,0 1 0 0,3 0 0 0,-3-1 0 16,0-2 0-16,0 3 0 0,3-1 0 0,-3 1 0 0,3-1 0 0,-3 1 0 16,0-3 0-16,0 3 0 0,3-4 0 0,-3 1 0 15,0 0 0-15,0 0 0 0,0 0 0 0,0 3 0 16,0-3 0-16,0 0 0 0,0 0 0 0,0 0 0 15,-3 0 0-15,3-1 0 0,0-1 0 0,-3 2 0 16,0 0 0-16,3 0 0 0,-3-3 0 0,0 3 0 16,3 0 0-16,0-3 0 0,-3 3 0 0,3-3 0 15,0 1 0-15,-3 1 0 0,3-1 0 0,-3-1 0 16,3-5 0-16,0 8 0 0,0-3 0 0,0 1 0 16,0-6 0-16,-3 5 0 0,3 0 0 0,-3 0 0 15,3-5 0-15,0 6 0 0,0-6 0 0,-3 5 0 16,3-5 0-16,-3 5 0 0,3-5 0 0,0 0 0 15,-3 6 0-15,3-6 0 0,-6 5 8 0,3-2-8 16,3-3 0-16,-3 5 0 0,-3-2 0 0,6-3 0 16,-3 5 0-16,-3-3 8 0,0 4-8 0,3-4 0 15,3-2 0-15,-6 6 0 0,0-4 0 0,0 4 0 16,0-4 0-16,0 1 0 0,1-3 8 0,-4 3-8 16,3-1 0-16,0 1 0 0,-3-1 0 0,3 1 0 15,-3-3 0-15,0 3 0 0,-3-1 0 0,3 1 0 16,0-3 0-16,0 3 0 0,-3-1 0 0,0 1 0 0,4 0 0 15,-4-1 0-15,0-2 8 0,0 3-8 0,0 0 0 16,-3-1 0-16,3-2 0 0,-3 3 0 0,3 0 0 0,0-3 0 16,0 2 0-16,1-2 0 0,-1 3 0 0,0-3 0 0,3 0 0 0,-3 2 0 15,0 1 0-15,3-3 0 0,0 3 0 0,-3-1 0 16,3-2 0-16,0 3 0 0,-2-3 0 0,2 3 0 16,0-1 0-16,-3-2 0 0,3 3 0 0,-6 0 0 15,3-1 0-15,0-2 0 0,0 3 0 0,0 0 0 16,-3-1 0-16,1 1 0 0,2-3 0 15,-6 3 0-15,3-1 0 0,0 1 0 16,3-3 0-16,-3 2 0 0,0 1 0 0,0-3 0 16,1 0 0-16,-1 3 0 0,3-3-12 0,-3 2-8 0,3-2-2 0,0 0 0 15,0 0 22-15,0 0 0 0,0 0 0 0,0 0 0 16,4 0 0-16,-4 0 0 0,0 0 0 0,3 0 0 16,-3 0 0-16,-3 0 0 0,3 0 0 0,-3 0 0 15,3 0 12-15,-3 0 6 0,1-2 2 0,-1 2 0 16,0 0-20-16,-3-3 0 0,3 3 0 0,-3 0 0 15,3-3 0-15,-3 3 0 0,4-2 0 0,-4 2 0 16,3 0-10-16,-3-3-9 0,3 3-1 0,0-2-1 16,0-1 21-16,0 0 0 0,1 3 0 0,2-2 0 15,-3-1 12-15,0 3 8 0,3 0 0 0,-3-3 1 0,3 3-33 16,-3 0-8-16,0 0 0 0,-2 0-1 16,2 0 21-16,-3 3 0 0,3-3 0 0,-3 0 0 15,3 0 0-15,-3 0 0 0,-3 0 0 0,4 0 0 16,2 0 0-16,-3 0 0 0,3 0 0 0,-3 0 0 15,3 0 0-15,0 0 0 0,0 0 0 0,4 0 0 16,-1 0 14-16,0 0 7 0,0-3 2 0,3 3 0 16,-3 0-37-16,0 0-7 0,3 0-2 0,0 0 0 0,-3 0 23 15,0 0 0-15,1 0 0 0,-1 0 0 16,0 3 0-16,3-3 0 0,-3 0 0 0,0 0 0 0,0 3 0 0,3-3 0 16,-3 0 0-16,3 0 0 0,-3 2 0 0,3-2 0 0,1 0 0 0,-4 3 0 15,0-3 0-15,0 0 0 0,3 3 0 16,-3-3 0-16,0 2 0 0,0-2 0 0,3 0 0 15,-3 0 0-15,0 3 12 0,1-3 6 0,-1 0 2 16,3 2 0-16,-3-2-32 0,3 3-7 16,0-3-1-16,-3 3 0 0,3-3 20 0,0 2 0 0,0-2 0 0,0 3 0 15,0-3 0-15,3 0 0 0,-3 3 0 0,1-3 0 16,-1 2 0-16,3-2 0 0,-3 0 0 0,3 3 0 16,0-3 0-16,-3 0 0 0,3 3 0 0,0-3 0 15,6 0 0-15,-6 0 0 0,6 0 0 0,-6 2 0 16,0-2 0-16,-3 0 0 0,3 3 0 0,0-3 0 15,0 0 0-15,0 3 0 0,0-3 0 0,0 2 0 16,1-2 0-16,-4 0 0 0,3 0 0 0,0 0 0 16,-3 3 0-16,3-3 0 0,0 3 0 0,0-1 0 15,-3-2-55-15,0 0-7 0,3 3-2 0,-6-3 0 16,3 2-157-16,-3-2-32 0</inkml:trace>
  <inkml:trace contextRef="#ctx0" brushRef="#br1" timeOffset="89899.673">18832 9557 1337 0,'-14'3'62'16,"8"0"-62"-16,6-3 0 0,0 0 0 0,0 0 0 15,0 0 58-15,0 0 5 0,0 0 1 0,0 0 0 16,0 0-52-16,0 0-12 0,0 0 0 0,0 0 0 16,0 0 0-16,0 0 0 0,0 0 0 0,6 2 0 15,2 1 54-15,1-3 8 0,3 3 2 0,0-1 0 16,0-2-52-16,3 3-12 0,3-3 0 0,-3 3 0 16,0-1 54-16,0-2 8 0,2 0 2 0,-2 3 0 15,3-3-52-15,3 0-12 0,0 0 0 0,0 0 0 16,2 0 28-16,4 0 2 0,0 0 1 0,0 0 0 15,3-3 1-15,2 3 1 0,1-2 0 0,-3 2 0 16,3-3-33-16,-1 3 0 0,-2 0 0 0,3-3 0 16,3 3 0-16,-1-2 0 0,4 2-12 0,3-3 3 15,-7 3 9-15,4 0 14 0,-3 0-3 0,2 0-1 16,-2 0-10-16,0 3 0 0,0-3 0 0,-1 2 0 0,1-2 13 16,3 0 7-16,-1 0 2 0,1 0 0 0,-3 3-14 0,0-3-8 15,-4 0 10-15,4 3-10 16,-3-3-16-16,-3 2-8 0,2 1-3 0,4-3 0 0,-3 2 54 0,0-2 10 0,2 0 3 0,1 0 0 31,-3 0-27-31,-4 0-5 0,1-2 0 0,0 4-8 0,-3-2 20 0,0 3-2 16,2-3-1-16,-2 0 0 0,0 3-17 0,3-3 0 0,-4 0-13 0,4 0 5 15,0 2 8-15,-3-2 0 0,3 0 10 0,-4 0-10 16,1 3 8-16,-3-3-8 0,0 0 0 0,-3 3 9 16,2-3-9-16,1 2 0 0,-3-2 9 0,3 0-9 15,0 0 11-15,-3 0-3 0,2 0 0 0,1 0 0 16,-3-2 5-16,0 2 1 0,-3 0 0 0,3-3 0 15,-7 3 0-15,1-3 0 0,0 1 0 0,-3 2 0 16,0-3-2-16,-3 3 0 0,0 0 0 0,0-3 0 16,-3 1-1-16,-3 2-1 0,3 0 0 0,0 0 0 15,-3 0-10-15,-3 0 12 0,3 2-12 0,-3-2 12 16,0 0-12-16,6 3 12 0,-6-3-12 0,2 3 12 16,1-1-12-16,-3-2 8 0,3 6-8 0,0-1 8 15,-3-5-8-15,3 5 0 0,0 1 9 0,0-1-9 16,-3 0 0-16,3 3 9 0,0-3-9 0,-3 3 0 15,0 0 10-15,3 0-10 0,-3 0 8 0,3 3-8 16,-3-1 0-16,0 1 8 0,3-1-8 0,-3 1 0 16,3 0 8-16,-3 2-8 0,0-3 8 0,3 6-8 0,-3-2 10 0,0 4-10 15,3 1 12-15,-3-1-12 0,0 3 12 0,3 0-4 16,-3 1 0-16,0 1-8 0,3-1 11 0,-3 1-11 0,3-1 10 0,-3 1-10 16,3-1 8-16,-3-1-8 0,3 0 0 0,-3 0 9 15,0 0-9-15,0 0 0 0,0-2 0 0,0 2 0 16,0 3 8-16,0-3-8 0,0 3 8 0,0 2-8 15,0-2 11-15,0 0-3 0,0 2-8 0,-3-2 12 16,3-3-3-16,0 1-1 0,-3-1 0 16,3-3 0-16,-3 1-8 0,0-1 0 0,3 1 9 0,-3-1-9 15,0 1 0-15,3-3 8 16,-3 2-8-16,0 1 0 0,3-1 0 0,-3 1 0 0,0 2 0 0,0-2 0 16,3 2 0-16,-3 0 0 0,0 0 0 0,3-2 8 15,-3-1-8-15,0 1 0 0,3-1 0 0,-3-2 0 16,3 0 0-16,-3 0 0 0,3-3 0 0,0 3 0 15,-3-3 0-15,3 3 0 0,0-3 0 0,0 3 0 16,-3-3 0-16,3 1 0 0,0-1 0 0,0 0 0 16,0 0 0-16,0 3 0 0,0-3 0 0,0 3 8 15,0-3-19-15,0 1-3 0,0-1-1 0,0 3 0 16,-2-3 15-16,2 0 0 0,0 0 0 0,-3 3 0 16,0-2 0-16,3-1 0 0,-3 0 0 0,0-2 0 15,3 2 0-15,-3-3 0 0,0 1 0 0,-3 0 0 16,3 2 0-16,0-3 0 0,-3 1 0 0,0 0 0 15,3-1 0-15,-3 1 0 0,3 2 0 0,0-2 0 16,-3-1 0-16,3 1 0 0,0-1 0 0,0 1 0 0,0-1 0 16,0 4 0-16,0-4 0 0,0 6 0 15,3-3 0-15,-3 1 0 0,0-1 0 0,0 3 0 0,3-3 0 16,-3 5 0-16,0-2 0 0,3 0 0 0,-3 0 0 0,3-3 0 16,0 3 0-16,-3 0 0 0,3-3 0 0,-3 1 0 0,3-1 0 15,0 0 0-15,0 0 0 0,0-2 0 0,0 2 0 16,0-2 0-16,0 2 0 15,0-3 0-15,0 4 0 0,0-1 0 0,0 0 0 0,0 0 0 0,0 1 0 16,0-1 0-16,0 0 0 0,3 3 0 0,-3 0 0 0,0-3 0 16,0 3 0-16,0 0 0 0,3 0 0 0,-3-3 0 15,0 0 0-15,0-2 0 0,3 2 0 0,-3-2 0 16,0-1 0-16,0-2 0 0,0 0 0 0,0 0 0 16,0-3 0-16,0 1 0 0,0-1 0 0,0 0 0 15,0-5 0-15,0 5 0 0,0-5 0 0,0 0 0 16,0 0 0-16,0 0 0 0,0 0 0 0,-3 3 0 15,3-3 28-15,-3 3 9 0,3-3 2 16,-6 2 0-16,6-2-23 0,-6 3-4 0,0-3 0 0,1 0-1 16,-1 0 2-16,-3 0 1 0,3 0 0 0,-3 0 0 15,0 0-14-15,-3-3 0 0,0 3 0 0,3 0 0 16,-3 0 0-16,0-2 0 0,0 2 0 0,0-3 0 16,1 3 0-16,-4 0 0 0,3 0 0 0,0-3 0 15,-3 3 8-15,3 0-8 0,0-2 0 0,-3 2 0 16,0-3 0-16,3 3 0 0,-2 0 0 0,-4 0 0 15,0 0 0-15,0 0 8 0,-3 0-8 0,0 3 0 16,1-3 0-16,-1 2 0 0,-3-2 0 0,0 0 0 16,0 3 0-16,3-3 0 0,1 0 0 0,-1 0 0 15,0 0 0-15,3 0 0 0,0 0 0 0,-3 0 0 16,3 0 0-16,-5 0 0 0,2 0 0 0,0 0 0 16,-3 0 0-16,-3 0 0 0,1 3 0 0,-1-3 0 15,0 0 0-15,0 0 8 0,-3 0-8 0,1 0 0 16,2 0 0-16,0 0 0 0,3-3 0 0,0 6 0 0,1-3 0 0,-4 0 0 15,3 2 0-15,-3-2 0 16,3 3 0-16,-2-3 0 0,-1 3 0 0,0-1 0 16,0-2 0-16,4 3 8 0,-4-3-8 0,0 0 0 0,6 0 0 15,-3 0-10-15,6 3 2 0,-5-3 0 0,5 0 16 16,0 2 3-16,-3-2 1 0,3 0 0 0,-3 0-4 0,1 3-8 0,-1-3 12 16,-3 0-4-16,3 3-8 0,0-3 12 15,0 2-12-15,-2-2 12 0,5 0-12 0,-3 0 12 0,3 0-12 0,-3 0 12 16,6 0-35-16,-3-2-6 15,1 2-2-15,2 0 0 0,-3 0 53 0,3 0 10 0,0 0 3 0,0 0 0 16,-3 2-27-16,3-2-8 0,-2 0 0 0,-4 3 0 16,0-1 9-16,3 1-9 0,-3 0 0 0,-3-1 9 15,4 1-9-15,-4 0 0 0,3-1 0 0,-3 1 8 16,3 2-8-16,0-2 8 0,4 0-8 0,-4-1 8 16,6 1-8-16,-3-1 0 0,6 4 0 0,-3-4 0 15,0 1 0-15,3 2 0 0,0-2 0 0,1 0 0 16,-1-1 0-16,0-2 0 0,3 0 0 0,-3 3 0 15,0-3 0-15,6-3 0 0,-3 3 0 0,0-2 0 16,3-1-25 0,-3-2-4-16,3-1-1 0</inkml:trace>
  <inkml:trace contextRef="#ctx0" brushRef="#br1" timeOffset="98620.514">10721 12140 1102 0,'0'0'46'0,"0"0"-37"16,0 0 94-16,0 0 18 0,0 0 4 0,0 0 1 16,0 0-1-16,0 0 0 0,0 0 0 0,0 0 0 15,0 0-52-15,0 0-10 0,0 0-3 0,0 0 0 16,-3 5-42-16,3 3-9 0,-3 0-1 0,3 3-8 16,-3-3 0-16,3 2 0 0,0-2 0 0,-3 3 0 15,3-1 38-15,0 3 1 0,-3 1 0 0,3 2 0 16,0-1-39-16,-3 4 0 0,3-1 0 0,0 4 0 15,0-1 0-15,0 3 0 0,0-3 0 0,3 0-8 16,-3 0 8-16,0-2 0 0,3-1 0 0,-3 1-8 16,3 2 8-16,-3-3-10 0,3 4 10 0,0-1-10 15,-3 0 2-15,3 0 0 0,-3 3 0 0,3 0 0 16,-3 2 8-16,3-2-8 0,-3 5 8 0,3-2-8 16,0-4 8-16,0-1 0 0,-3 1 0 0,3-2 0 15,0-2 0-15,-3 0 0 0,6-1 0 0,-3 1 0 0,0-4 0 0,-3 1 0 16,3 3 0-16,0-3 0 0,0 0 0 15,0-1 0-15,0-1 0 0,3-1 0 16,-3 0 8-16,3 0-8 0,-3 1 8 0,0-1-8 16,3-5 11-16,-3 2-3 0,3 1 0 0,-1-3 0 0,-2-3 3 15,3 3 0-15,3-3 0 0,-3 1 0 0,3-1-1 0,-3-2 0 16,3 2 0-16,-3-2 0 0,3-1 2 0,-3-2 0 16,3 3 0-16,3 0 0 0,-3-1-12 0,0-2 0 15,3 3 0-15,-1-3 8 0,4 2-8 0,0-2 0 16,0 3 0-16,3-3 0 15,0 0 0-15,0-3 12 0,3 3-12 0,2-2 12 0,1-1-12 0,3 3 8 16,-3-5-8-16,6 2 8 0,-7 1 0 0,4-1 0 0,0 0 0 0,3 1 0 16,-1 2 31-16,1-3 5 0,6 0 2 0,0 1 0 15,-1 2-37-15,7-3-9 0,0 3 0 0,-1-5 0 16,1 2 0-16,0 0 0 0,-4 1 0 0,4-1 0 16,3 1 0-16,-1-1 0 0,7-2 0 0,0 2 0 15,-4-2-14-15,-2 2-5 0,0-2-1 0,5 2 0 16,1-2 32-16,-1 2 7 0,7 1 1 0,-1-1 0 15,-5-2-20-15,3 2 0 0,-4 0 0 0,4 1 0 16,-1-1 0-16,7 0 0 0,-4 1 0 16,7 2 0-16,-3-3 0 0,-4 0 0 0,1 1 0 0,5-1 0 15,-5 0 0-15,-1 1 0 0,4 2 0 0,2-3 0 16,1 1 0-16,-1-1 0 0,1 3 0 0,5-3 0 16,-5 1 0-16,-1-1 0 0,1-2 0 0,2 5 0 0,1-3 0 15,-1 0-14-15,4 1 2 0,2 2 1 16,-2-3 11-16,-1 0 16 0,1 1-4 0,5 2-1 15,-9-3-11-15,1 0-12 0,-1 1 2 0,7 2 1 16,-7 0 9-16,1-3 0 0,-1 3 0 0,7-2 0 16,-7 2 0-16,4 0 0 0,-4 0 8 0,7 0-8 15,-10 0 0-15,1 0 0 0,-1 0 0 0,1 0 0 0,-1 2 0 0,1-2 0 16,-1 3 0-16,4-3 0 0,-4 0 0 0,-2 2 0 0,-1-2 9 0,4 0-9 16,-7 3 0-16,4-3 0 0,-4 3 0 0,7-3 0 15,-4 0 0-15,1 0 0 0,2 2 0 0,-2-2 0 16,-3 0 0-16,-1 3 0 0,-2-3 0 0,-1 0 0 15,4 3 0-15,-4-3 0 0,4 0 0 16,0 2 0-16,-7-2 0 0,1 0 0 0,-7 0 0 16,7 0 0-16,-3 3 0 0,2-3 8 0,1 0-8 15,-1 0 0-15,1 0 0 0,-9 0 0 0,2 0 0 0,1 3 0 16,0-3 0-16,2 0 0 0,-2 2 0 16,5 1 0-16,-8-3 16 0,3 3-4 0,-6-1-1 0,5-2 0 15,-2 3-11-15,-3-3-16 0,2 3 4 0,4-3 1 16,-6 2 23-16,5 1 4 0,-2-3 0 0,0 2 1 15,-4-2-17-15,1 3 0 0,-3-3 0 0,-1 0 0 16,4-3-10-16,3 3-6 0,-4 0 0 0,7 3-1 16,-6-3 27-16,-1 3 6 0,1-3 0 0,0 0 1 15,0 2-17-15,-1-2 0 0,1 0 8 0,0 0-8 16,2 3 0-16,1-3 8 0,3 0-8 0,-1 3 0 16,-5-3 11-16,0 0-11 0,-4 0 10 0,4 0-10 15,0 0 8-15,-3 0-8 0,2 0 0 0,1 2 0 16,-3-2 8-16,-1 3-8 0,-2-3 0 0,0 3 0 0,-3-3 12 15,-4 0-4-15,-2 0-8 0,0 0 12 0,3 0-4 0,-3 0 0 16,2 0-8-16,1 0 12 16,0 0-12-16,0 0 8 0,0 0-8 0,-1 0 0 0,1 0 0 0,0 0 8 0,-3 2-8 0,-3-4 0 15,-1 2 0-15,1 0 0 16,-3 0 0-16,-3 0 0 0,3 0 0 16,-3 0 0-16,3 0 8 0,-4 0-8 0,1-3 0 0,3 3 0 15,-3-3 0-15,0 3 0 0,-3-2 0 0,3 2 0 16,0-3 0-16,-3 0 0 0,-1 1 8 15,1 2-8-15,0-3 0 0,0 0 0 0,-3 1 8 16,3-1-8-16,-3 1 0 0,0 2 0 0,0-3 0 0,0 0 0 16,0 1 0-16,0 2 0 0,0-3 8 0,-4 0-8 0,1 1 0 0,0 2 0 15,0-3 0-15,0 3 8 0,0-3-8 0,0 1 0 16,0-1 0-16,-3 0 0 0,0 1 0 0,0-1 0 16,0 0 8-16,0-2-8 0,0 0 0 0,0 0 9 15,0 2-9-15,0-5 8 0,-3 3-8 0,3-3 8 16,-3 2-8-16,0-1 0 0,3-4 0 0,-3 3 0 15,3-3 0-15,-3 4 8 0,0-1-8 0,3 0 0 16,-3 0 0-16,0-3 0 0,3 1 0 0,-3-4 0 16,0 4 0-16,3-1 0 0,-3 1 8 0,3-4-8 15,-3 1 0-15,3 3 0 0,0-4 0 0,-3-2 0 16,3 3 8-16,0-3-8 0,-3 3 0 0,3 0 8 16,0 0-8-16,-3-1 8 0,3 1-8 0,-3 0 8 0,0 2-8 15,3-2 8-15,-3 3-8 0,0-1 8 16,3 0-8-16,-3 1 12 0,3-1-12 0,-3 1 12 15,3-1-12-15,0 0 10 0,-3 1-10 0,2 2 10 16,-2-3-10-16,3 1 0 0,-3-1 9 0,3-2-9 16,-3 2 0-16,0-2 0 0,3 0 0 0,-3 0 8 15,0-1-8-15,3 4 0 0,-3-3 0 0,0-1 0 0,0 1 0 0,0 0 0 16,0 0 0-16,-3-1 8 0,3 1-8 16,0 3 0-16,-3-4 0 0,3 4 8 0,-3-1-8 0,3 3 0 0,0 0 0 0,0-2 0 15,0 4 0-15,0-1 0 0,0 1 0 0,0 1 0 16,0 0 0-16,0 2 0 0,0-2 0 0,0 5 0 15,0-6 0-15,0 4 0 16,0-1 0-16,0-2 0 0,0 5 0 0,0-3 0 16,0 1 0-16,0-4 0 0,0 4 0 0,0-4 0 0,0 4 0 0,0 2 0 15,-3-6 0-15,3 6 0 0,0-2 0 0,0-4 0 16,-2 4 0-16,2-3 0 0,0 2 0 0,0 3 8 16,-3-5-8-16,3 5 0 0,0-3 0 0,0 3 0 15,0 0-10-15,0 0 0 0,0-5 0 0,0 5 0 16,0 0-82-16,0 0-17 0,-3-6-3 0</inkml:trace>
  <inkml:trace contextRef="#ctx0" brushRef="#br1" timeOffset="105943.602">15799 13169 1552 0,'0'0'44'0,"0"0"10"16,0 0-43-16,0 0-11 0,0 0 0 0,0 0 0 0,0 0 132 0,0 0 25 0,0 0 5 0,0 0 1 15,0 0-56-15,0 0-11 0,0 0-3 0,0 0 0 16,0 0-23-16,0 0-5 0,0 0-1 0,-6 8 0 16,3-5-28-16,0 5-5 0,0-3-2 0,0 3 0 15,0 0-2-15,0 0-1 0,0 2 0 0,1 1 0 16,-1 2-14-16,0 0-4 0,0 1 0 0,0 4 0 16,3 1-8-16,-3-1 0 0,0 6 0 0,0 0 0 15,3 0 0-15,-3 2 0 0,0 1 0 0,0 2 0 16,3 0 0-16,-3 0 0 0,0 3 0 0,3-1 0 15,0 1-16-15,-3-5-4 0,3 2-2 0,0-3 0 16,0 1-15-16,0-6-3 16,0 3-1-16,-3-3 0 0,3 0 5 0,0-3 0 0,-3 1 1 0,3-3 0 15,-3 0-21-15,3 0-5 0,0-3-1 0,-3 0 0 16,0 0-30-16,3 1-7 0,0-4-1 0</inkml:trace>
  <inkml:trace contextRef="#ctx0" brushRef="#br1" timeOffset="106370.085">15454 13857 1337 0,'0'0'56'15,"0"0"-44"-15,-3-3 97 0,3 3 20 0,0 0 4 0,0 0 1 16,0 0-19-16,0 0-4 0,0 0-1 0,0 0 0 16,0 0-27-16,0 0-6 0,0 0-1 0,0 0 0 15,0 0-9-15,0 0-3 0,0 0 0 0,3 6 0 16,3-1-51-16,0 0-13 0,0 3 0 0,3 0 0 16,0 0 0-16,0 5 0 0,0-2 0 0,2 2 0 15,1 3 0-15,0-3 0 0,0 3-9 0,0 0 9 16,3-3-12-16,-3 0 12 0,3-2-13 0,0 2 5 15,-3-2-1-15,-1-3 0 0,4 0 0 0,-3 0 0 16,3 0 9-16,-3-6-10 0,0 4 10 0,0-4-10 16,-3 1 10-16,3-3 0 0,-3 3 0 0,0-3 0 15,-1-3 0-15,1 0-8 0,0 1 8 0,0-4 0 16,0-2 18-16,3 0 9 0,0-2 1 0,0-3 1 16,0-1-29-16,0-4 0 0,0-1 0 0,3 1 0 15,-4-3 0-15,4-1-21 0,0 1 3 0,-3 0 1 16,3 0-106-16,0 0-21 0,-3-3-4 0</inkml:trace>
  <inkml:trace contextRef="#ctx0" brushRef="#br1" timeOffset="106950.603">15790 13082 1579 0,'0'0'32'0,"0"0"10"0,0 0-34 0,0 0-8 0,0 0 0 0,0 0 0 16,0 0 104-16,0 0 20 0,0 0 3 0,0 0 1 16,0 0-52-16,0 0-9 0,0 0-3 0,0 0 0 15,0 0 0-15,0 0 0 0,-3 5 0 0,0 0 0 16,0 3-6-16,3-2-2 0,-3 2 0 0,3 2 0 31,-3-2-38-31,3 3-8 0,-3 2-2 0,3 0 0 0,-2-2-8 0,2 5 0 16,-3-3 0-16,3 3 0 0,-3 0 0 15,3-1 0-15,0 1 0 0,-3 0 0 0,3 0-14 0,0 0-5 0,-3 2-1 16,3-4 0 0,-6 2-224-16,3-3-44 0</inkml:trace>
  <inkml:trace contextRef="#ctx0" brushRef="#br1" timeOffset="133542.432">10037 5988 851 0,'0'0'36'16,"0"0"-36"-1,0 0 91-15,0 0 11 0,0 0 2 0,0 0 1 0,0 0-29 0,0 0-7 0,0 0-1 0,0 0 0 16,6 0-11 0,-1 0-2-16,1 0-1 0,3 0 0 0,-3-3-9 0,3 1-1 15,0-1-1-15,0 0 0 0,0 1-16 0,3-1-3 0,0-2-1 0,-3 2 0 16,3-2-23-16,3 2 9 16,-4-2-9-16,1 0 0 0,0-1 8 0,0 1-8 0,3 0 0 15,-6-1 0-15,0 1 8 16,0 2-8-16,0-2 0 0,-3 3 0 0,-6 2 8 15,0 0-8-15,0 0 0 0,0 0 0 0,0 0 16 0,0 0-4 0,-6 0-1 0,-3 2 0 16,0 1-11-16,0-1 12 0,-3 4-12 16,-3-1 12-16,0 0-12 0,3 3 0 0,-2-2 0 0,-1-1 0 15,0 3 0-15,3 0 0 0,0 0 0 0,-3-3 0 16,6 3 0-16,-3-3 0 0,3 0 8 0,0 1-8 16,3-1 23-16,0-2-1 0,6-3 0 0,0 0 0 15,0 0-2-15,0 0-1 0,0 0 0 0,0 5 0 16,6-2 0-16,-3-1 0 0,6-2 0 0,-3 0 0 15,3 0-4-15,-3 0-1 0,3-2 0 0,3-1 0 16,0 0-14-16,0 1 0 0,0-1 8 0,3-2-8 16,2-1-44-16,1 1-11 0,3-3-2 0</inkml:trace>
  <inkml:trace contextRef="#ctx0" brushRef="#br1" timeOffset="134419.262">11775 6025 1219 0,'0'0'25'0,"0"0"7"0,0 0-32 0,0 0 0 0,0 0 0 0,0 0 0 16,0 0 65-16,0 0 7 0,0 0 2 0,0 0 0 16,0 0-16-16,0 0-3 0,0 0-1 0,0 0 0 15,0 0-14-15,0 0-2 0,0 0-1 0,0 0 0 16,0 0-1-16,0-3 0 15,3-2 0-15,3 0 0 0,-3 2-6 0,3-2-2 0,3 2 0 0,0 0 0 16,-3 1-5-16,5-1-2 0,-2 1 0 0,3-1 0 16,0 0-13-16,3 1-8 0,-3-1 8 0,3 0-8 15,-3 1 0-15,3-1 0 0,-3 3 0 0,-1-3 0 16,-2 3 0-16,0 0 8 0,0-2-8 0,-3-1 0 16,0 3 0-16,-6 0 0 0,0 0 0 0,0 0 0 15,0 0-9-15,0 0 0 0,0 0 0 0,-6 5 0 16,0 1-2-16,0-1 0 0,-6 0 0 0,3-2 0 15,-2 2 2-15,-4 0 0 16,3 1 0-16,-3-1 0 0,0 0 9 0,3 1 0 0,-3-4 0 0,3 4 0 16,0-4 0-16,1 4 0 0,2-4 0 0,0 3-8 15,3-2 8-15,0-3 0 0,6 0 8 0,0 0-8 16,0 0 16-16,0 0-2 0,0 0 0 0,0 0 0 16,0 0 12-16,0 0 2 0,0 0 1 0,0 0 0 15,6 0 8-15,0-3 2 0,0-2 0 0,3 3 0 16,-1-1-3-16,1 0-1 0,3 1 0 0,0-1 0 15,0-2-17-15,3 2-3 0,0-2-1 0,3-1 0 16,0 1-14-16,-1 0 0 0,1 0 0 0,3-1 0 16,-3-2-37-16,3 3-11 0,0-3-1 0</inkml:trace>
  <inkml:trace contextRef="#ctx0" brushRef="#br1" timeOffset="137135.764">15868 14579 1797 0,'0'0'76'0,"0"0"-61"15,0 0 96-15,-6 0 19 0,6 0 4 0,-6 0 1 16,6 0-57-16,-6 0-11 0,6 0-3 0,-9 0 0 15,3 3 0-15,0 0 0 0,0-1 0 0,0 1 0 16,0 2-22-16,0 3-5 0,0-2-1 0,-3 1 0 16,0 1-14-16,0 3-3 0,1 0-1 0,-4 2 0 15,0 0-7-15,-3 3-2 0,-3 0 0 0,0 2 0 16,0 4-9-16,-3 1 0 0,1 4 0 0,-1-1 0 16,0-2 0-16,-3 3 0 0,3-4 0 0,-3 1 0 15,4-3-46-15,2-2-14 0,-3-3-4 0,3 2 0 0,0-2 36 16,3-3 6-16,0 1 2 0,4-1 0 15,-4-5-118-15,3 2-23 0,3-2-5 0</inkml:trace>
  <inkml:trace contextRef="#ctx0" brushRef="#br1" timeOffset="137387.086">15317 14714 1767 0,'0'0'74'0,"0"0"-59"15,6-2 81-15,-3-1 17 0,0 0 3 0,-3 3 1 16,6 0-33-16,0 0-6 0,0 3-2 0,0 0 0 16,0 2-19-16,0 0-4 0,0 1-1 0,0 2 0 15,0 2-20-15,2 3-5 0,-2 1-1 0,3-1 0 16,0 5-26-16,3 1 0 0,-3-1 0 0,3 1 0 16,-3-1 0-16,3 1 0 0,0-1 0 0,3 1 0 15,0-3 16-15,-4 0-3 0,4-3 0 0,0 3 0 16,0-3-13-16,0-2-18 0,0 2 4 0,3-2 1 31,-3-4-123-31,-1 1-24 0,1-2-4 0</inkml:trace>
  <inkml:trace contextRef="#ctx0" brushRef="#br1" timeOffset="137672.915">15900 14918 1900 0,'0'0'80'16,"0"0"-64"-16,-5-3 109 0,-1 3 23 0,6 0 4 15,-9-2 0-15,9 2-55 0,0 0-11 0,-6 2-2 0,6-2-1 16,-6 3-15-16,6-3-4 0,-6 5 0 0,3 1 0 16,0 2-51-16,0-3-13 0,3 3 0 0,0 2 0 15,-3 1 54-15,3 0 8 0,0-1 2 0,0 3 0 16,3 1-64-16,-3-1-8 0,0 3-4 0,3 2-1 16,-3-2 21-16,3 3 4 0,0-1 0 0,-3 3 1 15,3 3-13-15,0-3 0 0,0 3 0 0,0 0 0 16,-3-3 0-16,3 0 0 0,0-2 0 15,0-1 0-15,0-2 0 16,-3-3 0-16,0 1 0 0,3-4 0 16,-3-2-48-16,0-2-13 0,0-1-3 0,0-5 0 15,0 0-102-15,0 0-21 0,0 0-4 0</inkml:trace>
  <inkml:trace contextRef="#ctx0" brushRef="#br1" timeOffset="138348.547">15183 14479 1646 0,'0'0'47'16,"0"0"9"-16,0 0-44 0,0 0-12 0,0 0 0 0,0 0 0 15,0 0 53-15,0 0 9 0,0 0 2 0,0 0 0 16,0 0-8-16,0 0-2 0,6 0 0 0,3 3 0 16,0-3 4-16,0-3 1 0,3 3 0 0,0-3 0 15,3 1-5-15,-1-1-1 0,4 0 0 0,0-2 0 16,0 0-7-16,3 2-2 0,0-5 0 0,5 3 0 16,1-6-18-16,6 1-4 0,0-1-1 0,5 1 0 15,-5-1-8-15,3 0-1 0,3 1-1 0,-7 2 0 16,1-5-11-16,-3 5 0 0,-3 0 0 0,-4 0 8 15,1 0-16-15,0 3-4 0,-3 2-1 0,0 0 0 16,-3 1 24-16,-3 2 5 0,-4 0 0 0,1-3 1 0,-3 3-9 16,0 3-8-16,-3-3 12 0,-3 0-12 0,-3 0 40 0,0 0 0 15,0 0 1-15,0 0 0 0,0 0-33 0,0 0-8 0,0 0 0 16,0 0 0 0,0 0-49-16,0 0-12 0,-3 5-3 0,3-5 0 15,-6 3-51-15,6-3-10 0,0 0-3 0</inkml:trace>
  <inkml:trace contextRef="#ctx0" brushRef="#br1" timeOffset="142116.83">8048 10298 1580 0,'-6'-2'67'0,"0"2"-54"16,-3-3 97-16,0 3 19 0,-2 0 4 0,-4 0 1 15,0 0-55-15,-3 3-11 0,-3-1-3 0,0 1 0 16,-6 0-17-16,1-1-4 0,-1 3-1 0,-3 3 0 15,3-2-23-15,-2-1-5 0,2 3-1 0,-3-3 0 16,-3 3 40-16,-2 0 8 0,-1 0 2 0,-3 3 0 16,3-3-52-16,4-1-12 0,-4 1 0 0,3 0 0 15,6 0 0-15,1-2 0 0,2 2 0 0,3-1 0 16,3-1 0-16,0 2 0 0,0 0 0 0,3-3 0 16,4 0 8-16,-1 3-8 0,3-3 11 0,0 1-11 15,3-1 0-15,0 0 0 0,6-5 0 0,0 0-12 16,3 6-143-16,0 2-28 0,0-6-5 0</inkml:trace>
  <inkml:trace contextRef="#ctx0" brushRef="#br1" timeOffset="142792.459">7920 11791 1531 0,'-15'2'64'0,"0"1"-51"15,1 0 51-15,-4-1 11 0,0 3 1 0,0 1 1 16,-3-4-10-16,3 6-3 0,-3-2 0 0,1 2 0 16,2-1-51-16,-3 1-13 0,3 0 0 0,-3 0 0 15,0-2 22-15,-2 2 2 0,-1-3 0 0,0 3 0 16,0-3-39-16,6 0-7 0,-3 1-2 0,1 2 0 15,5-3 43-15,0 0 8 0,0-2 1 0,6 2 1 16,-3-2-29-16,6-1-8 0,0 1-1 0,0-3 0 16,6 0-31-16,0 0-5 0,0 0-2 0</inkml:trace>
  <inkml:trace contextRef="#ctx0" brushRef="#br1" timeOffset="143207.216">7780 11711 1990 0,'-6'0'41'0,"-3"0"11"0,9 0-42 0,-6 0-10 0,6 0 0 0,-5 3 0 16,5-3 68-16,0 0 12 0,-6 0 3 0,6 0 0 15,0 0-15-15,0 0-2 0,0 0-1 0,0 0 0 16,0 0-52-16,0 0-13 0,0 0 0 0,0 0 0 16,0 0 54-16,0 0 8 0,0 0 2 0,0 0 0 15,0 0-52-15,3 2-12 0,2 4 0 0,4-4 0 16,-3 4 0-16,3-4 0 0,3 1 0 0,-3 2 0 16,3-2 0-16,0 2 8 0,3 1-8 0,-3-1 0 15,-3 0 0-15,3 0 8 0,-1 1-8 0,-2-1 0 16,0 3 0-16,-3-3 8 0,-3 3-8 0,0 0 0 15,0 0 8-15,-3 0-8 0,-3 3 0 0,0-1 9 16,-3 3-9-16,0 1 0 0,-3-1 0 0,-2 3 0 16,2-3-15-16,-3 3 5 0,0 0 1 0,-3 0 0 15,3-1 0-15,3-1 0 0,-3-1 0 0,0 0 0 16,3-5-35-16,0 0-8 0,0 0 0 0,4-3-1 16,-1 1-3-16,0-4-1 0,3 1 0 0</inkml:trace>
  <inkml:trace contextRef="#ctx0" brushRef="#br1" timeOffset="144052.589">7837 10121 1579 0,'0'0'32'0,"0"0"10"0,0 0-34 0,0 0-8 0,0 0 0 0,0 0 0 15,0 0 104-15,0 0 20 0,3 5 3 0,3 1 1 16,0-1-103-16,0 0-25 0,3-2 0 0,0 5 0 15,-1-3 56-15,1 0 7 0,0-2 1 0,3 5 0 16,-3-3-52-16,3 0-12 0,3 1 0 0,-3 2 0 16,3-3 0-16,-3 0 0 0,3 3 0 0,-4-3 0 15,-2 1 54-15,0-1 8 0,0 0 2 0,0 3 0 16,-3-2-52-16,-3-1-12 0,3 0 0 0,0 0 0 16,-3 1 0-16,-3-1 0 0,3 3 0 0,-3-3 0 15,3 3 19-15,-6 0 1 0,3-3 0 0,-3 3 0 16,0-2-9-16,-3 2-2 0,3 0 0 0,-3-3 0 15,0 3-9-15,-3-3 10 0,3 3-10 0,0 0 10 16,-3 0-10-16,3-3 0 0,-2 0 0 0,2 3 0 16,0-2 0-16,0-4-14 0,0 4 2 0,6-6 0 15,0 0-112-15,0 0-21 0,0 0-5 0</inkml:trace>
  <inkml:trace contextRef="#ctx0" brushRef="#br1" timeOffset="145614.362">8504 10407 1208 0,'-9'8'25'0,"9"-8"6"0,-6 2-31 0,0 4 0 0,3-1 0 0,-3 0 0 16,0-2 71-16,3 2 8 0,-3-2 1 0,0 2 1 15,3-2-28-15,-3 2-5 0,3-2-2 0,3-3 0 16,0 0 1-16,-3 5 0 0,3-5 0 0,0 0 0 16,0 0-7-16,0 0 0 0,0 0-1 0,3 3 0 15,3-1 5-15,3-2 2 0,-3 0 0 0,3-2 0 16,3-1 6-16,-3 0 0 0,3-2 1 0,2 0 0 15,1-1-21-15,0 1-4 0,0-3 0 0,0 0-1 16,3 0-18-16,0 0-9 0,0 0 10 0,-1 0-10 16,1 3 8-16,-3-3-8 0,-3 0 0 0,0 3 9 15,-3 0-9-15,-3 2 0 0,0-2 0 0,-6 5 0 16,0 0 0-16,0 0 8 0,0 0-8 0,0 0 0 16,-6 2 0-16,-3-2 0 0,0 3 0 0,-3 2 0 15,0 3 0-15,-3-2-11 0,0 2 1 0,1-1 0 16,-4 1-1-16,0 0 0 0,3 0 0 0,0 0 0 15,0-2-22-15,0 1-5 0,3 1-1 0,1-2 0 16,-1 2 57-16,3-6 11 0,-3 4 3 0,6-1 0 16,-3 0-20-16,6-2-4 0,3-3-8 0,0 0 12 15,0 0 6-15,0 0 1 0,0 0 0 0,0 0 0 16,0 0-11-16,3 0-8 0,3 0 12 0,3-3-12 0,0 1 0 16,0-1 0-16,0-2 0 0,2 2 0 0,4-2 0 0,0-1 0 0,0 1 0 15,3-3 0-15,0 0 0 0,3 0-20 0,2 0 2 16</inkml:trace>
  <inkml:trace contextRef="#ctx0" brushRef="#br1" timeOffset="146459.301">8566 12031 1552 0,'0'0'44'0,"0"0"10"16,-6 3-43-16,6-3-11 0,0 0 0 0,0 0 0 15,0 0 53-15,0 0 9 0,0 0 2 0,0 0 0 16,0 0-21-16,0 0-4 0,0 0-1 0,0 0 0 16,0 0-5-16,0 0-1 0,3-3 0 0,3-2 0 15,0 0 4-15,3 2 0 0,0-2 0 0,3-3 0 16,3 3-14-16,0-1-2 0,-1-2-1 0,1 0 0 15,0 3-19-15,-3-3 8 0,3 0-8 0,0 3 0 16,-3 0 8-16,0-1-8 0,-3 1 0 0,-3 2 0 16,0 1 8-16,-3-1-8 0,-3 3 0 0,0 0 0 15,0 0 11-15,0 0-11 0,-6 3 10 0,-3-1-10 16,0 4 0-16,-3-1 0 0,0-2 0 0,0 5 0 0,-3-3-9 16,0 0 9-16,3 3 0 0,-3 0-9 0,4 0 9 0,-1-3 0 15,0 3 0-15,3 0 0 0,0-3 0 16,3 1 0-16,0-1 0 0,3 0-8 0,3-5 8 15,-3 6 0-15,3-6 0 0,0 5 0 16,0-5 10-16,3 5 4 0,-3-5 1 0,6 3 0 0,0-3 11 0,3 3 2 16,3-1 1-16,-3-2 0 0,6-2-7 0,-4-1-2 0,4 3 0 0,3-3 0 15,-3-2-8-15,3 2-3 0,0-2 0 0,3 0 0 16,-4-3-34 0,1 2-7-16,3-1-2 0</inkml:trace>
  <inkml:trace contextRef="#ctx0" brushRef="#br1" timeOffset="148149.721">16805 14434 1326 0,'0'0'28'0,"0"0"5"0,0 0-33 0,0 0 0 0,0 0 0 0,0 0 0 16,0 0 98-16,0 0 13 0,0 0 2 0,0 0 1 16,0 0-10-1,0 0-3-15,0 0 0 0,0 0 0 0,0 0-24 0,0 0-5 0,0 0 0 0,0 0-1 16,0 0-28-16,-6 5-6 0,0 1-1 0,-2 1 0 15,-4 1-14-15,3 3-3 0,-3 0-1 0,-3 2 0 16,0 0-6-16,0 3 0 0,0-3-1 0,-3 6 0 16,1-1 20-16,2 1 4 0,-3 2 1 0,0 0 0 15,0 0-51-15,0 3-9 0,0 0-3 0,0 2 0 16,1 1 27-16,-4-3-10 0,3 2 10 0,-6 0 0 16,6 1-22-16,0-3 2 0,1-3 1 0,-1 0 0 15,3-2 0-15,0-4 0 0,3 1 0 0,0-2 0 16,0-1-13-16,3 0-4 15,0-2 0-15,3-3 0 0,0 0-36 16,3-3-8-16,0-3-2 0,3-2 0 0,0 0-119 0,0 0-24 0</inkml:trace>
  <inkml:trace contextRef="#ctx0" brushRef="#br1" timeOffset="148437.814">16261 14691 1792 0,'-6'-8'51'0,"0"2"10"0,0 1-49 0,0 2-12 0,3-2 0 0,3 5 0 15,-3-3 82-15,-3-2 14 0,6 5 2 0,0 0 1 16,0 0-56-16,0 0-11 0,0 0-3 0,0 0 0 16,0 0 15-16,0 0 2 0,0 0 1 0,0 0 0 15,3-2-24-15,0-1-5 0,3 0-1 0,-3 3 0 16,6 0 38-16,-3 0 7 0,3 3 2 0,0 0 0 16,2-1-48-16,1 3-16 0,0 1 9 0,0-1-9 15,3 3 15-15,0 0-3 0,0 0 0 0,0 2 0 31,0 1-12-31,-1 2 8 0,1 1-8 0,0 1 0 0,0 1 8 0,0 0-8 16,-3 0 0-16,0 3 9 0,0-4-20 0,0 1-4 16,-3-2-1-16,-1 1 0 15,1-1-43-15,0-4-9 0,0 1-1 0,-3-1-1 0,3-2-6 16,-3 0 0-16,0-2-1 0</inkml:trace>
  <inkml:trace contextRef="#ctx0" brushRef="#br1" timeOffset="151660.994">16782 14974 1493 0,'-9'2'63'16,"3"1"-51"0,6-3 87-16,-6 3 17 0,6-3 3 0,-6 0 1 15,6 0-36-15,0 0-6 0,-6 0-2 0,6 0 0 16,0 0-12-16,0 0-2 0,0 0-1 0,0 0 0 15,0 0-31-15,0 0-6 0,0 0-2 0,0 0 0 16,3-3 32-16,3-2 6 0,0-1 2 0,3 1 0 16,0 0-29-16,-1 0-5 0,4-1-2 0,0 1 0 0,3 0-10 15,-3-3-1-15,3 2-1 0,0 1 0 0,3 0-14 16,-3 0 11-16,-3 2-11 0,2-2 10 0,-2 2-10 0,0-2 0 16,0 2 0-16,-3 3 0 0,0-3 21 0,0 3-1 0,0 0 0 15,-3 3 0-15,0 0-20 16,0-1-20-16,-3 1 4 0,-3-3 1 0,3 5 24 15,0 1 5-15,-3-1 1 0,0 3 0 16,0-3-15-16,0 3 0 0,-3-3 0 0,0 3 0 16,0-2-18-16,0 1-6 0,0 1-2 0,0-2 0 15,-3 2-10-15,3 0-1 0,0-3-1 0,0 3 0 0,-3 0 38 0,3-3 0 0,0 3 0 0,0-3 0 16,3-5 0-16,-3 6 0 0,3-6 14 0,0 5-4 16,0-5-10-16,0 5 0 0,0-5-10 0,0 5 10 15,0-5-9-15,0 0 9 0,6 3-8 0,-3 0 8 16,3-1 0-16,-3 1 0 0,3-3 0 0,-3 3 0 15,3-3 0-15,-3 2-10 0,3-2 10 0,-6 0 0 16,3 3 0-16,-3-3 0 0,6 5 0 0,-6-2 0 16,3 5 8-16,-3-3-8 0,0 3 11 0,-3 0-11 15,0 0 0-15,0 5 0 0,-3-2 0 0,0 2-12 16,0 0 12-16,-3 3 0 0,0-3 0 16,0 6 0-16,0-6 26 0,-3 3 8 0,0 0 2 0,0-3 0 15,0 3-22-15,-2-3-4 0,2 0-1 0,-3 1 0 16,3-4-9-16,0 1 0 0,0-1 0 0,0-2 0 15,3 0 17-15,0 0 2 0,0-3 0 0,0 1 0 16,3-1-59-16,1-2-11 0,-1 2-2 0,6-5-1 16,0 0-170-16,0 0-33 0</inkml:trace>
  <inkml:trace contextRef="#ctx0" brushRef="#br2" timeOffset="187124.667">12808 8113 1136 0,'0'0'48'0,"-3"-6"-39"15,3 6 116-15,0-2 23 0,-3-4 5 0,3 6 1 16,0-5-43-16,0 5-9 0,-3-5-2 0,3 5 0 15,-3-5-24-15,3 5-6 0,0-6-1 0,0 6 0 16,0 0-20-16,0 0-4 0,0 0-1 0,0 0 0 16,0 0-19-16,0 0-4 0,0 0-1 0,0 0 0 15,0 0-20-15,0 6 0 0,0 1 0 0,0 1 8 16,0 0-8-16,0 3 0 0,0 0 0 0,0 2 8 16,0 0-8-16,0 5 0 0,0 1 0 0,0 0 0 15,-3 4 0-15,3 4 0 0,0-1 0 0,-3 6 0 16,0-6 0-16,0 4 0 0,0-4 0 0,0 1 0 15,0-1 0-15,0 0 0 0,0-2-10 0,0 0 10 16,0 3-16-16,0-1 3 0,-3 0 1 0,3 4 0 16,0-1 12-16,0-3 0 0,0 3 0 0,0-2 0 15,3-4 0-15,-3 1 0 0,3-5 0 0,-3 2 0 16,3-5 0-16,0-3 0 0,0 0 0 0,0 1 0 0,3-4 0 0,-3 1 0 16,3-3 0-16,0 0 0 15,-3-3 0-15,3 3 0 0,0-3 0 0,-3 0 0 0,0-5-12 16,3 6 0-16,-3-6 0 0,3 5 0 0,-3-5 20 0,0 0 4 15,3 5 0-15,-3-5 1 16,3 3 0-16,-3-3 0 0,0 0 0 0,3 5 0 0,-3-5-3 0,0 0-1 0,0 0 0 16,6 3 0-16,-3-3-1 0,0 0 0 0,3 0 0 0,-3 0 0 15,0 0 20-15,3 0 4 0,0 0 1 0,-3-3 0 16,3 3-45-16,0 0-10 0,0-2-2 0,0 2 0 16,3-3 24-16,-3 3 0 0,2-3 0 0,1 1 0 15,0 2 0-15,-3-3 0 0,3 3 0 0,-3 0 0 16,0-3 0-16,3 3 0 0,-3-2 0 0,3 2 0 15,-3-3 17-15,0 3 5 0,3 0 1 0,0-3 0 16,-3 3-23-16,3-2 0 0,-1-1 0 0,1 3 0 16,3-3 0-16,-3 1 0 0,3 2 0 0,0-3 0 15,0 1-12-15,0-1-8 0,3 0 0 0,-3 3-1 16,3-2 21-16,-1-1 0 0,1 3-9 0,0 0 9 16,0-3 0-16,0 3 0 0,3-2 0 0,-3 2 0 15,0-3 0-15,-1 3 0 0,1 0 0 0,0 0 0 16,0 0 15-16,-3 0 6 0,3-3 2 0,-3 3 0 15,0 0-37-15,0-2-7 0,0 2-2 0,-1 0 0 16,1 0 23-16,0 0 0 0,3 0 0 0,0 0 0 16,0 2 0-16,0-2 0 0,0 0 0 0,0 0 0 15,-1 3 0-15,4-3 0 0,0 0 0 0,0 3 0 16,0-3 0-16,0 0 0 0,3 2 0 0,-4-2 0 0,4 3 0 16,-3-3 0-16,3 0 0 0,-3-3 0 0,3 3 0 0,-3 0 0 15,2-2 0-15,1 2 0 0,-3 0 0 16,3-3 0-16,0 3 0 0,3 0 0 15,-4 0 21-15,4 0-1 0,0-3 0 0,0 3 0 0,-3-2-20 0,2 2 0 0,-2 0 0 16,3-3 0-16,-6 3 0 0,3 0 0 16,-3-3 0-16,0 3 0 0,-4 0 0 0,4-2 0 0,-3-1 0 0,3 3 0 15,-3-3 0-15,0 3 0 0,3-2 0 0,-3 2 0 16,2 0 0-16,-2-3 0 0,0 3 0 0,3 0 8 16,-3-2-8-16,0 2 0 0,3-3 0 0,-3 3 8 15,-1 0-8-15,1 0 0 16,-3 0 0-16,3 0 0 0,0 0 0 0,3 0 0 0,-3 0 0 0,0 0 0 15,-1 0 0-15,1 0 0 0,-3 0 0 0,3 0 0 16,-3 0 0-16,3 0 0 0,0 0 0 0,-3 0 0 16,3 0 0-16,-1 0 0 0,4 0 0 0,-3 0 0 15,3 0 0-15,-3 0 0 0,0 0 0 0,0 0 0 16,0 0 0-16,0 3 0 0,-1-3 0 0,1 0 0 16,0 2 0-16,0-2 0 0,0 0 0 0,0 3 0 15,-3-3 0-15,3 0 0 0,-3 0 0 0,-1 0 0 16,4 0 0-16,-6 0 0 0,3 0 0 0,-3 0 0 15,3 0 0-15,-3 0 0 0,0 0 0 0,0 0 0 16,3 0 0-16,-3 0 0 0,0-3 0 0,-4 3 0 16,4 0 0-16,0-2 8 0,-3-1-8 0,3 3 0 15,0-3 0-15,-3 1 0 0,0-1 0 0,3 0 8 0,-3 1-8 16,0-1 0-16,0 0 8 0,0 1-8 0,0-1 0 16,-3-2 9-16,0 2-9 0,0-2 0 15,0 0 10-15,0 2-10 0,0-5 8 0,0 3-8 16,-3-3 10-16,3-3-10 0,-3 1 12 0,0-1-12 15,0 0 13-15,0-4-4 0,-3 1-1 0,3-2 0 0,0 1 2 16,-3-1 0-16,3-3 0 0,0 3 0 0,0-2 1 0,0 2 0 16,0 0 0-16,0 0 0 0,3 0 0 0,0 0 0 0,-3-2 0 15,3 2 0-15,2 0-2 0,-2 0 0 0,3-2 0 0,-3-1 0 16,3 1 0-16,-3-3 0 0,3-3 0 0,-3 0 0 16,3 3 0-16,-3-3 0 0,3 0 0 0,-3 3 0 15,0 0 1-15,0 0 0 0,0 2 0 0,0 1 0 16,-3 2-2-16,3 0 0 0,0 0 0 0,-3 3 0 15,3-1 1-15,0 4 0 0,-3-3 0 0,3-1 0 16,-3 4-9-16,3-3 0 0,-3-1 0 0,3 4 0 16,-3-3 0-16,0 2 0 0,0 0 0 0,0 1 0 15,0-1 0-15,0 3 0 0,0-2 0 0,0 2 8 16,-3-3-8-16,3 3 0 0,-3 0 9 0,0 0-9 16,0 0 0-16,0 3 8 0,0-3-8 0,0 0 0 15,-3 3 0-15,0 0 8 0,3-3-8 0,-3 2 0 16,0 1 0-16,-3 2 8 0,3-2-8 0,-3 0 0 15,0 0 0-15,-2-1 0 0,2 1 0 0,-3 2 8 16,3 1-8-16,-6-1 0 0,3-2 0 0,0 2 8 16,0 1-8-16,-3-1 0 0,0 0 0 0,4 3 0 15,-4 0 0-15,3-2 0 0,-3 2 0 0,3-3 0 16,-3 3 0-16,0-3 0 0,3 1 0 0,-6 2 0 16,4-3 0-16,-4 3 0 0,0-3 0 0,-3 3 0 0,0-2 0 15,0 2 0-15,-2-3 0 0,-1 3 0 16,0 0 0-16,-3 3 0 0,3-1 0 0,-3 1-8 15,7 0 8-15,-4-1 0 0,3 1 0 0,-3 2 0 0,0-5 0 0,1 3 0 16,-1-3 0-16,0 3 0 0,-3-1 0 0,0 1 0 0,1-1 0 0,-4 1 0 16,3 2 0-16,3 1 0 0,-3-1 0 15,1 0 8-15,5 1-8 0,0-4 0 0,3 3 0 0,0-2-8 16,-3 2 8-16,4-2 0 0,-1 0 0 16,0 2 0-16,0-2 0 0,0-1 0 0,-3 1 0 15,3 2 0-15,-2-2 0 16,-1 0 0-16,0-1 0 0,-3 1 0 0,6-1 0 0,-3 1 0 0,1 2 0 0,2-2 0 15,0 0 0-15,-3-1 0 0,6-2 0 0,-3 3 0 16,3 0 0-16,0-1 0 0,1-2 0 0,-4 3 0 16,3-3 0-16,-3 3 0 0,0-3 0 0,0 2 8 15,0-2-8-15,-2 3 0 0,-1-3 0 0,0 3 0 16,3-3 0-16,-3 0 0 0,3-3 0 0,-2 3 0 16,5-3 0-16,-3 3 0 0,3 0 0 0,0-2-8 15,0 2 8-15,0-3 0 0,3 0 0 0,3 3 0 16,-2-2 0-16,2 2 0 0,-3-3 0 15,3 0 0-15,0 3 0 0,-3 0 0 0,3-2 0 0,0-1 0 16,-3 3 0-16,3 0 0 0,-3 0 0 0,0 0 0 16,0 0 0-16,1 0 0 0,-4 0 0 0,0 0 0 15,0 0 0-15,0 3 0 0,-3-1 0 0,3-2 0 16,0 3 0-16,1 0 0 0,-1-3 0 0,-3 2 0 16,3 1 0-16,3 0 0 0,-3-3 0 0,3 2 0 15,0 4 0-15,0-4 0 0,3-2 0 0,-2 5 0 16,2-2 0-16,0 0 0 0,3-1 0 0,-3 1 0 15,3 0 0-15,0-1 0 0,0 4 0 0,0-4 0 16,0 1 0-16,3 0 0 0,-3-1 0 0,0 3 0 0,6-5 0 0,-3 3 0 0,-3 2 0 16,0-2 0-16,3 2 0 0,-3-2 0 15,0 2 0-15,0-2 0 0,1 0 0 0,2-1 0 0,-3 4 0 16,0-4 0-16,0 3-12 0,0-2 0 0,0 2 0 0,0-2 0 31,0 0-12-31,0-1-4 0,0 4 0 0,0-4 0 16,0 1-20-16,0 0-5 0,3 2-1 0,-3-2 0 0,0-1-102 15,3 1-20-15,3-3-4 0</inkml:trace>
  <inkml:trace contextRef="#ctx0" brushRef="#br2" timeOffset="189483.702">22401 7970 1337 0,'-3'-11'28'0,"-3"3"6"0,3 0-34 0,1-2 0 0,-1-1 0 0,0 3 0 16,0 0 109-16,0 0 15 0,3 0 4 0,-3 3 0 31,3-3-52-31,0 5-9 0,0-2-3 0,0 5 0 0,0 0 52 0,0 0 9 0,0 0 3 0,0 0 0 15,0 0-103-15,0 0-25 0,0 0 0 0,0 0 0 16,-3 5 0-16,0 1 0 0,0 2 0 0,0 2 0 16,0 6 0-16,-3 0 0 0,3 3 0 0,-3-1 0 15,3 3 0-15,-3 0 0 0,0 3 0 0,0 0 0 16,-3 3 0-16,3-4 0 0,0 4 0 0,-3 2 0 16,3 0 0-16,-3 5 0 0,3 3 0 0,0 3 0 15,1-5 0-15,-1-1 0 0,3 0 0 0,-3-2 0 16,3-3 28-16,0 0 0 0,3-5 0 15,-3 3 0-15,0-1-28 0,0 0 0 0,3-2 0 0,0 5 0 16,-3-5 0-16,3-3 8 0,0 3-8 0,3-3 0 16,-3-2 0-16,0-3 0 0,0 0 0 0,0-3 0 15,0-3 0-15,0 1 10 0,0 0-2 0,0-3-8 16,0-3 19-16,0 3-3 0,3-3-1 0,-3-2 0 16,0-3-1-16,3 5 0 0,0 0 0 0,-3 1 0 15,0-6 2-15,3 2 0 0,3 1 0 0,-3 0 0 16,0-1-1-16,3-2 0 0,-1 0 0 0,-2 0 0 15,3 0-6-15,0 3-1 0,3-3 0 0,-3 0 0 16,3 2-37-16,0-2-8 0,0 0-2 0,0 3 0 16,0-3 39-16,3 0 0 0,-3 0 0 0,3 0 0 0,0 3 44 0,2-3 16 15,-2 0 3-15,3 2 1 0,-3-2-52 0,0 3-12 0,3 0 0 0,0-3 0 32,0 2-18-32,0 1-6 0,-1 0-2 0,-2-3 0 0,3 2 26 0,-3 1 0 0,-3-3 0 0,3 3 0 15,0-3 0-15,0 2 0 16,0-2 0-16,0 0-8 15,-1 0 8-15,1 0 0 0,3 0 0 0,0 3 0 0,0-3 20 0,0 0 5 0,3 0 2 16,0 3 0-16,0-3-27 0,-1 2 0 0,4-2 0 0,0 0 0 16,0 3-19-16,0-3-9 15,3 2-1-15,-1 1-1 0,1-3 30 0,0 0 0 0,0 0 0 0,3 3 0 16,-1-3 18-16,4 0 10 0,6 0 1 0,0 2 1 16,-4 1-30-16,4 0 0 0,3-1 0 0,-4 1 0 31,1-3-16-31,-3 3-10 0,0-1-2 0,2-2 0 0,-2 0 45 0,3 0 9 0,0 0 2 0,2 0 0 15,-2 3-28-15,0-3 0 0,-1 0 0 0,1 3 0 16,-6-6-11-16,3 3-7 0,-4-3-2 0,4 1 0 16,-3-1 32-16,3 0 7 0,-4-2 1 0,4 2 0 15,0 1-20-15,-3-1 0 0,-1 0 0 0,4 1 0 16,-6-1-8-16,0 1-6 0,0-1-1 0,-1 0 0 16,-2-2 24-16,0 2 5 0,0-2 1 0,0 2 0 15,-1 1-15-15,1-1 0 0,0 0 0 0,0 1 0 16,-3-1 0-16,0-2 0 0,-1 2 0 0,1 3 0 15,-3-5 0-15,0 5 0 0,0-3 0 0,-3 3 0 16,0-2 0-16,-1 2-18 0,-2 0 4 0,0-3 1 16,0 3 21-16,0 0 4 0,0-3 0 0,-3 3 1 15,3-2-13-15,-3 2 0 0,3 0 0 0,0 0 0 16,-4 0 0-16,1 0 0 0,3-3 0 0,-3 3 0 0,0 0 0 16,0 0 0-16,-3-3 0 0,3 3 0 0,-3-2 0 15,0 2 0-15,0-3 0 0,-3 3 0 16,-3 0 0-16,3-5 0 0,-3 5 0 0,3-3 0 15,-3-2 0-15,0 2 0 0,0-2 0 0,0 0 0 0,0-1 0 0,0-2 0 0,-3-2 0 0,3 2 0 16,-3-5 0-16,0-1 0 0,0 1 0 0,3-5 0 16,-3 2 0-16,0-3 0 0,3-2 0 15,-3 0 0-15,3 2 0 0,0-2 0 0,0 3 0 0,0-3 0 16,0 2 0-16,0 1 0 0,0-4 0 0,0 4 0 16,0-3 0-16,3-1 0 0,-3-1 0 0,6-1 0 15,-3-3 0-15,0 1 0 0,0-1 0 0,3 1 0 16,-3 0 33-16,3 2 4 0,-3 0 1 0,3 3 0 15,0 2-26-15,-3 3-4 0,2 0-8 0,1 1 11 16,0 1-11-16,0 1 12 0,-3 3-12 0,3-4 12 16,-3 4-4-16,0-3-8 0,0-1 12 0,0 4-4 15,0-4-8-15,0 1 10 0,0 3-10 0,0-4 10 16,-3 4-10-16,3-1 0 0,-3 1 9 0,0-1-9 16,0 1 8-16,-3-1-8 0,3 0 10 0,0 1-10 15,-3 2 0-15,3-3 8 0,-3 3-8 0,3 0 0 16,-3 0 0-16,0 0 0 0,0 1 0 0,0 1 0 15,0-2 8-15,0 3-8 0,-3 0 0 0,3-1 0 16,-3 1 0-16,0 3 8 0,0-4-8 0,-2 4 0 16,2-1 0-16,-3 0 0 0,0-2 0 0,0 5 0 15,-3-3 0-15,3 3-13 0,-3-2 1 0,-3-1 0 0,3 3 12 0,0 0 13 0,-3 0-2 16,4 0-1-16,-4 0-10 0,0 0-14 0,3 3 3 16,-3-3 1-16,-3 0 10 0,3 0 0 0,-3-3 10 15,1 3-10-15,-4-3 0 0,-3 3 0 0,3-2 0 16,-6 2 0-1,3 0 0-15,-2 0 0 0,-1 2 0 0,0-2 0 0,3 3 0 0,0 2 0 16,1-2 0-16,-1 0-10 0,3-1 10 0,0 1 0 0,0 0 0 0,-2-1 0 16,2 1 0-16,0-3 0 0,0 3 0 0,0-1 0 15,-3-2 0-15,4 5 0 0,-4-2-9 0,0 0 9 16,0-1 0-16,0 1 0 0,3 0 0 16,1-1 0-16,-1 1 0 0,0 0 0 0,3-1 0 0,-3 1 0 15,3-3 0-15,-2 3 0 0,-1-3 0 0,0 0 0 16,0 0 0-16,-3 0 0 0,3-3 0 0,-2 3 0 15,-1 0 0-15,3 0-14 0,-3 0 2 0,0 0 0 16,3 0 12-16,1 0 0 0,-1 0 0 0,0 0 0 16,0-3 0-16,3 3 0 0,-3-2 0 0,4-1 0 15,-4-2 0-15,0 2 0 0,0-2 0 0,0-1 0 16,-3 1 0-16,4 0 0 0,-4 0 0 0,-3-1 0 16,3 4 0-16,3-1 0 0,-2 0 0 0,-1-2 0 15,3 5 12-15,0-3-2 0,3 3 0 0,0 0 0 16,0-2-10-16,1-1-17 0,-1 0 4 0,3 1 1 15,0-1 12-15,0 1 16 0,0-1-3 0,0 0-1 16,0-2-12-16,4 5 0 0,-1-3 0 0,-3 1 0 0,3-1 0 16,0 3 0-16,0-3 0 0,0 3 0 0,0-2 0 15,0 2-18-15,3 0 4 0,-3 0 1 16,1 0 21-16,-1 0 4 0,3 0 0 0,-3 0 1 0,3 0-13 0,-3 0 0 0,3 2 0 0,-3-2 0 16,3 0 0-1,0 3-18-15,0-3 4 0,0 3 1 16,0-1 13-16,1 1 0 0,-1-3 0 0,0 3 0 15,-3-1 0-15,3 1 0 0,-3-3 0 0,0 5 0 0,0-5 8 0,0 0 4 0,-3 3 0 0,0-3 1 16,1 2-13-16,-1 1 0 0,-3-3 0 0,3 3 0 16,-3 2 0-16,3 0 0 0,0-2 0 0,3 5 0 15,-2-3 0-15,5 1 0 0,0 1 0 0,0 1 0 32,3-2-100-32,3 2-22 0,0 0-5 0,3-1-1 0,3-1-102 0</inkml:trace>
  <inkml:trace contextRef="#ctx0" brushRef="#br2" timeOffset="192498.709">13948 7877 763 0,'-3'5'32'0,"3"3"-32"15,-3-2 84-15,3-6 9 0,0 5 3 0,0-5 0 16,0 5-16-16,0-5-2 0,0 0-1 0,-3 8 0 16,3-8-8-16,0 0-1 0,0 0-1 0,0 0 0 15,0 0-1-15,0 0 0 0,-3 5 0 0,3-5 0 16,0 0 2-16,-3 3 0 0,-3-3 0 0,0 0 0 15,0-3-4-15,0-2 0 0,3 0 0 0,-3 0 0 16,0-6-13-16,0-2-3 0,3 0-1 0,-3-1 0 16,3-2 2-16,0-2 1 0,3-1 0 0,-3 1 0 15,3-1-50-15,3 1-24 0,-3-3 3 0,0 0 0 0,3-1 21 16,0 1 0-16,0-3 10 0,0 1-10 0,0-1 15 0,0 3-4 16,0-3-1-16,0 0 0 0,-3 5 7 0,3 1 2 15,-3 2 0-15,0 0 0 0,-3 3 2 16,3 0 1-16,0-1 0 0,-3 7 0 0,3-4-12 15,0 6-2-15,0-3-8 0,0 2 12 0,0-2-12 16,0 6 0-16,0-3 0 0,0 5 0 0,0 0 22 0,0 0-2 0,0 0 0 0,0 0 0 16,0 0-20-1,0 0 0-15,0 0 0 0,0 0 0 0,0 0 0 0,0 0 0 16,0 0 0-16,0 0 0 0,0 0 0 0,0 0 0 0,0 0 0 0,6 5 0 16,-3-3 0-16,3 4 0 0,0-4 0 0,-3 1 0 15,6 2 0-15,-3-2 0 0,0 2 0 0,0 1 0 16,0-4 0-16,3 4 0 0,0-4 0 0,0 3 0 15,0 1 0-15,-1-4 0 0,4 4 0 0,0-4 0 16,0 4 0-16,-3-4 0 0,3 4 0 0,3-1 0 16,-3-3 0-16,0 1 0 0,0 0 0 0,0-3 0 15,-1 2 0-15,4-2 0 0,0 3 0 0,-3-3 0 16,3 0-47-16,3-3-13 0,-3 3-4 0,3 0 0 16,-1-2 79-16,1 2 15 0,3 0 3 0,-3-3 1 15,0 0-34-15,0 3 0 0,0-2 0 0,-1 2 0 16,-2-3 0-16,3 3 0 0,0-2 0 0,-3 2 0 15,3 0 31-15,-6 0-1 0,3-3 0 0,-4 3 0 16,4-3-30-16,-3 3 0 0,3-2 0 0,-3-1 0 16,0 3 0-16,0-3 0 0,0 3 0 0,0-2 0 15,0 2 0-15,2 0 0 0,-2-3 0 0,0 3 0 16,3-3-18-16,0 3-10 0,0 0-1 0,-3 0-1 16,3 0 30-16,0 0 0 0,-1 0 0 0,1 3 0 15,-3-3 0-15,3 0 0 0,0 0 0 0,0 0 0 0,-3 0 0 16,3 0 0-16,0 0 0 0,-1 0 0 0,-2 0 0 15,0 0 0-15,0 0 0 0,0 0 0 0,0 0-8 0,0-3 8 16,0 3 0-16,3-2-9 0,-3-1 9 0,0 0 0 0,2 3 0 0,1-2-8 16,0 2 8-16,0 0 0 0,0 0 0 0,3 0-8 15,-3 0 8-15,3 0 0 0,-1 0 0 0,1 0 0 16,0 0 0-16,0 0 0 0,3 2 0 0,-3-2 0 16,0 3 0-16,-1 0 0 0,1-3 0 0,0 0 0 15,0 2 0-15,0-2 0 0,3-2 0 0,-3 2 0 16,5 0 0-16,1 0-8 15,0-3 8-15,3 3 0 0,0 0 0 0,-4 3 0 0,4-3 0 0,0 0 0 16,-3 2 0-16,3-2 0 0,-4 0 0 0,1 0 0 16,-3 0 0-16,3 0 0 0,-3-2 0 0,-1 2 0 15,4-3 0-15,0 0 0 0,0 1 0 0,0 2-8 16,3 0 8-16,-4 0 0 0,4-3 0 0,-3 3 0 16,0 3 0-16,0-3 0 0,-1 0 0 0,-2 2 0 15,0-2 0-15,0 0 0 0,-3 0 0 0,0-2 0 16,2 2 0-16,1 0 0 0,-3-3 0 0,3 1 0 15,3 2 0-15,0 0 0 0,-1-3 0 0,1 0 0 16,0 3 0-16,3 0 0 0,0-2 0 0,-4 2 0 16,1 0 0-16,0 0 0 0,0 0 0 0,0-3 0 15,-3 0 0-15,-1 3 0 0,4-2 0 0,-3-4 0 16,0 4 0-16,3 2 0 0,-1-3 0 0,4 0 0 0,-3 3 0 16,0-2 0-16,3 2 0 0,-1 0 0 0,-2 2 0 0,0-2 0 15,0 0 0-15,0 0 0 0,0 0 0 0,-1 0 0 16,-2-2 0-16,3-1 0 15,0 0 0-15,3 1 0 0,-1-1 0 0,1 3 0 16,3 0 0-16,0 0 0 0,-4 3 0 0,4-3 0 0,0 2 0 0,-3-2 0 0,0 0 0 16,-1 3 0-16,1-3 0 15,0 0 0-15,-3-3 0 0,6 3 0 0,-1 0 0 0,1 3 0 0,3-3 0 16,0 0 0-16,-4 3 0 0,4-1 0 0,-3 1 0 0,3 0 0 16,-4-3 0-16,-2 0 0 0,0 0 0 0,3 0 0 15,-1 0 0-15,4 0 0 0,0 0 0 0,3 2 0 16,-1-2 0-16,1 3 0 0,-3 0 0 0,3-1 0 15,-4-2 0-15,1 0 0 0,-3 0 0 0,6-2 0 16,-4 2 0-16,1 0 0 0,6-3 0 0,-4 0 0 16,1 3 0-16,0 0 0 0,0 3 0 0,-1-3 0 15,-2 0 0-15,0-3 0 0,0 1 0 0,2-1 0 16,1 0 0-16,0 1 0 0,2-1 0 0,1 3 0 16,-3-3 0-16,0 3 9 0,-1 0-9 0,4 0 10 15,-3 0-10-15,-4-2 0 0,4-1-10 0,3 1 10 16,-3 2 0-16,2 0 0 0,1 0 0 0,3 0 0 15,-4 0 0-15,-2 0 0 0,0 0 0 0,-1 0 10 16,4 0-10-16,-3-3 0 0,3 0-10 0,-1 3 10 16,1 0 0-16,0 0 0 0,-1 3 0 0,1 0 0 15,-3-3 0-15,-1 0 0 0,1 0 0 0,0-3 0 16,0 3 0-16,2-3 0 0,1 3 0 0,0 0 0 16,-1 0 0-16,-2 0 0 0,0 0 0 0,0 3 0 15,-1-3 0-15,-2-3 0 0,0 3 0 0,3 0 0 16,-4-2 0-16,4 2 0 0,-3-3 0 0,2 3 0 15,1 0 0-15,-3 3 0 0,0-3 0 0,-1 2 0 0,-5-2 0 0,0 0 0 16,0-2 0-16,0 2 0 0,-1 0 0 0,1-3 0 0,3 0 0 0,-3 3 0 16,-1 0 0-16,1 0 0 0,0 3 0 0,3-3 0 15,-6 3 0-15,-1-3 0 0,1 0 0 0,0 2 0 16,-3-2 0-16,0 0 0 0,0 0 0 0,-1-2 0 16,4 2 0-16,-3 0 0 0,3-3 0 0,0 0 0 15,0 3 0-15,2 0 0 0,-2 0 0 16,0 0 0-16,0 0 0 0,3 3 0 15,-4 0 0-15,1-3 0 0,-3 2 0 0,3-2 0 0,-3 0 0 16,2 3 0-16,1-3 0 0,-3 0 0 0,6-3 0 0,-3 3 0 16,0 0 0-16,2 0 0 0,1 3 0 0,0-3 0 15,-3 3 0-15,2-1 8 0,-2-2-8 0,0 5 10 16,0-5-10-16,0 3 0 0,-3 0 0 0,2-1-11 16,1-2 11-16,-3 0 0 0,3 0 0 0,-3 0 0 15,5 0 0-15,-2 3 0 0,0-6 0 0,3 6 0 16,-3 0 0-16,0-3 0 0,2 2 0 0,-2 4 0 15,0-4 0-15,0-2 0 0,0 3 0 0,-4 0 0 16,1-1 0-16,3-2 0 0,-6 0 0 0,3 0 0 16,0 0 0-16,2 0 0 0,-2-2 0 0,3 2 0 15,0 0 0-15,0 0 0 0,-1 0 0 0,1 0 0 16,-3 0 0-16,3 2 0 0,-3-2 8 0,0 0-8 16,-1 3 0-16,-2-3 0 0,0-3 0 0,0 3 0 15,0 0 0-15,0-2 0 0,0-1 0 0,-1 0 0 16,-2 1 0-16,3-1 0 0,0 0 0 0,0 1 0 15,0-1 0-15,-3 0 0 0,3 1 0 0,-4 2 0 0,1-3 0 16,3 3 0-16,-3 0 0 0,-3 0 0 0,3 0 0 0,-3 0 0 16,3 0 0-16,-3 0 0 0,-1 0 0 15,1 0 0-15,0 0 0 0,-3 0 0 16,3 0 0-16,-3 0 0 0,0 0 0 0,0 0 0 0,0 0 0 0,0 0 0 0,0 0 0 0,-3 0 0 16,3 0 0-16,-1-3 0 0,1 3 0 0,-3 0 0 15,3 0 0-15,0-2 0 0,-3 2 0 0,3 0 0 16,0 0 0-16,0 0 0 0,0 0 0 0,0 0 0 15,3 0 0-15,-3 0 0 0,3 0 0 0,-4 2 0 16,1-2 0-16,0 0 0 0,0 3 0 0,0 0 0 16,-3-1 0-16,3-2 0 0,0 3 0 0,0 0 0 15,-3-1 0-15,3-2 9 0,-3 3-9 0,0 0 0 16,0-1 10-16,0 1-10 0,-3 0 8 0,3-1-8 16,0 4 11-16,-4-4-3 0,1 3-8 0,-3-5 12 15,6 3-4-15,-6-3-8 0,3 5 11 0,3 1-11 16,-3-4 10-16,0 4-10 0,3-4 8 0,-3 4-8 15,0-1 8-15,0-3-8 0,0 4 8 0,0-1-8 16,0 0 11-16,3 1-3 0,-3-4-8 0,0 4 12 16,0-1-2-16,0 0-1 0,-3-5 0 0,3 5 0 15,0 3 3-15,0-2 0 0,0-1 0 0,0 3 0 16,0-3-2-16,0 1 0 0,0-1 0 0,-3 3 0 16,3-3-2-16,-3 0-8 0,0 1 12 0,3 2-4 15,-3-1-8-15,0-1 10 0,0-1-10 0,0 3 10 16,3-3-10-16,-3 1 8 0,0 2-8 0,0-3 8 0,0 3-8 15,0 0 0-15,0 0 0 0,0 0 8 0,0-3-8 0,-3 3 10 0,3 0-10 0,0 0 10 16,0 0-10-16,-3-3 8 0,3 3-8 0,0 0 8 16,0-3-8-16,-3 0 0 0,0 3 0 0,3-2 8 15,-3-1-8-15,3 0 0 0,0 3 0 0,-3-3 8 16,3 1-8-16,0-1 0 0,-3 0 0 0,3-5 0 16,0 6 0-16,-3-1 0 0,3-5-12 0,0 5 12 31,0-5-52-31,0 0-2 0,0 3-1 0,0-3 0 15,0 0-167-15,0 0-34 0</inkml:trace>
  <inkml:trace contextRef="#ctx0" brushRef="#br2" timeOffset="193720.898">16674 7300 1333 0,'0'0'56'15,"0"0"-44"-15,0 0 93 16,0 0 19-16,0 0 4 0,0 0 1 16,0 0-52-16,0 0-10 0,0 0-3 0,0 0 0 15,0 0 0-15,0 0 0 0,0 0 0 0,0 0 0 16,0 0 0-16,0 0 0 0,0 0 0 0,0 0 0 0,-6 6-51 0,6-6-13 0,0 0 0 0,0 0 0 16,-8 0 54-16,8 0 8 0,0 0 2 0,-6 0 0 31,0-6-52-31,6 6-12 0,-3-5 0 0,-3 0 0 15,3-1 0-15,-3-2 0 0,3 1 0 0,0-1 0 0,0-3 54 0,0 0 8 0,0-2 2 0,0 0 0 16,-3-3-52 0,3 0-12-16,0-5 0 0,0 0 0 0,-3-3 0 0,3-2 0 0,0-1 0 0,-3 1 0 15,3-1 0-15,-3 3 0 0,3 1 0 16,-3-4 0-16,0 1 0 0,0-1 0 0,0 1 0 0,0-6 0 16,1 0 0-16,-4-2 0 0,0-3 0 15,0 0 0-15,0 2 0 0,0 4 0 0,0-4 0 0,-3 1 0 16,3 2 0-16,-3-2 0 0,3 2 0 0,-3-5 0 15,3-3 0-15,1 1 0 0,-4-6 0 0,3 2 0 16,-3 4 27-16,3 1 2 0,-3 7 1 0,3-6 0 16,0 0-17-16,3-3-3 0,-3 0-1 0,0-2 0 15,3 2 5-15,0-2 1 0,0 2 0 0,0 1 0 16,3 1-4-16,-2 4-1 0,-1 2 0 0,3-2 0 16,0-3-10-16,0-3 0 0,0 0 0 0,-3-2 0 15,6 5 0-15,-3 0 0 0,3 3 0 0,-3 2 0 16,0 0 0-16,3 6 0 0,-3-1 0 15,0-2 0-15,0 0 53 0,0-3 9 0,0 1 2 0,0-4 0 16,0 3-52-16,0 3-12 0,0 0 0 0,0-3 0 16,0 9 0-16,0-1 0 0,0 3 0 0,-3-1 0 15,3 4 0-15,0-1 0 0,0 1 0 0,0-6 0 0,0 6 0 0,0-4 0 0,0 1 0 16,0 3 0-16,3-6 0 0,-3 3 0 0,3-3 0 16,0 0 0-16,-3 6 0 0,3-4 0 0,0 4 0 15,0-1 0 1,0 3 0-16,0 1 0 0,0 4 0 0,0-2 0 0,3 5 0 15,-3-3 0-15,0 3 0 0,0 0 0 0,3 0 0 0,-3 3 0 16,0 0 0-16,3 2 0 0,-3 3 0 0,0-8 0 0,0 8 0 0,0 0 0 16,3-8 0-16,-3 8 0 0,3-2 0 0,-3 2 0 15,0 0 0-15,0 0 0 0,3-3 0 0,-3 3 0 16,0 0-48-16,0 0-13 0,6-3-3 0,-6 3 0 16,0 0-51-16,3 0-10 0,-3 0-3 0</inkml:trace>
  <inkml:trace contextRef="#ctx0" brushRef="#br2" timeOffset="194407.997">16180 4345 1094 0,'0'0'46'15,"0"0"-37"-15,0 0 95 0,0 0 20 0,0 0 3 0,0 0 1 16,0 0 0-16,0 0 0 0,0 0 0 0,-6 0 0 16,6 0-52-16,-6 5-9 0,6-5-3 0,-6 3 0 15,6-3-51-15,-6 5-13 0,3 0 0 0,-2 1 0 16,2-1 0-16,0 0 0 0,0 3 0 0,-3-3 0 16,3 3 0-16,0-2 0 0,0 4 0 0,0-2 0 15,0 0 0-15,-3 5 0 0,3-5 0 0,-3 0 0 16,0 3 0-16,-3-1 0 0,3 1 0 0,-3 2 0 15,3 0 34-15,-3-2 4 0,0 2 1 0,3 0 0 16,-3 1-63-16,3-1-12 0,1-3-2 0,-1 4-1 16,0-6 39-16,0 2 0 0,0-2 0 0,3 0 0 15,-3 0 0-15,3-5 0 0,3-3 0 0,0 0 0 16,0 0 44-16,0 0 16 0,0 0 3 0,0 0 1 16,3-3-52-16,-3-5-12 0,6 0 0 0,-3-2 0 15,3-4 0-15,3 1 0 0,-3-3 0 0,2 0 0 16,1 3 0-16,0-3 0 0,3 3 0 0,-3-3 0 15,0 3 0-15,0-3 0 0,0 0 0 0,0 3 0 0,0-6 53 0,-3 6 8 16,0-5 2-16,0 7 0 0,0-5-50 0,-3 3-13 0,0 5 0 16,3 0 0-16,-3-3 56 0,-1 6 7 0,1 3 1 15,-3 2 0-15,3-3-52 0,-3 3-12 0,0 0 0 0,6 3 0 16,0-1 0-16,0 3 0 0,0 1 0 0,3 2 0 16,0 0 0-16,0 0 0 0,3 2 0 0,0 1 0 15,0-3 0-15,3 2 0 0,0 1 0 16,-1-1 0-16,4-2 0 0,-3 0 0 15,0 3 0-15,0 0 0 0,0-4 54 0,-3 9 8 0,0-8 2 16,-3 3 0 0,-1-1-103-16,-2 1-20 0,0-3-4 0</inkml:trace>
  <inkml:trace contextRef="#ctx0" brushRef="#br2" timeOffset="205063.745">13421 6091 1337 0,'0'0'28'0,"0"0"6"0,0 0-34 0,0 0 0 0,-3-3 0 0,3 3 0 16,0-7 41-1,-3 1 2-15,3 4 0 0,0 2 0 0,0-6-18 0,0 6-3 0,3-8-1 0,-3 3 0 16,3 2 34-16,0-2 6 0,0 0 2 0,0 0 0 15,3-1-22-15,-3 1-4 0,3 0-1 0,3-1 0 16,0 1-5-16,3 2-2 0,-4-2 0 0,7 0 0 16,0 0 0-16,3-1 0 0,0-2 0 0,0 3 0 15,0-3 5-15,3 0 1 0,-4 0 0 0,1 3 0 16,0-3-43-16,0 0-9 0,-3 3-2 0,-3-3 0 16,0 3 19-16,0-1 0 0,-4 1 0 0,1 2 0 15,0-2 0-15,-3 2 9 0,0 1-9 0,-3-1 8 16,-3 3-8-16,0 0 0 0,0 0 0 0,0 0 0 15,0 0 0-15,0 0 0 0,-3 5-12 0,-3 1 12 16,0-1-44-16,-3 3 0 0,3 0-1 16,-2 0 0-16,-4 0 36 0,0 0 9 0,-3 2 0 0,0-2 0 15,0 0 12-15,-3 3 4 0,3-3 0 0,-3 0 1 16,-2-1-27-16,2 1-6 0,3 0 0 0,-3 0-1 16,3 0 17-16,0 0 0 0,0-3 11 0,3 3-11 15,4-5 0-15,-1 2 0 0,3-2 0 0,0 2-12 16,6-5 12-16,0 0 0 0,0 0 0 0,0 0 0 15,0 0 28-15,0 0 9 0,0 0 2 0,0 0 0 16,6 0-20-16,0 0-4 0,3 0-1 0,-1-2 0 16,1-1-3-16,3 3-1 0,-3-5 0 0,3 2 0 0,3 0-10 15,-3-2 0-15,3 2 0 0,0-2 0 16,0 0-53-16,2 0-7 0,1-1 0 0</inkml:trace>
  <inkml:trace contextRef="#ctx0" brushRef="#br2" timeOffset="206011.843">15332 6096 1337 0,'0'0'28'0,"0"0"6"0,0 0-34 0,0 0 0 0,0 0 0 0,0 0 0 16,0 0 44-16,0 0 3 0,0 0 0 0,0 0 0 15,6 0 13-15,0 0 4 0,0 0 0 0,0-2 0 16,0-1-8-16,3 0 0 0,0-2-1 0,0 3 0 15,-1-4-23-15,4 1-5 0,0-3-1 0,3 3 0 16,-3-1 30-16,3 1 7 0,0-3 1 0,3 3 0 16,-3-3-64-16,-1 5-26 0,1-2 2 0,0 0 0 0,0-1 24 15,-3 1 0-15,-3 0 0 0,0 2 0 0,0-2 8 0,-3 2-8 16,0 3 8-16,-6 0-8 0,0 0 9 0,0 0-9 16,0 0 12-16,0 0-12 0,-9-2 16 0,0 2-4 0,0 2-1 15,-6-2 0 1,3 3-60-16,-3 0-12 0,-3 2-3 0,0-3 0 0,1 4 38 0,-1-1 7 15,0 0 2-15,0 1 0 16,3-1-24-16,0 0-5 0,0 3-1 0,1-3 0 0,5 1 38 0,-3-1 9 16,3-2 0-16,3 2 0 0,-3-2 0 0,9-3 0 0,-3 5 0 15,3-5 0-15,0 0 42 0,0 0 10 0,0 0 3 16,0 0 0-16,0 5-37 0,0-5-7 0,3 3-2 0,0 0 0 16,3-1-9-16,0 1 0 0,3-3 0 0,-3 2 0 15,6-2 53-15,-4 0 9 0,4 0 2 0,0-2 0 16,0 2-52-16,3-3-12 0,0 1 0 0,0-1 0 15,3 0 0-15,-3 1-10 0,5-4 2 0</inkml:trace>
  <inkml:trace contextRef="#ctx0" brushRef="#br2" timeOffset="206806.795">16323 3427 1580 0,'-3'-11'67'0,"0"6"-54"15,0-1 71-15,-3 1 13 0,3 2 3 0,-3-2 1 16,6 5-15-16,-6 0-3 0,0-2-1 0,0 2 0 16,-2 2-58-16,2 3-12 0,-3-2-3 0,0 2 0 15,0 3 22-15,-3 6 4 0,3-4 1 0,0 3 0 16,-3 3-27-16,0 0-9 0,0 3 0 0,-3-1 9 15,1 3-9-15,-1-2 0 0,-3 5 0 0,0-3 0 16,-3-8-12-16,3 6-5 0,-3-4-1 0,1 4 0 16,-1-3-36-16,0-3-7 0,0 3-2 15,0 0 0-15,0-3-121 0,1-2-24 0</inkml:trace>
  <inkml:trace contextRef="#ctx0" brushRef="#br2" timeOffset="207083.979">15847 3313 1337 0,'0'0'56'15,"0"0"-44"-15,0 0 92 0,0 0 20 0,0 0 3 0,0 0 1 16,0 0-62-16,3 5-12 0,3 0-2 0,-3 3-1 31,3 0 7-31,0 5 2 0,0 3 0 0,0 0 0 16,0 5-40-16,3 1-8 0,-1-4-2 0,1 9 0 0,3-6-10 0,0-3 8 0,0 3-8 0,3-2 8 15,0 5-8-15,-3-11 0 0,3 5 0 0,0 1 0 16,2 0 0-16,-2-4 0 0,0-1 9 0,0 2-9 16,-3-3 0-16,0 0 0 0,0 0 0 0,0 3 0 15,0-8-9-15,-4 3 0 0,1-3 0 0,0 2 0 16,-3-2-51 0,3-8-11-16,-3 3-1 0</inkml:trace>
  <inkml:trace contextRef="#ctx0" brushRef="#br2" timeOffset="207334.729">16296 3644 1337 0,'0'0'56'16,"-3"7"-44"0,0-4 92-16,0 2 18 0,0 6 4 0,0-8 1 15,3 5-19-15,0 0-3 0,-2-1-1 0,2 4 0 16,0 0-63-16,2-1-13 0,-2 6-2 0,3-5-1 15,-3 5 31-15,3-3 7 0,0 3 1 0,0 2 0 16,3-5-52-16,-3 3-12 0,3 0 0 0,-3-3 0 16,3 3 0-16,0-5 0 0,-3 2-12 0,3 0 12 0,-3-2 0 15,3-3 0-15,-3 2 0 0,0-2 0 0,-3-2 0 16,3 2-13-16,0 0 4 0,-3-8 1 16,0 0-112-16,0 2-21 0,0-2-5 0</inkml:trace>
  <inkml:trace contextRef="#ctx0" brushRef="#br2" timeOffset="209904.755">7908 8496 1580 0,'0'0'67'0,"-6"0"-54"15,-3-2 92-15,-3-1 19 0,4 0 3 16,-4 3 1-16,0 0-48 0,-3 0-8 0,3 3-3 0,-3 0 0 15,-3-1-8-15,0-2-1 0,3 6-1 0,-2-4 0 16,-1 1-24-16,0 0-5 0,-3 2-1 0,0-3 0 16,-3 4-9-16,1-4-3 0,-4 1 0 0,-3 2 0 15,3-2-17-15,0 2 8 0,1-2-8 0,-4 2 0 16,6 1 19-16,-3-1-3 0,6 0-1 0,-2 0 0 16,2 1-15-16,3-4 0 0,0 4 0 0,0-4 0 15,0 4 0-15,4-4 0 0,-4-2 0 0,3 3 0 16,3-1-11-16,-3 1-5 0,6-3 0 0,-3 3-1 15,6-3-24-15,0 2-5 0,6-2-1 16,0 0 0-16,0 0-76 0,0 0-15 0,0 0-3 0</inkml:trace>
  <inkml:trace contextRef="#ctx0" brushRef="#br2" timeOffset="210349.688">7652 8322 1792 0,'0'0'51'0,"-6"-3"10"0,3 0-49 16,-3 1-12-16,6 2 0 0,-6-3 0 0,3-2 92 0,3 5 15 0,-5-3 3 0,5 3 1 15,-3-3-48-15,3 3-10 0,0 0-1 0,0 0-1 16,0 0-18-16,0 0-3 0,0 0-1 0,0 0 0 15,0 0-29-15,3-2 8 0,2 2-8 0,1 0 0 16,3 0 0-16,0 2 0 0,0 1 0 0,0 0 0 16,3-1 54-16,0 1 8 0,0 0 2 0,3 2 0 15,0 0-52-15,0 3-12 0,2-2 0 0,1-1 0 16,-3 3 0-16,0 0 0 0,0 0 0 0,-3 2 0 16,0-2 0-16,-3 0 0 0,0 3 0 0,-3-3 0 15,-1 2 0-15,-2-2 0 16,-3 3 0-16,-3-1 0 0,0 1 0 0,-2-1 0 0,-1-2 0 15,-3 3 0-15,-3 0 54 0,3-3 8 0,-3-1 2 0,0 1 0 16,0 0-52-16,0 0-12 0,0 0 0 0,-3 0 0 16,6 0 0-16,-2 0-12 0,2-3 3 0,-3 3 0 15,6 0 9-15,-3-3 0 0,3 3 0 0,3-2 0 16,-3-1 0-16,6-5 12 0,0 0-2 0,0 0-1 16,0 0-58-16,0 0-12 0,0 0-3 0,0 0 0 15,0 0-188-15,0 0-37 0</inkml:trace>
  <inkml:trace contextRef="#ctx0" brushRef="#br2" timeOffset="-214414.331">16993 3458 1337 0,'0'0'56'15,"0"0"-44"1,0 0 107-16,0 0 21 0,0 0 5 0,-3 8 1 16,3-8-31-16,-3 6-7 0,3-6 0 0,0 0-1 15,-6 2-24-15,6-2-5 0,-3 5-1 0,3-5 0 16,-6 6-20-16,6-6-4 0,-3 8-1 0,-3-6 0 16,0 4-15-16,0 2-3 0,0-6-1 0,0 4 0 15,-3-1-9-15,3 3-3 0,-2 0 0 0,-4 2 0 16,3-2-9-16,-6 3-1 0,3-1-1 0,-3 1 0 15,0 5-10-15,0-6 8 0,-3 1-8 0,1 5 8 0,-1-6-8 16,0 9 0-16,0-8 0 0,0 4 0 0,0 4 0 0,3 0 0 0,-3-1 0 16,4-2 0-16,2 5 0 0,0-8 0 0,0 3 0 15,3 0 0 1,0-3-56-16,0-2-6 0,3-3-2 0,0 0 0 16,0-3-139-16,6-5-28 0,0 0-5 0</inkml:trace>
  <inkml:trace contextRef="#ctx0" brushRef="#br2" timeOffset="-214177.795">16597 3588 1569 0,'-3'-21'66'0,"0"0"-53"16,0 5 95-16,3-5 18 0,-3 5 4 0,0-3 1 15,3 3-3-15,0 6 0 0,0-1 0 0,0 3 0 16,0 0-51-16,0 3-10 0,0 5-3 0,0 0 0 16,0 0-51-16,6 3-13 0,0 5 0 0,-3-6 0 15,6 11 0-15,-3-2 0 0,3 2 0 0,0 0 0 16,0 3 54-16,0 0 8 0,3 3 2 0,-1-3 0 15,-2-3-64-15,3 5-21 0,0-2 0 0,-3 3 0 16,3-6 21-16,0 3 0 0,-3 0 0 0,3 5 0 16,-3-5 17-16,0 5 2 0,0-2 0 0,-1 2 0 15,-2 0-67-15,0-3-12 0,0 6-4 0,0-8 0 16,-3 5-51-16,3-10-10 0,-3 7-3 0</inkml:trace>
  <inkml:trace contextRef="#ctx0" brushRef="#br2" timeOffset="-213734.785">16898 3858 1831 0,'0'-19'38'0,"0"14"9"0,0 0-38 15,3-3-9-15,0-3 0 0,0 3 0 0,0-2 103 0,3 2 18 0,-1 0 4 0,1-3 1 16,0 3 2-16,0 3 0 0,0-3 0 0,3 0 0 16,-3 0-103-16,3 3-25 0,0 0 0 0,-3 2 0 15,3 3 56-15,0-5 7 0,0 2 1 0,-3 3 0 16,0 0-52-16,0 0-12 0,3 3 0 0,-4 2 0 15,-2-5 0-15,3 8 0 0,-3-5 0 0,0 5 0 16,0-3 0-16,-3 3 0 0,0 2 0 0,-3-2 0 16,3 0-48-16,-3 3-13 0,0-1-3 0,0-2 0 15,-3 3 45-15,4-3 9 0,-1 0 2 0,-3 0 0 16,3-3 8-16,0 0 11 0,3-5-3 0,0 0 0 16,0 0-8-16,0 0 0 0,0 0 0 0,0 0 0 15,0 0 0-15,0 0 0 0,6 0 0 0,0-8 0 16,2 6 0-16,1-4 0 0,3 1 0 0,0-3 0 15,0 3-9-15,0 2-4 0,3-2-1 0,-3 2 0 16,0 1 14-16,0 2 16 0,-3 0-3 0,-1 2-1 16,-2 1-2-16,0 2-1 0,0 3 0 0,-3 0 0 15,-3-3 1-15,-3 11 0 0,0-5 0 0,0-1 0 16,-6 6-1-16,1-2 0 0,-1-1 0 0,-3 5 0 16,0-7-9-16,-3 2 0 0,0 0 0 0,-3 1 0 15,3 1-16-15,0-4-9 0,-2 0-2 0,2 5 0 16,0-6 15-16,3 1 2 0,-3-1 1 0,0 1 0 15,0-3-94-15,0-3-18 0,0 6-4 0</inkml:trace>
  <inkml:trace contextRef="#ctx0" brushRef="#br2" timeOffset="-213349.556">16642 3294 1337 0,'-6'0'28'0,"0"-5"6"0,6 5-34 0,-6-3 0 0,0 3 0 0,6 0 0 15,-6-5 109-15,3 2 15 0,3 3 4 0,-6-5 0 16,6 5 0-16,0 0 0 0,-3-3 0 0,3 3 0 15,0 0-52-15,0 0-9 0,0 0-3 0,0-5 0 16,3 0-51-16,0 2-13 0,3-2 0 0,0 2 0 16,6 3 54-16,3-5 8 0,0 2 2 0,5 1 0 15,1-4-12-15,3 6-3 0,3-2 0 0,0-1 0 16,-1 3-13-16,-2 0-4 0,3 0 0 0,-6 0 0 16,3-5-19-16,-4 5-4 0,1-3-1 0,0 3 0 15,-3 0-8-15,3-5 0 0,-3 2 0 0,0 3 0 16,-4 0-16-16,1 0-8 0,0-5-1 0,-3 5-1 15,3 0 18-15,-6 5 8 0,3-5-8 0,-3 0 8 16,-3 0-156-16,3 3-25 0,-3-3-6 0</inkml:trace>
  <inkml:trace contextRef="#ctx0" brushRef="#br2" timeOffset="-210255.794">17919 3448 1580 0,'3'-6'67'0,"0"-1"-54"15,-3 1 136-15,3 4 27 0,-3-6 6 0,0 8 1 16,-3-3-88-16,3 3-18 0,-6-5-3 0,0 5-1 15,0 0-7-15,0 0-2 0,-3 2 0 0,0 4 0 16,0 2-51-16,-3 2-13 0,0 1 0 0,0 5 0 16,-3-1 0-16,3 7 0 0,-2-6 0 0,-1 5 0 15,-3-3 16-15,0 3 0 0,-6-2 0 0,3 2 0 16,-2 3-16-16,-1-8 0 0,0 5 0 0,-3 0 0 16,0 3-17-16,3 0 3 0,1 0 1 0,-1-1 0 15,3 1-52-15,0-8-11 0,6 5-1 0,-3-8-1 16,4 3-157-16,-4-5-31 0</inkml:trace>
  <inkml:trace contextRef="#ctx0" brushRef="#br2" timeOffset="-210000.355">17496 3556 1824 0,'-6'-37'38'0,"3"27"8"0,3-6-37 15,-3 0-9-15,3 3 0 0,-3 2 0 0,3 0 156 0,-3 4 28 0,3-1 7 0,-3 0 1 16,3 8-103-16,0 0-20 0,0 0-4 0,0 0-1 15,0 0-51-15,6 8-13 0,0-6 0 0,0 11 0 16,3-2 47-16,0 2 6 0,0 3 2 0,3 3 0 16,0-3-37-16,-1 5-7 0,4-5-2 0,-3 5 0 15,3-8 8-15,-3 5 2 0,3-2 0 0,-3 3 0 16,3-1-31-16,-3 1-5 0,0-1-2 0,-1 4 0 16,1-4 29-16,0 1 6 0,-3-1 0 0,3 1 1 15,-3-1-39-15,0-2-8 0,-3 0-2 0,0-3 0 16,0 0-116-16,0-2-23 0,0 2-5 0</inkml:trace>
  <inkml:trace contextRef="#ctx0" brushRef="#br2" timeOffset="-209598.582">18029 3678 1968 0,'0'0'41'0,"0"0"9"0,0 0-40 15,0 0-10-15,3-5 0 0,-3 5 0 0,0 0 110 0,3-3 20 0,-3 3 4 0,0 0 1 16,0 0-65-16,0 0-13 0,0 0-2 0,0 0-1 16,0 0-29-16,0 0-5 0,0 0-2 0,0 0 0 15,0 0-7 1,0 0-2-16,-6 3 0 0,0 5 0 0,0 0-9 0,-3-1 12 0,0 4-12 0,-3-3 12 16,0 3-12-16,0-1 0 0,-3 1 0 0,1-1 8 15,-1 4-8-15,0-1 0 0,0 0-12 0,3 0 12 16,0-2 0-16,0-1 0 0,3 1 0 0,0 2 0 15,0-5 0-15,6-3 0 0,-3 3 0 0,3 0 0 16,3 0 0-16,0-2 0 0,0-1 0 0,3-3 0 16,0 4 0-16,3-4 0 0,0 1 0 0,0 2 0 15,3-2 0-15,0-3 0 0,3 5 0 0,0-5 0 16,3 3 0-16,0-3 0 0,0 0 0 0,2 0 0 16,-2 0 0-16,3 0 0 0,0-3 0 0,-3 3 0 15,0 0 0-15,0-5 0 0,0 2 0 0,-1 3 0 16,-2-5 0-16,0 0 0 0,0 2 0 0,0-2 0 15,-3 2-59-15,0-2-4 0,-3 2-1 0,0-2 0 16,-3 2-160-16,-3-5-33 0</inkml:trace>
  <inkml:trace contextRef="#ctx0" brushRef="#br2" timeOffset="-209342.046">18127 3699 1607 0,'-6'-3'68'0,"0"1"-55"16,0-1 138-16,6 3 27 0,-3-2 6 0,3 2 0 15,0 0-44-15,0 0-10 0,0 0-2 0,0 0 0 16,0 0-102-16,0 0-26 0,0 0 0 0,-6 7 0 16,3-1 56-16,3 7 7 0,-3-5 1 0,3 3 0 15,0 2 0-15,0 3 0 0,0 2 0 0,0 3 0 16,0 3-52-16,3-3-12 0,-3 0 0 0,0 3 0 16,3-3 0-16,-3 1 0 0,0 1 0 0,3-4 0 15,-3-1 0-15,0 1 0 0,3 0 0 16,-3-1 0-16,0 1 0 0,0-6 0 15,0 5 0-15,0-2 0 0,0 3 0 0,0-3 0 0,0-1 0 16,0 1 0-16,0 3-48 16,3-9-13-16,-3 1-3 0</inkml:trace>
  <inkml:trace contextRef="#ctx0" brushRef="#br3" timeOffset="-190316.19">24896 6350 1075 0,'0'0'45'0,"-6"0"-36"16,3-2 102-16,-3 2 20 15,6 0 4-15,-6 0 1 0,6 0-42 0,-6 0-8 0,3-3-2 0,3 3 0 16,-6-3-22-16,6 3-5 0,-6 0-1 0,3-2 0 15,3 2-5-15,-6-3-2 0,0 1 0 0,3 2 0 16,-3 0-7-16,0-3-2 0,0 0 0 0,-3 3 0 16,4-2-9-16,-1 2-3 0,-3-3 0 0,0 3 0 15,0-3-8-15,0 1-3 0,-3 2 0 0,0-3 0 16,-3 0 2-16,0 1 0 0,0 2 0 0,0-3 0 16,1 0 2-16,-1 1 1 0,0-1 0 0,-3 0 0 15,-3 1-10-15,0 2-3 0,0-3 0 0,-2 1 0 16,-1-1-9-16,0 0 8 0,3 1-8 0,-3-1 8 15,1 0-8-15,2 3-16 0,0-2 4 0,0 2 1 16,3 0 11-16,0 0 0 0,0-3 0 0,4 0 0 16,-1 3 0-16,0 0 0 0,3-2 0 0,0 2 0 15,-3 0 49-15,3-3 12 0,0 3 3 0,-3 0 0 16,4 0-52-16,-1 0-12 0,0 0 0 0,0 0 0 16,0 0 0-16,0 0 0 0,0 0 0 0,3 0 0 15,-3 0 0-15,3 0 0 0,-3 3 0 0,4-3 0 16,-1 0 0-16,0 2 0 0,3-2 0 0,-3 3 0 15,3 0 0-15,-3-1 0 0,3 1 0 0,0 0 0 16,0 2 0-16,0-2 0 0,0 2 0 0,0-3 0 16,3 4 0-16,0-1 0 0,0 0 0 0,0 1 0 15,0-1-17-15,0 0-7 0,0 1 0 0,3 1-1 16,-3-1 25-16,3 2-8 0,0-3 8 0,0 3 0 16,0 0 0-16,0-3 0 0,3 3 0 0,-3 0 0 15,0 0 16-15,3 3 9 0,-3-4 2 0,3 4 0 0,-3-3-27 0,3 3 0 0,0-1 0 16,-3 1 0-16,3-1 0 0,-3 1 0 0,3 2 0 15,-3-2 0-15,3 2-18 0,-3 0-9 16,3 3-1-16,0 0-1 0,-3 2 29 0,0 1 0 0,3 2-8 0,-3-2 8 16,3 2 0-16,-3-3 0 0,3 4 0 0,0-4 0 15,-3 1 0-15,3-4 0 0,0 4 9 0,0-3-9 16,0 0 0-16,0 0 0 0,0-1 0 0,0-1-10 16,0 2 10-16,0-3 0 0,0 0 0 0,0 3 0 15,-3 0 22-15,3 0 6 16,-3 2 2-16,3 1 0 0,-3-1-30 0,0 1 0 0,3-1 0 0,-3 1 0 15,0-1 0-15,0 1 0 0,3-3 0 0,-3 2 0 16,0-2 0-16,0 0 0 0,3-3 0 0,-3 0 0 16,3 1 0-16,-3-1 0 0,3 0 0 0,-3 0 0 15,3 1 0-15,0-4 0 0,-3 3 0 0,3-2 0 16,0 2 0-16,-3-2 0 0,2 2 0 0,-2-2 0 16,3 2 0-16,-3 0 0 0,0 0 0 0,0 1 0 15,0 1 0-15,3-1 0 0,-3 2 0 0,0-1 0 16,0-1 0-16,0-1 0 0,0 3 0 0,0-3 0 15,0 3 0-15,3-6 0 0,-3 4 0 0,0-1 0 16,0 0 0-16,3-2 0 0,-3-1 0 0,0 1 0 16,0-3 0-16,3 2 0 0,-3 1 0 0,0-3 0 0,3 3 0 0,-3-4 0 0,0 4 0 15,3-3 0-15,-3 3 0 0,0-3 0 0,0 2 0 0,0-2 0 16,0 3 0-16,0-1 0 16,0 1 0-16,0-1 0 0,0 1 0 0,0 2 0 15,-3 0 0-15,3 3 0 16,0-2 0-16,-3 1 0 0,3 1 0 0,-3 0 0 0,3 0 0 0,0 0 0 0,-3 0 0 15,3 0 0-15,0 0 0 0,-3-3 0 0,3 3 0 16,0-3 0-16,-3 0 0 16,3 0 0-16,0 1 0 0,-3-1 0 0,3-3 0 0,0 4 0 0,-2-4 0 0,2 3 0 15,0-2 29-15,-3 0 0 0,3-1 0 0,0 3 0 16,0-2-21-16,0 2-8 0,0 0 0 0,0 1 0 16,0 2 8-16,0-1-8 0,0 1 0 0,0 0 0 15,0 0-20-15,0 0-11 0,0 0-1 16,0 2-1-16,0-2 53 0,0-3 12 0,0 3 1 0,0-2 1 15,0-1-34-15,0 0 0 0,0 0 0 0,0-2 0 16,0 2 8-16,3-2-8 0,-3-1 0 0,0 1 0 16,0-1 0-16,0-2 0 0,0 3 0 0,0-1 0 15,0-2 0-15,0 0 0 0,0 3 0 0,0-3 0 16,-3 2 9-16,3-2-9 0,0 3 0 0,0 0 9 16,-3-1-9-16,3 1 0 0,0-3 0 0,-3 2 8 15,3 1-8-15,-3-1 8 0,3 1-8 0,-3 0 8 16,3-3-8-16,0 2 0 0,-3-2 9 0,3 0-9 15,0 0 0-15,-3 0 0 0,3 0 0 0,0 0 8 16,0 0-8-16,0 0 0 0,0 0 0 0,0-1 0 16,-3 1 0-16,3 0 0 0,0 0 0 0,0-2 0 15,0 2 0-15,0-3 0 0,0 0 0 0,0 3 0 0,0-5 16 16,0 2-2-16,0 3 0 0,0-3 0 16,0 1-22-16,0-6-5 0,0 5-1 0,0 0 0 15,0-2 22-15,0-3 5 0,0 8 1 0,0-3 0 16,0-5-14-16,3 3 0 0,-3-3 0 0,0 8 0 0,0-8 0 0,3 5 0 0,-3-5 0 15,0 0 0-15,3 5-8 0,-3-5-5 0,3 8-1 0,0-5 0 16,-3-3 14-16,6 5 0 0,-3 0 0 0,-3-5 0 16,5 3 0-16,-2 2 0 0,3-2 0 0,0 0 0 15,-3-3 0-15,-3 0 0 0,6 2 0 0,0 1 0 16,0-3 0-16,0 0 0 0,0 2 0 0,3-2 0 16,-3 3 0-16,0-3 0 0,3 0 8 0,0 0-8 15,0 0 0-15,0 0 0 0,0 0 0 0,0-3 0 16,-1 3 0-16,1-2 0 0,0 2 0 0,0 0 0 15,0-3 0-15,0 3 0 0,0-2 0 0,3-1 0 16,-3 3 0-16,3 0 0 0,0-3 0 0,0 3 0 16,2-2 0-16,1 2 0 0,0-3 0 0,3 3 0 15,0 0 0-15,0 0 0 0,0 0 0 0,2 0 0 16,1 0 0-16,0 0 0 0,0-3 0 0,0 3 0 16,0 0 0-16,-3 0 0 0,-1-2 0 0,1 2 0 15,0 0 0-15,0-3 0 0,-3 3 0 0,0 0 0 16,0-3 0-16,2 3 0 0,-2-2 0 0,3 2 0 15,0 0 0-15,-3-3 0 0,3 3 0 0,-3 0 0 16,3-3 12-16,-4 3-12 0,4-2 12 0,-3 2-12 16,-3 0 0-16,3-3 0 0,-3 3 0 0,0 0 0 0,0 0 8 15,-3 0-8-15,0 0 0 0,2 0 0 0,-5-3 0 0,3 3 0 16,-3-2 0-16,0 2 0 0,0 0 0 16,0 0 0-16,0 0 0 0,-3 0 0 0,-3 0 8 0,6 0-8 15,-3 0 0-15,-3 0 0 16,6 0 0-16,-6 0 0 0,3 0 0 0,-3 0 0 0,0 0 0 15,0 0 0-15,0 0 0 0,0 0 0 0,0 0 0 0,3 0 0 0,-3 0 0 16,0 0 0-16,0 0 0 0,0 0 0 16,6 2 0-16,-6-2 0 0,0 0 0 0,0 0 0 0,0 0 0 0,0 0 0 15,0 0 0-15,0 0 0 0,0 0 0 0,0 0 0 16,3-2 0-16,-3 2 0 0,0 0 0 0,0 0 0 16,3 0 0-16,-3 0 0 0,0 0 0 0,3-3 0 15,-3 3 0-15,3-2 0 0,0-1 0 0,3 0 0 16,-6 3 0-16,3-5 0 0,0 2 0 0,0-2 0 15,0 2 0-15,0 1 0 0,0-1 0 0,0-2 0 16,0 2 0-16,-3 3 0 0,3-5 0 0,-1 0 0 16,1-1 0-16,0 1 0 0,0 0 0 0,0-1 0 15,0 1 0-15,-3-3 0 0,3 3 0 0,0 0 0 16,0-1 0-16,-3-2 0 0,3 0 0 0,0 3 0 16,0-3 0-16,-3 0 0 0,3 0 0 0,-3 0 0 15,3 0 0-15,0-2 0 0,-3 2 0 0,3-3 0 16,0 1 0-16,-3-1 0 0,3 1 0 0,0-1 0 15,-3 0 10-15,3-2-2 0,0 3 0 0,-3-4 0 16,3 4-8-16,0-1 0 0,0 1 0 0,0-1 8 16,0 0-8-16,0 1 0 0,-3-1 0 0,3 1 0 15,-3-1 0-15,3 1 0 0,-3 2 9 0,0-3-9 0,0 0 11 16,0-2-3-16,0 3 0 0,0-4 0 0,0 1-8 16,0 0 12-16,0-3-12 0,0 0 12 0,0 0-12 15,0-2 10-15,0-1-10 0,0-2 10 0,0 0-10 0,0 0 10 16,0 0-10-16,-3 2 10 0,6 1-10 0,-3-1 8 0,0 3-8 0,0 3 8 15,3-3-8-15,-3 3 0 0,0 0 9 16,0-1-9-16,0 1 0 0,0 3 9 0,0-4-9 0,0 4 0 16,0-4 8-16,0 1-8 0,0 3 0 0,0-4 0 15,0-1 10-15,0-1-10 0,0 0 8 0,0-3-8 16,0 1 0-16,3-1 0 0,-3-2 8 0,0 3-8 16,3-4 0-16,-3 4 0 0,3-1 9 0,-3 1-9 15,3 2 0-15,-3 3 0 0,0-3 0 16,3 3 8-16,-3-1-8 0,0 1 0 0,3 0 0 15,-3 0 0-15,0-1 0 0,3-1 8 0,-3 1-8 0,3 1 0 16,-3-3 0-16,0 0 0 0,0-2 0 0,0-1 8 16,0 1-8-16,0-3 0 0,0 2 0 0,0-2 0 15,0 2 0-15,0 1 8 0,0-1-8 0,0 4 0 16,-3-1 0-16,3 0 8 0,0 3-8 0,0-1 0 16,-3 1 0-16,3 2 9 0,0 1-9 0,-3-1 0 15,3 1 8-15,-3-1-8 0,3 3 0 0,-3-5 0 16,3 2 8-16,0 1-8 0,-3-3 0 0,3-1 0 15,0 1 0-15,0 0 0 0,0-3 0 0,-3 0 0 0,3-2 0 16,0-1 0-16,0 1 0 0,-3-1 0 0,3 1 8 0,0-1-8 16,-3 0 0-16,3 4 0 0,-3-1 0 0,3 2 0 15,0-1 0-15,-3 4 0 0,0-2 0 0,3 2 0 0,0 1 0 16,-3-4 0-16,3 6 8 0,-3-2-8 0,3-1 0 0,0 3 0 31,-3-2 0-31,3 2 0 0,0 0 0 0,-3 0 0 0,3-3 0 0,0 3 0 16,0 1 0-16,0-4 0 0,0 0 8 15,0 1-8-15,0-3 0 0,0-1 0 0,0 1 9 0,0 0-9 0,0 0 0 0,3-3 9 16,-3 0-9-16,3 0 0 16,0 0 0-16,-3 3 0 0,3-3 0 0,-3 3 0 0,3 0 8 0,-3-1-8 15,3 1 0-15,0 2 0 0,-3 1 0 0,3 2 8 16,0 0-8-16,-3 0 0 0,3-2 0 0,-3 4 8 16,3-2-8-16,-3 3 0 0,3-3 0 0,-3 3 8 15,0-1-8-15,3-1 0 0,-3 1 0 0,0 1 0 16,3 0 0-16,-3-1 8 0,0 1-8 0,0 0 0 15,0 2 0-15,0-2 0 0,0 5 8 0,-3-5-8 16,3 2 0-16,0 3 0 0,0-5 0 0,-3-1 0 16,3 6 0-16,0-5 0 0,-3 2 0 0,3 3 0 15,-3-5 0-15,0 2 0 0,3 3 0 0,-3-5 0 16,0 3 0-16,-3-4 0 0,3 4 8 0,0-4-8 16,-3 4 0-16,0-1 0 0,0 0 0 0,0-2 0 15,0 2 0-15,-3 1 0 0,0-1 0 0,0 0 8 16,-3 1-8-16,4-1 0 0,-4 1 0 0,-3 2 0 15,-3 0 0-15,0 0 0 0,-3 2 0 0,-3 1 0 16,-5-1 0-16,2 4 0 0,-6-1 0 0,0 0 0 16,4 1-23-16,-1 2 0 0,3-3 0 0,3 3 0 15,3-3-89-15,3 0-17 0,1 1-4 0</inkml:trace>
  <inkml:trace contextRef="#ctx0" brushRef="#br3" timeOffset="-184766.041">24250 8912 1683 0,'0'0'48'0,"0"0"10"0,0 0-46 0,0 0-12 0,0 0 0 0,0 0 0 16,0 0 83-16,0 0 14 0,0 0 3 0,-3 5 1 16,0 3-30-16,-3-3-7 0,3 3 0 0,-3 3-1 15,3-1-12-15,-3 4-3 0,0-1 0 0,-3 3 0 16,0 2-14-16,0 1-3 0,-3 5-1 0,1-1 0 16,-1 6-11-16,0-2-3 0,-3 5 0 0,0-1 0 15,0 1-16-15,-6 0 10 0,3 0-10 0,-2 5 8 16,-1 2-8-16,0 6 0 0,0 3 9 0,-3 2-9 15,3-2 20-15,-2 2 0 0,2 0 0 0,-6 9 0 16,3-4-8-16,-3 6-3 0,1 3 0 0,-10 7 0 16,3-5 25-16,0 3 5 0,-2 2 1 0,-4 6 0 15,6-8-15-15,0 2-2 0,1-2-1 0,-1 8 0 16,0-6-22-16,0 3 0 0,-2 1-12 0,-1 9 4 16,3-7 16-16,-2 2 3 0,2 3 1 0,-6 6 0 15,9-6-12-15,4 0-17 0,-4 0 4 0,3 8 1 16,0-11 33-16,3 0 7 0,-2 1 2 0,-1 5 0 15,0-14-22-15,0 3-8 0,-2-5 0 0,-4 8 9 16,6-6-9-16,-3-2 0 0,3 2 0 0,-2 3 0 0,2-7 0 16,3-1 0-16,0 0 8 0,0 3-8 0,4-11 0 0,-1-3 0 15,-3-2 0-15,3 3 0 0,0-6 0 0,0 0 8 16,1 3-8-16,-1-2 0 0,0-6 0 0,3-3 0 16,3 0 0-16,-3-2 0 15,3-6 0-15,1-2 0 0,-1 0 8 0,3 0-8 16,0-1 0-16,0-2 0 0,3 3 0 0,0-3 0 0,0 0 0 0,3-2 0 0,0-3 9 15,0 2-9-15,0-7 0 0,0-1 0 0,3-2 0 16,0-3 8-16,0-2 10 0,0 0 2 16,1-4 1-16,-1 1 0 0,0-2-21 0,3-1 0 0,-3 3 0 15,3-5 0-15,0-3 0 0,0 0 0 0,0 0 0 0,0 5 0 16,0-5 0-16,0 0 0 0,0 0 0 0,0 0 0 31,0 0-47-31,0 0-13 0,0 0-4 0,0 0 0 0,-3-8-85 0,3 0-18 0,-3 0-3 16</inkml:trace>
  <inkml:trace contextRef="#ctx0" brushRef="#br3" timeOffset="-184215.41">22065 13555 2108 0,'0'0'44'0,"0"0"10"0,-3-5-43 15,0 3-11-15,3 2 0 0,-3-6 0 0,3 6 96 0,0 0 18 0,0 0 3 0,0 0 1 16,0-5-42-16,0 5-8 0,0 0-1 0,0 0-1 16,0 0-28-16,0 0-6 0,0 0 0 0,0 0-1 15,0 0-8-15,0 0-2 0,3 3 0 0,3-1 0 16,0 4-9-16,0-1-3 0,0 3 0 0,-3 0 0 16,3 0-9-16,0 5 0 0,0-3 9 0,0 4-9 15,0-1 0-15,0 0 0 0,0 0 0 0,0 1 8 16,2-1-8-16,-2 0 0 0,0 0 0 0,0-2 0 15,0 2 0-15,0-2-8 0,0-1 8 0,0 1-8 16,0-3 8-16,0-3-8 0,0 3 8 0,0-3-8 16,3 1 8-16,-3-1 0 0,0-2 0 0,3-1 0 15,-3-2 0-15,0 0-8 0,3 0 8 0,-1 0-8 16,1-2 8-16,0-1 0 0,0 0 0 0,3 1 0 16,0-1 0-16,0-2 12 0,0 2-2 0,0-2-1 15,3 2 11-15,-3-5 3 0,2 3 0 0,1 0 0 16,0-3-15-16,-3 0-8 0,3 0 10 0,-3 0-10 15,0 0 0-15,0-3 8 0,0 3-8 0,0-2 0 16,-4 2-12-16,1 0-6 0,0 0-1 0,0 0 0 16,-3-3-145-16,3 6-28 0,-3-3-7 0</inkml:trace>
  <inkml:trace contextRef="#ctx0" brushRef="#br3" timeOffset="-178745.483">24580 4601 1257 0,'0'0'53'15,"0"0"-42"1,-3-5 73-16,3 5 14 0,0 0 3 0,0 0 1 15,0 0-10-15,0 0-3 0,0 0 0 0,0 0 0 16,0 0-40-16,0 0-8 0,-3 3-1 0,0 5-1 0,0 0-16 16,3 2-3-16,-3 3-1 0,3 1 0 0,0 2 1 0,-3 2 0 0,3 1 0 0,0 2 0 31,0 0-12-31,0 3-8 0,0 0 9 0,-3 2-9 0,3 0 0 0,0 1 0 16,-3-6 0-16,3 6 0 15,0-1 0-15,0-2 0 0,0 2 0 0,0-2 0 16,0-3 0-16,0 0-13 0,0-2 1 0,-3-1 0 15,3-2-24-15,0-2-4 0,-2-4 0 0</inkml:trace>
  <inkml:trace contextRef="#ctx0" brushRef="#br3" timeOffset="-178376.963">24333 5017 1275 0,'0'0'26'0,"-6"2"8"16,6-2-34-16,0 8 0 0,-3-2 0 0,3 2 0 15,0-3 91-15,3 3 11 0,-3 2 2 0,3-2 1 16,0 3-37-16,0 0-7 0,3 2-1 0,-3-3-1 16,3 1-39-16,0 0-7 0,0-1-1 0,0 1-1 15,3-3-11-15,-3 0 0 0,3 0 0 0,0-1 8 16,0-1-8-16,3-1 0 0,-4-2 0 0,4 2 8 15,0-2 8-15,0-3 2 0,0 2 0 0,0-2 0 16,0-2 29-16,3 2 5 0,-3-3 2 0,0-2 0 16,2-1 6-16,-2 1 0 0,3 2 1 0,-3-7 0 0,3 2-13 0,-3 0-2 15,0 0-1-15,-3-3 0 0,3 1-25 0,0-1-6 16,-1 3-1-16,4-8 0 0,-3 6-13 0,3-1 0 16,-3-7 0-16,3 7 0 0,-3-2-12 15,3 0-9-15,-3 2-2 0,0 1 0 16,-4 2-93-16,4 2-20 0,-3-2-3 0</inkml:trace>
  <inkml:trace contextRef="#ctx0" brushRef="#br3" timeOffset="-173386.451">21199 14312 1736 0,'0'0'73'16,"0"0"-58"0,0 0 71-16,0 0 14 0,0 0 4 0,-6-2 0 15,6 2-24-15,-3-3-5 0,-3 0-1 0,0 1 0 16,0 2-30-16,0 2-5 0,0-2-2 0,0 3 0 0,-3 2-29 15,-3 0-8-15,3 1 0 0,-5 4 0 0,2 1 52 0,-3 2 10 16,0 3 2-16,-3 0 0 0,0 2-52 0,-3 1-12 0,0 2 0 16,-2 3 0-1,-1-3 0-15,-3 3 9 0,-3 0-9 0,1 2 8 0,-1-2-8 16,0-3 0-16,3 3 0 0,-3 0-11 16,7 0 11-16,-1-1 0 0,3 1 0 0,3 0 0 15,0-3-28-15,6-2-4 0,0-1-1 0,4-2 0 16,-1-3-50-16,0 1-9 0,3-1-3 0</inkml:trace>
  <inkml:trace contextRef="#ctx0" brushRef="#br3" timeOffset="-172854.53">20767 14333 1792 0,'-6'-2'51'0,"-3"-1"10"16,0 0-49-16,3 1-12 0,-2 2 0 0,-1 0 0 15,3 0 105-15,-3 0 19 0,3 2 3 0,-3 1 1 16,3-3-78-16,6 0-15 0,-9 3-3 0,3 2-1 16,6-5 9-16,-6 5 3 0,3 1 0 0,3-6 0 15,-6 5-5-15,6-5-1 0,0 0 0 0,-3 5 0 16,3-5-13-16,-3 8-2 0,3-8-1 0,-3 5 0 16,3 1-8-16,0-6-1 0,0 5-1 0,0-5 0 15,0 0-21-15,0 0-4 0,0 0-1 0,0 0 0 16,0 0 15-16,0 0 0 0,0 0 0 15,0 0 0-15,0 0 27 0,0 0 8 0,0 0 1 16,0 0 1-16,0 0-29 0,0 0-8 0,0 0 0 0,0 0 0 16,-6 0 8-16,6 0 0 0,0 0 0 0,0 0 0 0,-9 0-8 0,9 0 12 0,0 0-4 15,0 0 0-15,0 0 3 0,0 0 1 0,0 0 0 0,0 0 0 32,0 0-4-32,0 0-8 0,0 0 12 15,0 0-4-15,0 0-8 0,0 0-9 0,0 0 9 0,3 5-13 16,3 3 31-16,0-2 6 0,3 1 2 0,0 4 0 0,0-3-14 0,6 3-2 0,0-1-1 15,0 3 0 1,0 1-9-16,2-1 0 0,4 3 0 0,-3-3 0 0,3 3 8 0,-3 0-8 0,0 0 0 0,-1-1 8 16,1 1-8-16,-3 0 0 0,3 0 0 0,-6 3 0 15,0-4 8-15,0 4-8 0,-3-3 0 0,3 2 8 16,-6 1-8-16,3-1 0 0,-4 1 0 0,1-1 0 16,0 1-15-16,0-3 2 0,0 0 0 15,0 0 0 1,-3-3-16-16,3-3-3 0,-3 4-1 0,0-4 0 0,0 1-22 0,0-3-4 15,0-3-1-15,0 3 0 0,0-5-115 0,-3-3-23 0,6 5-5 0</inkml:trace>
  <inkml:trace contextRef="#ctx0" brushRef="#br3" timeOffset="-172517.264">21229 14733 1683 0,'0'0'71'15,"0"0"-57"-15,0 0 113 0,0 0 22 0,0 0 5 0,0 0 1 32,0 0-48-32,0 0-10 0,0 0-1 0,0 0-1 0,0 0-31 0,0 0-7 0,0 0-1 0,3 5 0 15,-3 6-17-15,3-3-4 0,-3 2-1 0,0 4 0 16,0 1-17-16,0 1-3 0,0 3-1 0,0-1 0 15,0 1-13-15,0 2 9 0,0-2-9 0,0-1 8 16,0-2-8-16,0 0 0 0,3 0 0 0,-3 0 0 16,0-3 0-16,3 3 0 0,-3-3 0 15,2 0 0-15,-2-2 0 0,0-1 0 0,3 1 0 0,-3-3 0 16,0 0-21-16,3 0-3 0,-3-3-1 0,0-5 0 31,0 0-39-31,0 0-8 0,0 0-2 0,0 0 0 16,3 0-219-16</inkml:trace>
  <inkml:trace contextRef="#ctx0" brushRef="#br3" timeOffset="-171917.183">21892 14474 1968 0,'0'0'83'16,"0"0"-67"0,0 0 85-16,-6 0 17 0,6 0 3 0,-6 2 1 15,1-2-21-15,2 3-4 0,-3-3-1 0,0 5 0 16,6-5-76-16,-6 3-20 0,0 2 0 0,0-2 0 16,3 5 55-16,-3-3 7 0,0 3 2 0,0 0 0 15,0 0-52-15,0 0-12 0,-3 2 0 0,0 1 0 16,0 2 0-16,-6 0 0 0,3 3 0 0,-5 3 0 15,2-1-12-15,-3 1 2 0,0-1 0 0,0 4 0 16,0 1-34-16,0 1-6 0,1 3-2 0,-1-4 0 16,3 1 31-16,0-3 5 0,0 1 2 0,0-1 0 15,3-3-29-15,3-5-5 0,-3 1-2 0,4-1 0 16,-4-5-165-16,0 0-33 0</inkml:trace>
  <inkml:trace contextRef="#ctx0" brushRef="#br3" timeOffset="-171640.752">21559 14537 1824 0,'0'-5'76'0,"0"0"-60"15,0 2 89-15,0 3 19 0,0-5 3 0,0 5 1 16,0 0-52-16,0 0-9 0,0 0-3 0,0 0 0 16,0 0 0-16,0 0 0 0,0 0 0 0,6 8 0 15,0-1 0-15,-3 1 0 0,3 0 0 0,0 0 0 16,3 3-64-16,-3-1 0 0,3 1 0 0,0 2-12 15,2 0 12-15,-2 1 8 0,3 2 0 0,0-1-8 16,0 4 0-16,0 0 0 0,3 2 0 0,-3-3 0 16,0 3 0-16,3 1 0 0,-4-1 0 0,4 0 0 15,-6 0-16-15,3-2-8 0,-3-1 0 0,0-2-1 16,0 0-12-16,0-3-3 0,0-2 0 16,-3-1 0-16,0-2-36 0,0 0-7 0,0-5-1 0,0 2-1 15,0-2-144-15,-3-3-29 0,-3 0-6 16</inkml:trace>
  <inkml:trace contextRef="#ctx0" brushRef="#br3" timeOffset="-171336.546">21898 14915 1497 0,'0'-10'66'0,"0"2"14"16,0-3-64-16,0 1-16 0,0-1 0 0,3 3 0 15,-3-2 99-15,0 2 16 0,3 0 3 0,-3 3 1 0,3-3-7 0,-3 2-2 0,3-2 0 0,0 3 0 16,0 0-15-16,3-1-3 0,0 1-1 0,0 0 0 16,0 0-73-16,3-1-18 0,0 4 0 0,3-4 0 15,-3 4 32-15,0-1 4 0,3 0 0 0,-1 3 0 16,-2 0-23-16,3 0-4 0,-3 3-1 15,0 2 0-15,0 1-8 0,-3-1 8 0,0 3-8 16,-3 2 8-16,0 4-8 16,-3-1 0-16,0 3 0 0,-3 0-11 15,0 0-21-15,-3 2-5 0,0 1-1 0,0-1 0 16,-3-2-9-16,3 0-1 0,-3 0-1 0,0 0 0 16,3-3 17-16,0 0 3 0,1 3 1 0,2-3 0 0,0-2 28 0,3-3 0 15,0 2 11-15,0-2-3 0,3 0-32 0,3-3-7 16,-1 1-1-16,1-4 0 0,3 1 0 15,0-3 0-15,3 3 0 0,0-6 0 0,0 3 32 0,0-5 0 0,0 2 0 0,3-2 0 16,-3-3-119-16,0 0-17 16,2-3-4-16</inkml:trace>
  <inkml:trace contextRef="#ctx0" brushRef="#br3" timeOffset="-170849.201">21511 14228 1824 0,'-6'2'84'0,"6"-2"-75"0,0 0-9 0,0 0 0 0,0 0 0 15,0 0 98-15,0 0 18 0,0 0 3 0,3 3 1 16,3-3-47-16,3 2-9 0,0-2-1 0,3 0-1 16,3 0-14-16,3 0-4 0,0-2 0 0,3-1 0 15,-1 1-12-15,4-1-2 0,-3 0-1 0,3-2 0 16,-3 2-29-16,3-2 8 0,-4 0-8 0,1-1 0 16,0 1 0-16,-3 0 0 0,0-3 0 0,3 3 0 15,-7-1 0-15,4 4 0 0,0-6 0 0,-3 2 0 16,0 4 0-16,0-3 0 0,-3-1 0 0,0 1 0 15,0 0 0-15,-4-1 0 0,1 4 0 0,-3-4 0 16,0 4-151-16,0-1-33 0,0 0-6 0</inkml:trace>
  <inkml:trace contextRef="#ctx0" brushRef="#br3" timeOffset="-167607.615">17850 7171 850 0,'0'0'17'0,"0"0"6"0,0 0-23 0,0 0 0 0,0 0 0 0,0 0 0 16,0 0 56-16,0 0 6 0,0 0 2 0,0 0 0 16,0 0-9-16,0 0-2 0,0 0 0 0,0 0 0 15,3 5-3-15,0 0-1 0,3-2 0 0,3-3 0 16,0 3-18-16,0-3-4 0,3 0-1 0,0-3 0 16,0 3 49-16,2-3 9 0,4 1 3 0,-3-4 0 15,3 1-37-15,0 0-7 0,0-1-2 0,0-2 0 16,-1 3-33-16,-2-3-8 0,3 0 0 0,-3 3 0 15,0-3 0-15,-3 3 0 0,0-3 0 0,0 0 0 16,-6 3 0-16,3-1 0 0,-3 1 0 0,0 0 0 16,-4 2 0-16,4-2 0 0,-6 5 0 0,0 0 0 15,0 0 53-15,0 0 9 0,0 0 2 0,0 0 0 16,0 0-52-16,-6 0-12 0,-2 0 0 0,2 2 0 16,-3 1 0-16,-3 0 0 0,3-1 0 0,-3 4 0 15,-3-1 0-15,0 0 0 0,0-2 0 0,-3 5 0 16,1-3 0-16,-1 0 0 0,-3 3 0 0,3 0 0 15,-3-2-27-15,3-1-8 0,0 0-1 0,1 3-1 16,2-3 26-16,0 1 11 0,0-1-8 0,0 0 8 16,6-2 0-16,0 0 0 0,3-1 0 0,6-2 0 15,0 0-24-15,0 0 1 0,0 0 0 0,0 0 0 0,0 0 23 0,0 0 0 0,3 3 0 16,6-6 0 0,0 3 47-16,3-2 13 0,0-4 4 0,6 4 0 0,0-4-56 15,-1 1-8-15,7-3 0 0,-3 0-10 0,0 3 10 0,3-3 9 16,-3 3-1-16,2-3-8 0,-5 5 0 0,0-2 0 0,0 0 0 0,0-1 0 31,-3 4-51-31,0-1-10 0,-3 0-3 0</inkml:trace>
  <inkml:trace contextRef="#ctx0" brushRef="#br3" timeOffset="-166430.196">17788 8936 1599 0,'-12'5'33'0,"12"-5"8"0,0 0-33 0,0 0-8 0,0 0 0 0,0 0 0 16,0 0 84-16,0 0 16 0,0 0 2 0,0 0 1 15,0 0-34-15,0 0-6 0,0 0-2 0,0 0 0 16,0 0-30-16,0 0-7 0,6-3 0 0,-3-2-1 16,6 2 28-16,-3-2 5 0,2 0 2 0,1-3 0 15,3 2-42-15,3 1-8 0,-3 0-8 0,3-3 12 16,0 3-12-16,-3-1 0 0,3 1 0 0,-3 0 0 16,2-3 24-16,1 3 4 0,-3-1 0 0,0 1 0 15,-3 0-28-15,3 2 0 0,-3-2 8 0,-3 2-8 16,-3 3 0-16,-3 0 0 0,0 0 9 0,0 0-9 15,0 0 8-15,0 0-8 0,0 0 10 0,0 0-10 16,-6 3 0-16,-3-1 0 0,-3 1 0 0,0 2 0 16,0 1 0-16,0-1-10 0,-3 3 10 0,1-3-12 15,2 0-13-15,-3 3-3 0,3-2-1 0,0 2 0 0,0-3 44 16,0 0 9-16,3 3 1 0,0-5 1 16,0 2-42-16,3-2-8 0,3 2-1 0,3-5-1 0,0 0 72 15,0 0 14-15,0 0 4 0,0 0 0 16,0 0-64-16,0 0-26 0,3-3 2 0,3 1 0 15,3-1 38-15,0-2 8 0,3-1 2 0,0 1 0 16,0 0-24-16,0 2 0 0,0-2 0 0,3 0 0 0,0-1 28 0,-1 1 2 0,4 0 0 16,-3-1 0-16,0 1-30 0,0 3 0 0,-3-4 0 0,3 1 0 31,0 0-103-31,-4 2-13 0,4-2-4 0</inkml:trace>
  <inkml:trace contextRef="#ctx0" brushRef="#br3" timeOffset="-162050.616">23065 14222 1424 0,'0'0'29'0,"-3"3"8"0,3-3-29 0,-3 3-8 0,3-3 0 0,-6 5 0 16,3 0 81-16,0-2 15 0,0 2 4 0,0 0 0 15,-3 1-36-15,3-1-6 0,-3 0-2 0,1 1 0 16,-1 1-6-16,0 4-2 0,-3-3 0 0,0 3 0 16,0 2-8-16,-3 0-1 0,-3 0-1 0,0 6 0 15,0-3-10-15,-3 5-3 0,-2 0 0 0,-1 3 0 16,0 0-12-16,-3-3-2 0,0 0-1 0,-3 3 0 15,7-3-10-15,-4 3 0 0,0 0 0 0,0-1 0 16,3 1 0-16,1 0 0 0,-1-3 0 0,0 3 0 16,0 0 0-16,0-3-16 0,3 0 3 0,-2 0 0 15,-4-2-22-15,6-1-4 0,0 1-1 0,0-3 0 16,0-3-45-16,3-2-10 0,0-4-1 16</inkml:trace>
  <inkml:trace contextRef="#ctx0" brushRef="#br3" timeOffset="-161764.368">22440 14376 1963 0,'0'0'40'0,"0"0"12"0,0 0-42 0,0 0-10 0,0 0 0 0,0 0 0 16,0 0 87-1,0 0 15-15,0 0 3 0,0 0 1 0,3 5-31 0,0 0-7 0,3 3 0 0,-3 0-1 16,3 3-12-16,0-1-3 0,0 4 0 0,0-1 0 15,0 3-21-15,3-3-5 0,0 3-1 0,3 2 0 16,-4-2-15-16,4 0-10 0,0 3 12 0,0 2-12 16,-3-3 28-16,3 3 0 0,-3 1-1 0,3 1 0 31,0-1-44-31,0-1-9 0,0 3-2 0,-1-1 0 16,1 1-6-16,0-3-2 0,3 3 0 0,-3 0 0 15,3-5 5-15,-3-4 1 0,3 1 0 0,-3-3 0 0,0-2-106 0,-1 0-20 16,1-3-5-16</inkml:trace>
  <inkml:trace contextRef="#ctx0" brushRef="#br3" timeOffset="-161299.398">22913 14863 2001 0,'-3'-22'41'0,"3"14"11"16,0 1-41-16,3-7-11 0,-3 4 0 0,3-4 0 15,0 4 67-15,0-1 11 0,3 1 2 0,0-1 1 16,0 1 5-16,0 2 1 0,3 0 0 0,0 0 0 15,0 0-33-15,0 3-6 0,0-3-2 0,0 0 0 16,3 2-18-16,-3 1-3 0,2 0-1 0,1 2 0 16,3 0 9-16,-3-2 2 0,3 3 0 0,-3 2 0 0,0-3-35 0,0 3 0 15,0 3 0-15,-3-1 0 0,-3 1-12 0,-1-1-10 16,-2 4-2-16,0-1 0 16,-3 3 8-16,0 0 2 0,-3 3 0 0,0-1 0 15,-2 1-17-15,-1 2-3 0,-3 0-1 0,-3 0 0 16,3 3 3-16,-3-3 0 0,3 1 0 0,-3-1 0 0,3 0 14 15,0-2 3-15,0-1 1 0,0-2 0 0,3 0 4 16,0-2 1-16,6-6 0 0,0 0 0 0,0 0 9 0,0 0 0 0,0 0 0 16,0 0 0-16,3 0 0 0,3 0 0 0,0-3 0 15,3-2 0-15,0 2 0 0,0-2 0 0,3 2 0 0,0 0 0 16,0-2 8-16,3 2 3 0,-3 1 1 0,3-1 0 16,-4 3 5-16,-2 0 2 0,3 0 0 0,-6 3 0 15,0-1 9-15,0 4 1 0,-3-1 1 0,0 3 0 16,-3 0-2-16,0 2-1 0,-3 4 0 0,-3-1 0 15,0 3-11-15,-3-3-3 0,0 3 0 0,-3 0 0 16,-2 2-13-16,-1 1 0 0,-6-1 0 0,3 1 0 16,0 2-29-16,-3 0-6 0,3 0-1 0,-2 1 0 15,-1-1-22-15,0-3-5 0,-3 3-1 0,0-2 0 16,0-3-76-16,1 0-15 16,-1 0-3-16</inkml:trace>
  <inkml:trace contextRef="#ctx0" brushRef="#br3" timeOffset="-160722.507">22458 14188 1482 0,'-12'-3'31'0,"12"3"6"0,-6 0-29 0,6 0-8 0,-3-2 0 0,3 2 0 16,-6-3 71-16,6 3 13 0,0 0 2 0,0 0 1 15,0 0-23-15,0 0-5 0,0 0-1 0,0 0 0 16,0 0-7-16,6-3-2 0,3 1 0 0,0-4 0 15,3 4 1-15,3-4 0 0,3 4 0 0,2-4 0 16,-2 1-2-16,3-3-1 0,0 3 0 0,3-3 0 16,0 0 6-16,2-3 2 0,1 4 0 0,6-7 0 15,-3 4-55-15,2-1-26 0,4-2 2 0,-3 0 1 16,-3 2 23-16,-4 0 0 0,4 1 0 0,-6-1 0 16,-3 3 0-16,-3 0 0 0,-3 3 9 0,0-3-9 15,-4 6 0-15,-2-1 9 0,0 0-9 0,0 1 0 0,-3 2 9 16,-6 0-9-16,0 0 0 0,0 0 9 0,0 0-9 15,0 5-9-15,3 3 9 0,-6 0-13 16,3-3-48-16,0 3-10 0,0 0-1 0</inkml:trace>
  <inkml:trace contextRef="#ctx0" brushRef="#br3" timeOffset="-137152.388">23955 14220 1994 0,'0'0'41'0,"0"0"11"0,-6-3-42 0,6 3-10 0,-3 0 0 0,3 0 0 16,-6-3 68-16,0 3 12 0,6 0 3 0,-9 3 0 15,3-3-15-15,1 3-4 0,-4-1 0 0,3 4 0 16,-3-1-51-16,0 3-13 0,0-3 0 0,0 6 0 15,0 2 0-15,0 0 0 0,-3 3 0 0,3 2 0 16,-3 4 54-16,0 4 8 0,0 1 2 0,1 2 0 16,-4 0-87-16,0 3-17 15,0-3-3-15,0 0-1 0,0 0 8 0,0-3 2 0,3-2 0 16,-3 3 0-16,4-4-15 0,-1 1-3 16,0-3-1-16,3 3 0 0,0-3-58 15,0-2-11-15,3-1-2 0</inkml:trace>
  <inkml:trace contextRef="#ctx0" brushRef="#br3" timeOffset="-136873.151">23422 14463 2062 0,'-20'-34'96'15,"17"23"-85"-15,0 3-11 0,0 0 0 0,0 0 0 16,3 0 62-16,0 3 10 0,0 0 3 0,3 2 0 0,-3 3-31 0,0 0-5 0,3-3-2 0,3 3 0 15,-1 3-16-15,1 0-3 0,0 2-1 0,3 3 0 16,0 3 17-16,3-1 3 0,0 6 1 0,0 0 0 16,6 0-18-16,-3 0-4 0,3 2-1 0,2 1 0 15,4-1-15-15,0-2 8 0,0 0-8 0,0 2 0 16,-1-2 0-16,1 0 0 0,3 0 0 16,-6 3 0-16,0-4 8 0,0 1-8 0,-7 0 0 15,4 3 0-15,-3-6 0 0,0 3-18 16,0 0 2-16,3-3 1 0,-3 3-25 15,0-6-6-15,-3 4-1 0</inkml:trace>
  <inkml:trace contextRef="#ctx0" brushRef="#br3" timeOffset="-136391.794">24229 14616 2124 0,'0'0'44'0,"0"0"10"16,0 0-43-16,0 0-11 0,0-5 0 0,0 5 0 0,0 0 41 0,0 0 7 15,0 0 0-15,0 0 1 0,0 0 30 0,0 0 5 0,0 0 2 0,0 0 0 16,0 0-35-1,0 0-7-15,0 0-2 0,-3 5 0 0,-3 3-34 16,0 0-8-16,3 0 0 0,-3 0 0 0,0 3-9 16,0-1-4-16,3-2-1 0,-3 6 0 0,3-4 14 0,3 1 0 15,3-1-10-15,-3 1 10 16,6 0 0-16,0 2-11 0,0-5 11 0,0 2-8 16,0 1 8-16,3-3-10 0,0 0 10 0,0 0-10 0,0 0 10 15,0-3 0-15,0 3-9 0,0 0 9 0,0-3 19 0,-3 3 8 0,2 0 1 0,-2 0 1 16,-3 0-74-1,0 0-15-15,-3 2-4 0,0 1 0 0,-3-3 52 0,0 2 12 0,-3 1 0 0,1 0 0 16,-4 2 0-16,0-3 0 0,-3 1 0 0,3 0 0 16,-3 2 0-16,0-3 0 0,-3 4 0 0,3-1 0 15,-3-5 0-15,0 2 0 0,1-2 0 0,-1 0 0 16,3 0 0-16,-3-3 0 16,3 1 0-16,0-1 0 0,0-2-27 0,0-1-5 15,3 1-2-15,0-3 0 0,6-3-170 0,-3 1-33 0</inkml:trace>
  <inkml:trace contextRef="#ctx0" brushRef="#br3" timeOffset="-136147.297">24268 14601 1948 0,'0'0'40'0,"0"0"11"0,0 0-41 0,0 0-10 0,0 0 0 16,0 0 0-16,0 0 108 0,0 0 19 0,0 0 4 0,0 0 1 15,6-6-33-15,0 4-7 0,0-4 0 0,5 4-1 16,1-4-73-16,0 4-18 16,6-3 0-16,0 2 0 0,0-2 35 0,3-1 3 0,3 1 1 0,-4 0 0 15,4-3-27-15,-3 2-4 0,0-4-8 0,0 2 11 32,-3 0-45-32,-1 0-9 0,1 0-1 0,-3 0-1 15,0 0-118-15,0 3-23 0,-3-3-5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0:48.4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09T22:51:09.892"/>
    </inkml:context>
  </inkml:definitions>
  <inkml:trace contextRef="#ctx0" brushRef="#br0">20550 10748 1109 0,'-6'0'47'0,"6"0"-38"15,-6 0 71-15,6 0 15 0,0 0 2 0,0 0 1 16,0 0-44-16,0 0-9 0,0 0-1 0,0 0-1 15,0 0-28-15,0 0-6 0,0 0-1 0,0 0 0 16,6 3 16-16,0-1 4 0,0 1 0 0,3 0 0 16,0-1-14-16,0-2-2 0,0 0-1 0,3 3 0 15,-1-3 21-15,4 0 4 0,3-3 0 0,3 3 1 16,0 0-8-16,3 0-1 0,2-2-1 0,1 2 0 16,3-3-35-16,3 3-8 0,-3-3 0 0,2 1-1 15,1-1 27-15,-3-2 6 0,0 2 0 0,2-5 1 0,1 3-17 16,3 2 0-16,-1-2 0 0,4 0 0 0,0 2 0 0,-3 0 0 15,-1 1 0-15,1-1 0 0,-3 0 0 16,-3 1 0-16,-4-1 0 0,4-2 0 0,0 2 0 0,0 1 0 16,2-1 0-16,-2 0 0 0,-3 3 34 0,3 0 3 0,-4 0 1 0,-2 0 0 15,0 3-10-15,-3-3-1 0,0-3-1 0,0 3 0 16,-1 0-26-16,-2 0 0 0,0-2 0 0,0 2 0 16,0-3 0-16,0 0 0 0,3 1 0 0,-1 2 0 15,1 0 11-15,3-3-3 0,-3 3-8 0,3 0 12 16,-3 0-12-16,-1 3 0 0,1-3 8 0,-3 2-8 15,3-2 8-15,0 3-8 0,-3-3 11 16,-1 0-11-16,1 0 14 0,-3 0-4 0,0 0-1 16,0 0 0-16,0 0-9 0,0 0 10 0,0-3-10 0,-1 1 10 15,-2-1-10-15,3 3 0 0,0-3 9 0,-3 1-9 16,3 2 12-16,-3-3-1 0,0 3-1 0,0 0 0 16,0-3 10-16,-3 3 3 0,2 0 0 0,-2 0 0 15,0 0-6-15,-3 0-1 0,3 0 0 0,-3 0 0 16,0 0 0-16,0 0-1 0,0 3 0 0,0-3 0 15,0 0-1-15,0 3 0 0,-3-1 0 0,3-2 0 16,0 3-3-16,-3 0-1 0,3-1 0 0,0 1 0 16,0 0-1-16,-3 2 0 0,2-2 0 0,1 2 0 0,0-3 1 15,-3 4 0-15,3-1 0 0,0 0 0 0,0 1-2 0,-3-1 0 16,3 0 0-16,0 3 0 0,0-3-8 0,-3 3 8 16,0-2-8-16,3 4 8 0,-3-2-8 0,0 0 8 0,3 0-8 15,0 3 8-15,-3-3-8 0,0 2 8 0,0 1-8 0,0-1 8 16,0-2-8-16,0 3 10 0,0-3-10 0,0 2 10 31,0-2-10-31,0 3 10 0,0 0-10 0,-3-4 10 16,3 4-10-16,0-3 8 0,-3 3-8 0,2-4 8 0,1 1-8 15,-3 3 0-15,3-3 9 0,-3 0-9 0,3 2 11 0,-3 1-3 16,3 0 0-16,-3-1 0 0,0 3 0 0,0 1 0 0,0 2 0 0,0-1 0 16,0 4-8-16,0-1 12 0,0 1-12 0,0 0 12 15,0 2-12-15,0-3 8 0,0 1-8 0,0 2 8 16,3-5-8-16,-3 2 0 0,0-2 0 0,0 3 8 15,0-3-8-15,0-3 10 0,0 3-10 0,0 0 10 16,0-1-10-16,0 1 12 0,0 0-12 0,0 0 12 16,0 3-12-16,0 2 10 0,0 0-10 0,0 3 10 15,0 0-10-15,-3-1 10 0,3 1-10 0,0 3 10 16,-3-6-10-16,3 0 10 0,0 0-10 0,-3-2 10 16,3 2-10-16,-3-3 12 0,0 1-12 0,1-1 12 15,-1 1-12-15,0-1 12 0,0 4-12 0,0-1 12 16,0 3-12-16,-3-1 8 0,3 4-8 0,0-1 8 15,0 1-8-15,0-3 0 0,3 2 0 0,-3-2 8 16,0-3-8-16,0 0 0 0,0 0 0 0,0 1 8 16,3-4-8-16,-3-2 0 0,3 2 9 0,-3-2-9 0,0 0 0 15,0 3 8-15,3-1-8 0,-3 1 0 16,0-1 0-16,3 3 0 0,0 1 0 0,-3-1 8 16,3-3-8-16,0 4 0 0,0-1 0 0,0 0 0 0,0-5 0 15,0 5 0-15,0-5 0 0,0 0 0 16,3 2 0-16,-3-5 0 0,0 3 0 0,0 0 0 0,0-3 0 0,0 3 8 15,0-5-8-15,0 5 0 0,0-3 0 0,-3 3 0 16,3-3 0-16,0 3 8 0,0 2-8 0,-3-2 0 0,0 0 0 16,3 3 0-16,-3-3 0 0,3 2 0 0,0 1 0 0,-3-3 0 15,3 2 0-15,-3-5 0 0,3 3 0 0,-3 0 8 16,3-3-8-16,-3 0 0 0,3 1 0 0,0-4 0 16,-3 4 0-16,3-1 0 0,0-3 0 0,0 1 0 15,0-1 0-15,0-2 0 0,0 3 0 0,0 0 0 16,0-3 0-16,0-1 0 0,0 4 0 0,0-3 0 15,0 3 0 1,0-3-8-16,0-1 8 0,0 4-12 0,0-3 12 16,0 3 0-16,0-1 0 0,0-2 0 0,0 0 0 0,0 0 0 0,3 0 0 0,-3 0 0 15,0 0 0-15,0-3 0 0,0 3 0 0,0 0 0 16,0-3 0-16,0 3 0 0,3-5 0 0,-3 5 0 16,0-3 0-16,0 0 0 0,3 1 0 0,-3-1 0 15,0 0 0-15,0-5 0 0,0 6 0 0,0-1 0 16,0-5 0-16,0 5 0 0,0-5 0 0,0 5 0 15,0-5 0-15,-3 6 0 0,3-6 0 0,0 0 0 16,-3 2 0-16,3-2 0 0,0 0 0 0,-3 6 0 16,3-6 0-16,-6 2 0 0,3-2 0 0,-3 3 0 15,0 0 0-15,0-3 0 0,1 0 0 0,-4 0 0 16,3 0 0-16,-3 0 0 0,0 0 0 0,-3 0 0 0,3 0 16 16,-3 0 4-16,0 0 2 0,-3 0 0 0,0 2-22 0,0-2 0 15,1 0 0-15,-1 0 8 16,0 0-8-16,0 3 0 0,0-3 0 0,0 0 0 15,3 2-15-15,-3-2-7 0,3 3-2 0,1-3 0 16,-4 0 24-16,6 0 0 0,-3 0 0 0,3 3 0 16,-3-3 0-16,0 2 0 0,3-2 0 0,-3 3 0 0,0-3 0 15,-3 3 0-15,4-3 0 0,-4 2 0 0,-3-2 0 0,3 0 0 0,-6 3 0 16,3-3 0-16,0 0 0 16,-2 3 0-16,2-3 0 0,-3 0 0 0,3 0 15 0,0 0 7 0,0 0 2 0,0 0 0 15,1-3-24-15,2 3 0 0,0-3 0 0,-3 3 0 16,3 0 0-16,-3-2 0 0,3 2 0 0,-6 0 0 15,1 0 0-15,-1-3 0 0,0 3 0 0,-3 0 0 16,3-3 0-16,-5 3 0 0,2 0 0 0,-3-2 0 16,3 2 0-16,0-3 0 0,3 3 0 0,-2-3 0 15,5 1-17-15,-3 2-5 0,3-3-1 0,0 1 0 16,0 2 37-16,-2-3 7 0,-1 3 2 0,0 0 0 16,-3-3-23-16,3 3 0 0,-3 0 0 0,1-2 0 15,-1 2 0-15,3 0 0 0,-3 0 0 0,0 0 0 16,3 0 0-16,1 0 0 0,2 0 0 0,0 0 0 15,0 0 0-15,3 0 0 0,0 0 0 0,0 0 0 16,4 0 0-16,-4 0 0 0,3 0 0 0,-3 0 0 16,0 0 0-16,0 0 0 0,0 2 0 0,0-2 0 15,0 0 0-15,1 3 0 0,-1-3 0 0,-3 3 0 16,3-1 0-16,0-2 0 0,0 0 0 0,0 3 0 16,0-3 0-16,0 2 0 0,4 1 0 0,-4-3 0 15,3 3 0-15,-3-3 0 0,3 2 0 0,0-2 0 16,0 3 0-16,3-3 0 0,-3 0 0 0,3 3 0 0,0-3 0 15,4 2 0-15,-4-2 0 0,0 3 0 0,0-3 0 16,3 3 0-16,0-1 0 0,-3 1 0 0,3-3 0 0,-3 0 0 16,3 3 0-16,-3-1 0 0,3-2 0 0,-3 3 0 0,0 0 0 0,0-1 0 15,0-2 0-15,1 0 0 0,2 3 0 0,0-1 0 16,-3-2 0-16,3 0 0 0,0 3 0 0,-3-3 0 16,3 0 0-16,0 3 0 0,3-1 0 0,-3-2 0 15,6 0 0-15,-6 0 0 0,0 0 0 0,6 0 0 16,0 0 0-16,-3 0 0 0,3 0 0 15,-6 0 0-15,6 0 0 0,-3-2 0 16,3 2 0-16,-6 0 0 0,6 0-14 16,-6-3-7-16,6 3-2 0,-3 0 0 0,3 0 37 0,-6-3 7 0,3 1 2 15,0-1 0-15,3 3-23 0,-3-2 0 0,-2-1 0 0,2 0 0 16,0-2 0-16,0 0 0 0,0-1 0 0,0 1 8 16,0-3-8-16,0 3 0 0,0-3 0 0,0-3 0 15,0 1 0-15,3-1 0 0,-3-2 0 0,0-3 0 16,0 0 0-16,0 0 8 0,3-2-8 0,-3-3 0 15,0 2 0-15,0 1 0 0,3-1 0 0,-3 1 8 16,0-1-8-16,0 0 0 0,-3 4 0 0,3-1 0 16,0 0 0-16,0-3 0 0,0 1 0 0,-3-1 0 15,3-5 0-15,-3 1 0 0,3-4 0 0,0-2 0 16,-3 3 0-16,3-3 0 0,0-1 0 0,-3 1 0 0,3 3 0 16,0 2 0-16,0 3 0 0,1 0 0 15,-1-3 0-15,-3 3 0 0,3 0 0 0,0-3 0 16,0 0 0-16,0 0 0 0,0-5 0 0,3 3 8 15,-3-1-8-15,0 1 0 0,3-1 0 0,-3 3 0 16,0 1 0-16,0 1 0 0,3 1 0 0,-3 3 0 16,0-1-23-16,3 1-5 0,-3-1-2 0,3 1 0 0,-3-1 30 0,0 3 0 0,3-2 0 15,0-1 0-15,0-2 0 16,-3 0 0-16,3-3 0 0,0 3 0 16,0-3 0-16,0 3 0 0,0 0 0 0,0 0 0 15,3 2 0-15,-3 0 0 0,0 1 0 0,0 2 0 0,0-2 0 0,0 4 0 16,0-2 0-16,0 1 0 0,0-1 0 0,-3 2 0 0,3-1 0 15,-3-1 0-15,3 0 0 0,0 0 0 16,0-3 0-16,0 4 0 0,-3-7 0 0,3 4 0 0,0-3 0 0,0 0 0 16,0-1 0-16,0 1 0 0,0 0 0 0,0 0 0 15,0 2 0-15,3 1 0 0,-3 2 0 0,0 0 0 16,0 0 0-16,0 0 0 0,0-2 0 0,0 2 0 16,0 0 0-16,0 0 0 0,0 0 0 0,0 0 0 15,0-2 0-15,3 2 0 0,-3-5 0 0,3 2 0 16,-3 1 0-16,0-3 0 0,3 2 0 0,0 1 0 15,-3-4 0-15,3 7 0 0,0-1 0 0,-3 0 0 16,3 0 0-16,0 3 0 0,0-1 0 0,3 4 0 16,-3-1 0-16,0 1 0 0,3-1 0 0,0 3 0 15,-3 0 0-15,3 0 0 0,-1 3 0 0,-2-3 0 16,3 0 0-16,0 3 0 0,0-3 0 0,3 3 0 16,-3-1 0-16,3-2 0 0,0 3 0 0,-3 0 0 15,3 0 0-15,0-1 0 0,0 1 0 0,0 0 0 16,0-1 13-16,0 4 9 0,0-4 2 0,-1 4 0 15,1-4-24-15,3 4 0 0,-3-3 0 0,3 2 0 16,-3-2 0-16,3 2 0 0,0 0 0 0,-3-2 0 16,3 2-17-16,-3-2-5 0,3 0-1 0,-1 2 0 0,-2 0 23 15,3 1 0-15,-3-1 0 0,3 1 0 0,0-1 0 16,-3 0 0-16,3-2 0 0,0 2 0 0,3-2 0 0,0 0 0 16,-1-3 0-16,4 0 0 0,3-3 0 0,3-2 0 15,3-3 0-15</inkml:trace>
  <inkml:trace contextRef="#ctx0" brushRef="#br0" timeOffset="10390.86">12090 10952 1601 0,'0'0'45'0,"0"0"11"0,0 0-45 0,-3-6-11 0,3 6 0 0,0 0 0 15,0 0 81-15,0 0 15 0,0 0 2 0,0 0 1 16,0 0-21-16,0 0-4 0,0 0-1 0,0 0 0 16,0 0-25-16,0 0-6 0,0 8-1 0,-3 0 0 15,0 0-17-15,3 0-3 0,0 3-1 0,-2-1 0 16,2 6-20-16,0-2 9 0,-3 1-9 0,3 7 0 16,0-1 8-16,-3 0-8 0,3 5 0 15,0 1 0-15,-3-3 0 0,3 2 0 0,-3 1 8 0,0-1-8 16,0 0 0-16,3 1 0 0,-3-1 0 0,0 4 0 15,0-4 0-15,0 0 0 0,0 1 0 0,0 2 0 16,0-3 0-16,0-2 0 0,0 0 0 0,0 0 0 16,0-3 0-16,0-2 0 0,3-4 0 0,-3-1 0 15,3 2 0-15,-3-6 0 0,3 1 12 0,0-1-12 16,0-2 0-16,0 3 0 0,0-3 0 0,0-3 0 16,3 0 0-16,-3-5 0 0,3 3 0 0,-3-3 0 15,3 5 0-15,0-2 0 0,-3-3 0 0,6 3 0 16,0-3 0-16,-3 2 0 0,3-2 0 0,0 3 0 15,0-3 0-15,0 0 13 0,0 3-4 0,-1-3-1 16,1 0-8-16,0 0 12 0,0 0-12 0,0 0 12 16,3 0-12-16,-3 2 0 0,3-2 9 0,-3 3-9 0,3-3 0 15,0 2 0-15,0 1 0 0,0-3 0 0,0 3 0 0,3-3-20 16,-3 0 4-16,2 0 1 16,1 2 24-16,3-2 5 0,0 0 1 0,0 3 0 15,0-3-15-15,3 3 0 0,-3-1 0 0,3-2 0 0,-1 3 0 16,1-3 0-16,0 3 0 0,0-3 0 0,0 2 0 15,0 1 0-15,0 0 0 0,-1-3 0 16,1 2 0-16,-3-2 0 0,3 3 0 0,0-3 0 16,0 0-9-16,3 3-5 0,-4-3-1 0,4 0 0 0,3 0 24 0,0 2 5 0,0-2 1 0,2 3 0 15,-2-3-15-15,3 0 0 0,0 2 0 0,0-2 0 16,-4 0 10-16,1 0-1 0,-3 0 0 0,3 0 0 16,-3-2 1-16,0 2 0 0,2-3 0 0,1 1 0 15,0 2 5-15,0-3 1 0,0 0 0 0,2 3 0 16,-2-2 1-16,-3 2 1 0,3 0 0 0,0-3 0 15,0 3-7-15,-4-3-2 0,1 1 0 0,-3-4 0 16,3 4-17-16,-3-1-4 0,0 0-1 0,-3 1 0 16,2 2 13-16,-2-3 0 0,3 0 0 0,0 1 0 15,0 2 0-15,-3-3 0 0,3 1 0 0,-1 2 0 16,1-3 15-16,0 3 5 0,0 0 2 0,0 0 0 16,0 0-22-16,0 0 0 0,-1 0 0 0,1 0 0 15,0 0 0-15,-3 0 0 0,0 0 0 0,3 0 0 16,-3 3 0-16,-3-1 0 0,2 1 0 0,-2-1 8 15,3-2-25-15,-3 3-5 0,0 0-1 0,3-1 0 16,0-2 23-16,-3 3 0 0,0 0 0 0,0-3 0 16,2 2 13-16,1-2 7 0,-3 0 2 0,3 0 0 15,0 0-22-15,-3-2 0 0,0 2 0 0,3 0 0 16,-3-3 0-16,-3 3 0 0,2-3 0 0,-2 1 0 16,3 2 0-16,-3-3 0 0,0 0 0 0,-3 1 8 0,0 2-25 0,0-3-5 0,0 1-1 15,-3-1 0-15,0 0 40 0,-3 3 8 16,3-2 2-16,-3 2 0 0,3-6-17 0,-3 6-10 0,0-2 12 15,3-4-12-15,-3 4 15 0,0-4-4 16,0 4-1-16,0-4 0 0,0 1 4 0,-3 0 1 16,3 0 0-16,0-1 0 0,-3 1-1 0,3 0 0 15,0-3 0-15,-3-3 0 0,3 3-2 0,0-2 0 0,0-4 0 0,0 1 0 16,0-3 0-16,3 0-1 0,-3-5 0 16,3 0 0-16,0 3-1 0,0-4 0 15,0 4 0-15,0-3 0 0,3 2-2 0,-3-2 0 0,3 3 0 16,-3-1 0-16,0 3-8 0,3-2 0 0,-3 2 9 0,-1 0-9 15,1 0 9-15,0 0-9 0,0 3 12 0,-3-3-12 16,3 3 10-16,-3-3-10 0,0 3 8 0,0-1-8 16,0-1 0-16,0 1 8 0,0 4-8 0,-3-3 0 15,3-1 8-15,-3 1-8 0,3 2 8 0,-3-2-8 16,0 3 0-16,1 2 8 0,-1-5-8 0,0 5 0 16,0 0 0-16,0 0 8 0,0 0-8 0,-3 0 0 15,0 3 0-15,3-1 0 0,-3 1-14 0,0 0 5 16,0-1 9-16,0 1 0 0,-3 2 0 0,3-2 0 15,-3 2 0-15,0 1 0 0,0-1 0 0,-3 1 0 16,3 2 0-16,-2-3 0 0,2 0 0 0,-3 3 0 16,-3-2 8-16,3 2 3 0,-3 0 1 0,0 0 0 15,0 0-12-15,0-3 0 0,3 3 0 0,-2 0 0 16,-1-3 0-16,3 3 0 0,-6-2 0 0,6 2 0 16,-3 0 0-16,3-3 0 0,-3 3 0 0,3 0 0 15,-2-3 0-15,2 3 0 0,-3-2 0 0,0 2 0 0,0-3 0 16,0 3 0-16,-3-3 0 0,3 3 0 0,-2 0 0 15,-4-2 0-15,3 2 0 0,0 0 0 16,0 0 0-16,0 0 0 0,-3 0 0 0,1 0 0 16,2 0 0-16,0 0 0 0,3 0 0 0,-3 0 0 0,0 0 0 0,3 0 0 0,-2 0 0 0,-1 0 0 15,0 2 0-15,0-2 0 0,-3 0 0 0,0 0 0 16,0 0 0-16,1 3 0 0,-4-3 0 0,0 0 0 16,0 0 0-16,3 3 0 0,-3-3 0 0,4 0 0 15,-4 2 0-15,6-2-17 0,-3 3 4 0,3-3 1 16,0 3 12-16,1-1 16 0,2 1-3 0,-3 0-1 15,0-3-12-15,0 0 0 0,0 2 0 0,0-2 0 16,1 3 0-16,-1-3 0 0,0 3 0 16,0-3 0-16,0 0 0 0,0 2 0 0,3-2 0 0,0 0 0 15,1 3 0-15,-1-3 0 0,0 2 0 0,3-2 0 16,-3 0-9-16,3 3-2 0,0-3 0 0,0 0 0 16,0 0 11-16,3 3 14 0,-2-3-3 0,2 0-1 15,0 2-10-15,0-2 0 0,-3 0 0 0,3 0 0 16,3 0 0-16,-3 0 0 0,3 0 0 0,0 0 0 15,-3 0 0-15,3 0 0 0,0 0 0 0,0 0 0 16,-3 0 0-16,3-2 0 0,1 2 0 0,-1 0 0 16,-3 0 0-16,3 0 0 0,-3 0 0 0,3 0 0 15,0 0 0-15,-3-3-14 0,0 3 3 0,3 0 1 16,-3 0 10-16,0 0 14 0,3-3-3 0,-3 3-1 16,3 0-10-16,-3 0 0 0,3-2 0 0,-2 2 0 0,-1 0 0 0,3 0 0 15,-3 0 0-15,0 0 0 0,0 0 0 0,3 0 0 16,-3 0 0-16,3 0 0 0,-3 0 0 0,3 0 0 15,0-3 0-15,-3 3 0 16,3 0 0-16,0 0 0 0,0 0 0 0,-3 0 0 0,4 0 0 16,2 0-14-16,3 0 3 0,-6 0 1 0,0 3 10 0,0-3 11 15,6 0-3-15,-6 2 0 0,6-2-8 0,-3 0 0 0,3 0 0 16,-6 3 0-16,6-3-24 0,0 0 4 0,-6 3 0 0,0-1 0 31,6-2-27-31,0 0-5 0,-3 3 0 0,3-3-1 16,0 0-56-16,-6 3-11 0,6-3-3 0</inkml:trace>
  <inkml:trace contextRef="#ctx0" brushRef="#br0" timeOffset="14269.796">11867 10592 1082 0,'0'0'30'0,"0"0"8"0,0 0-30 0,0 0-8 0,0 0 0 0,0 0 0 16,0 0 58-16,0 0 10 0,0 0 3 0,0 0 0 15,0 0-23-15,0 0-5 0,0 0-1 0,3 0 0 16,0 0-14-16,0 0-4 0,0 0 0 0,3 0 0 15,-3 0-9-15,3 0-3 0,0 3 0 0,3-3 0 16,0 2-28-16,-3 1-5 0,3 0-2 0,3-3 0 16,-1 2 58-16,4 1 11 0,0-1 2 0,3 4 1 15,-3-6-24-15,3 2-5 0,0 1 0 0,0-3-1 16,-1 3-1-16,1-3 0 0,3 0 0 0,0 0 0 16,3-3-2-16,0 3-1 0,2 0 0 0,4 0 0 15,0 0-15-15,3 0 11 0,-1 0-11 0,-2 0 10 16,0 3-10-16,0-3 8 0,-4 0-8 0,4 0 8 15,-3 0 0-15,0 0-8 0,3 0 12 0,-1 0-4 16,1 2 4-16,3 1 1 0,-3-3 0 0,2 3 0 16,-2-1-3-16,0 1-1 0,0 0 0 0,-4-1 0 15,1 1-9-15,-3-3-16 0,3 2 4 0,-3-2 1 16,-1 0 28-16,1 0 6 0,3 0 1 0,0 0 0 16,0 0-24-16,-1 0 8 0,1 0-8 0,-3 0 0 15,3 0 0-15,-3 0 0 0,-1 0 0 0,-2 0 8 0,0 0-8 16,-3 0 8-16,-3 0-8 0,0-2 8 15,0-1-32-15,-3 1-5 0,2 2-2 0,-2-3 0 16,0 0 51-16,3 1 11 0,-3-1 1 0,3 0 1 0,0 1-25 0,0-1-8 0,0 3 0 16,-1-3 0-16,4 1 8 0,0-1-8 0,0 0 0 15,0 3 0-15,0-2 0 0,0 2 0 16,-1-3 0-16,4 1 0 16,-6-1-25-16,3 3-9 0,-3-5-2 0,0 5 0 0,3-3 36 0,-3-2 0 0,-1 2 0 15,1 0 0-15,0 1 22 16,3-1 11-16,0 0 3 0,0 1 0 0,3-1-36 0,-1 0 0 0,1 1 0 0,3 2 0 15,-3-3 0-15,0 3 0 0,0-2 0 16,-1 2 0-16,-2 0 0 0,0 0 0 0,0 0 0 16,0 0 0-16,-6 2 8 0,3-2-8 0,-6 3 0 0,0-1 0 15,-1-2 0-15,1 3 0 0,0 0 8 16,-3-1-8-16,0-2 0 0,0 3 10 0,0 0-10 0,-3-1 8 16,0 1 5-16,-3-3 1 0,6 3 0 0,-3 2 0 15,-3-5-6-15,6 3 0 0,-3 2-8 0,-3-5 12 16,6 3-12-16,-6-3 0 0,3 5 0 0,3-3 0 15,-3 4 0-15,0-1 0 0,3-2 0 0,-3-1 0 16,0 4 54-16,3-4 8 0,-3 4 2 16,3-1 0-16,-3-3-52 0,3 4-12 0,-4-1 0 0,1 3 0 15,0-5 0-15,3 5 0 0,-3-3 0 0,0 3 0 16,3-3 0-16,-3 3 0 0,0 0 0 0,0 0 0 16,0 0 0-16,0 0 0 0,0 0 0 0,0 2 0 15,-3-2 54-15,3 3 8 0,0-3 2 0,0 2 0 16,-3-2-52-16,3 3-12 0,0-3 0 0,-3 2 0 15,0-2 0-15,3 3 0 0,-3-3 0 0,0 0 0 16,3 2 0-16,-3-2 0 0,0 0 0 0,0 3 0 16,0-3 0-16,0 2 0 0,0 1 0 0,0 0 0 0,-3-1 0 0,3 1 0 15,0-1 0-15,0 4 0 0,-3-1 0 0,3 3 0 16,0-3 0-16,0 5 0 0,0-2 0 0,0 5 0 0,0 1 0 16,0 1 0-16,0 1 0 0,0-3 0 0,0 3 0 0,0 0 0 15,0-3 0-15,3 0 0 16,-3-2 0-16,0 2 0 0,0-2 54 0,0-1 8 0,0 3 2 0,0-2 0 15,0 2-52-15,3 3-12 16,-3 0 0-16,0 2 0 0,3-2 0 0,-3 5 0 0,0 0 0 16,3-2 0-16,-3-1 0 15,0-5 0-15,3 3 0 0,-3-3 0 0,0 0 0 0,0-2 0 0,0-1 0 16,-3 4 0-16,3-1 0 0,0 0 0 0,-3-3 0 16,0 6 0-16,3 0 0 0,-3 0 0 0,0 2 0 0,3 1 0 15,-3-1 0-15,0-2 0 0,3 0 0 0,-3 0 0 16,3-3 0-16,-3-3 0 0,3 1 0 0,0-3 0 15,-3 2 54-15,3-2 8 0,0-3 2 0,-3 3 0 16,3 0-52-16,-3 3-12 0,3-3 0 0,0-1 0 16,-3 4-16-16,3-1-5 0,0 4-2 0,0-1 0 15,0 0 23-15,0-3 0 0,-3 4 0 0,3-1 0 16,0 0 0-16,0-5 0 0,0 2 0 0,3-2 0 16,-3 0 0-16,0-3 0 0,3 1 0 0,-3-1 0 15,0 0 0-15,3 0 0 0,-3 3 8 0,0-3-8 16,0 3 0-16,0 0 0 0,0-3 0 0,0 6 8 15,-3-1-8-15,3 4 0 0,0 1 0 0,-3 1 0 16,3 0 0-16,0-3 0 0,-3 6 0 0,3-6 0 16,0 0 0-16,0 0 0 0,0-2 0 0,-3-1 0 15,3-2 0-15,0 3 0 0,-3-4 0 0,3 1 0 0,-3 0 0 16,0 0 0-16,3 0 0 0,-3 0 0 0,0 0 0 16,0 0 0-16,0-1 0 0,0 1 0 0,0 0 0 0,0 0 0 0,1 0 0 0,-4 0 0 15,3-3 0-15,0 0 0 0,0 1 0 16,0-4 0-16,0 1-8 15,0-3 8-15,0 0 0 0,0 0 0 0,0-1 0 0,0-1 0 0,0-1 0 0,0 0 0 16,3-5 0-16,-3 3 0 0,0 2 0 0,3-5 0 16,0 0 0-16,-3 3 0 0,3-3 0 0,-6 5 0 15,6-5 0-15,-6 0 0 0,6 0 0 0,-9 3 0 16,9-3 0-16,-6 0 0 0,0 0 0 0,0 0 0 16,6 0 0-16,-9 0 8 0,9 0-8 0,-9 0 0 15,0 0 0-15,3 0 0 0,6 0 8 0,-8 0-8 16,-1 0 0-16,-3 0 0 0,0 2 0 0,3 1 0 15,-3-3 0-15,-3 3 0 0,3-1 8 16,-3 1-8-16,0 0 0 0,1-1 0 0,-4 1 0 16,3-3 0-16,-3 3 0 0,0-1 8 0,3-2-8 0,-3 0 0 15,0 3 0-15,4-3 0 0,-4 0 8 0,3 0-8 16,-3 0 0-16,3 0 0 0,-3 0 0 0,3 0 0 16,-3 3 0-16,1-3 0 0,-4 0 8 0,0 0-8 15,0 0 0-15,-3 2 0 0,-2-2 0 0,-1 0 0 16,0 0 0-16,0 0 8 0,-3 0-8 0,4 0 0 15,-1 0 0-15,3 0 0 0,0 0 0 0,-3 0 0 16,4 3 0-16,-1-3 0 0,0 0 0 0,-3 3 0 16,-3-1 0-16,1-2 0 0,-1 0 0 0,-3 3 0 15,0-3 0-15,4 0 0 0,-4 0 0 0,3 0 0 0,0 0 0 0,4 0 0 16,-4 0 0-16,0 2 0 0,3-2 0 0,-6 0 0 0,4 3 0 16,-4-3 0-16,0 0 0 0,0 0 0 15,1 0 0-15,2 0 0 0,0 0 0 0,3 0 0 0,4-3 0 16,-4 3 0-16,3 0 0 0,-3 0 0 0,3 0 0 15,-2 0 0-15,-1 3 0 0,0-3 0 16,0 0 0-16,0 3 0 0,1-3 0 0,2 2 0 16,0-2 0-16,0 0 0 0,3 0 0 0,4 0 0 0,-1 0 0 0,0 0 0 15,3 0 0-15,0 0 0 0,3 0 0 16,-3 0 0-16,3 3 0 0,0-3 0 0,1 0 0 16,-4 3 0-16,3-3 0 0,0 2 0 0,3-2 0 0,-3 0 0 15,0 3 0-15,3-3 0 0,-3 0 0 0,3 3 0 16,-3-1 0-16,3-2 0 0,1 3 0 0,-1 0 0 15,3-1 0-15,-3-2 0 0,3 0 0 0,-3 3 0 16,3 0-8-16,0-3 8 0,0 0 0 0,3 0 0 16,3 0 0-16,0 0 0 0,-6 0 0 0,6 0 0 15,-6 0 0-15,6 0 0 0,-3 0 0 0,3 0 0 16,0 0-9-16,-6 0 9 0,6 0 0 0,0 0 0 16,0 0-8-16,-3-3 8 0,3 3 0 0,-6-3 0 15,3-2 0-15,3 0 0 0,-3-1 0 0,0 1 0 16,3 0 0-16,-3-1-8 0,0-1 8 0,0 1 0 15,3-4 0-15,0-1 0 0,-3-2 0 0,3 0 0 16,0-1 0-16,0-4 0 0,0-1 0 0,0-2 0 16,0 0 0-16,0 0 0 0,0-3 0 0,3 3 0 15,-3 0 0-15,0 0 0 0,0 5 0 0,3-3 0 16,-3 3 0-16,0 0 0 0,0 0 0 0,0 3 0 16,0 0 0-16,0 0 0 0,-3-3 0 0,3 3 0 15,0-6 0-15,-3 3 0 0,3-5 0 0,0 0 0 0,-3-3 0 16,3 0 0-16,-3 1 0 0,3-4 0 0,-2 3 0 0,2 0 0 0,0-2 0 15,-3 5 0-15,0 0 0 0,0-1 0 16,0 1 0-16,0 0 0 0,0 0 0 16,-3 0 0-16,0 0 0 0,3-3 0 0,0-3 0 0,0 1 0 0,0-1 0 0,0-2 0 15,0 3 0-15,0-1 0 0,0 4 0 16,-3-1 0-16,6 3 0 0,-6-1 0 0,3 1 0 0,0 3 0 16,0-1 0-16,-3 3 0 0,3 0 0 0,-3-5 0 15,3 3 0-15,0-3 0 0,-3-1 0 0,3-1 0 16,0-1 0-16,-3 0 0 0,3-2 0 0,0 2 0 15,3-3 0-15,-3 6 0 0,3-3 0 16,-3 0 0-16,3 3 0 0,0 3 0 0,0-1 0 0,-2 1 0 16,2-1 0-16,0 3 0 0,0 0 0 0,0-2 0 15,0-1 0-15,0 4 0 0,2-7 0 0,-2 4 0 16,0-3 0-16,0 2 8 0,0-2-8 0,3 0 0 16,-3 0 0-16,3 2 0 0,-3 1 0 0,0-1 0 15,3 3 0-15,-3 0 0 0,0-2 0 0,3 2 0 16,-3 3 0-16,0 0 8 0,0-1-8 0,0-2 0 15,0 3 0-15,0 0 0 0,0 0 0 0,0 2 0 16,0-5 0-16,0 3 8 0,0-6-8 0,0 4 0 16,-3-1 0-16,3-3 0 0,0 1 0 0,0 2 0 15,0-3 8-15,0 1-8 0,0-1 0 0,0 1 0 16,0-1 0-16,0 3 0 0,0 0 0 0,0 3 0 0,0-3 0 16,0 3 8-16,3 3-8 0,-3-4 0 15,3 1 0-15,-3 2 0 0,3 1 0 0,-3-3 0 0,3 2 0 0,-3-2 8 16,3 2-8-16,-3-2 0 15,3 0 0-15,0 2 0 0,-3-2 0 0,3 0 0 0,0 0 0 16,0-1 0-16,3-2 0 0,-3 3 0 16,3 0 0-16,0-3 0 0,0 3 0 0,0 0 0 0,3 2 0 0,0-2 0 15,0 0 0-15,3 2 0 0,0 0 0 0,-1 3 0 16,1-2 0-16,0 2 0 16,3 0 0-16,0 3 0 0,0-3 0 0,0 0 0 15,3 0-45-15,-3 3-15 0,2-1-4 0,1-4 0 0,0 2-153 0,0-5-31 16</inkml:trace>
  <inkml:trace contextRef="#ctx0" brushRef="#br0" timeOffset="15765.225">13070 11023 1751 0,'-21'8'81'0,"15"-5"-72"0,0-3-9 0,6 0 0 0,-6-3 0 15,0 1 68-15,0-1 12 0,3-2 3 0,-3-1 0 16,0-2 36-16,3-2 7 0,0-3 2 0,0-1 0 16,0-2-52-16,0 1-9 0,3-7-3 0,0-1 0 15,3-9-51-15,0-3-13 0,0-4 0 0,3-6 0 16,3-3 37-16,3 0 5 0,0 1 1 0,6-11 0 16,3-1-15-16,2-1-4 0,4-9 0 0,6-5 0 15,0 5-9-15,0 0-3 0,2-2 0 0,4-1 0 0,0 9-21 16,2-1-5-16,4 6-1 0,0-5 0 0,-1 7 27 0,-2 3 4 15,3-3 2-15,-1 4 0 0,-5 7-18 0,-3 2 0 16,-1 4 0-16,1 4 0 0,-3 3 0 16,-3 6 0-16,2-3 0 0,-5 5 0 0,0 3-16 0,-6 2 0 0,-3 3 0 0,-4 3 0 15,-2 0 28-15,-3 5 6 0,-3 0 1 16,0 3 0-16,-3 2-32 0,-3 3-7 0,0 0 0 0,0 0-1 16,0 0-35-16,0 0-6 0,0 0-2 15,0 0 0-15,-6 3-152 0,3 2-30 0,-3 0-6 0</inkml:trace>
  <inkml:trace contextRef="#ctx0" brushRef="#br0" timeOffset="16057.716">13796 9089 1824 0,'-30'5'38'0,"21"-5"8"0,0 3-37 0,0 0-9 0,1-1 0 0,-1 1 0 15,3 0 67-15,0-1 11 0,6-2 2 0,0 0 1 16,0 0-1-16,0 0-1 0,0 0 0 0,-3 5 0 15,3-5-38-15,3 6-7 0,0-1-2 0,3 0 0 16,0 1 26-16,3-4 5 0,-1 4 1 0,4-4 0 16,0 4-52-16,0-4-12 0,0 3 0 0,3-2 0 15,3 5 54-15,-3-3 8 0,3 3 2 0,-4 0 0 16,1 0-64-16,0 3-24 0,0-3 0 0,-3 2 1 0,0 1 37 16,-3-1 7-16,0 4 2 0,-3-1 0 0,-3 0-23 15,0 0 0-15,0 1 0 0,-6-1 0 0,0 0 0 16,-3 3 0-16,0-6-10 0,-3 6 10 0,0-2-23 15,-3-1 3-15,0 3 0 0,0-3 0 16,0-2-32-16,3-1-5 0,0-2-2 0</inkml:trace>
  <inkml:trace contextRef="#ctx0" brushRef="#br0" timeOffset="18767.467">14007 8263 1337 0,'0'0'28'0,"0"6"6"16,3 2-34-16,-3 0 0 0,3 0 0 0,0 5 0 16,0 0 94-16,0 3 12 0,3 2 2 0,-3 4 1 0,0-4-54 0,0 3-11 0,0 0-3 0,-3 1 0 31,3-4-21-31,-3 3-4 0,3-5 0 0,-3 3-1 0,0-3-7 15,3-1 0-15,-3-1-8 0,0-1 12 16,0 0 7-16,0-2 1 0,0-3 0 0,-3 0 0 0,0-3 28 0,3 0 7 16,0-5 1-16,0 0 0 0,0 0-5 0,0 0-1 0,0 0 0 15,-6-5 0 1,0-3-9-16,0-3-1 0,3 1-1 0,-3-3 0 0,3-1-8 0,0-4-2 0,0-1 0 0,0-2 0 16,0 0-3-16,3-6-1 0,-3 1 0 0,3-6 0 15,0 1 1-15,0-4 0 0,3-5 0 0,0 3 0 16,0 3-6-16,3 0-2 0,3 2 0 0,0 3 0 15,-3 0-6-15,6 0 0 0,-3 2-1 16,3 1 0-16,-3 2-11 0,0 3 12 0,3-3-12 0,-3 3 12 16,-1 2-12-16,1 3 0 0,3 3 0 0,-3 0-11 15,-3 2 11-15,3 3 11 0,-3 3-3 0,3 2 0 16,-3 1-8-16,0 2-11 0,0 0 3 0,0 5 0 16,-3 0 8-16,0 6 0 0,3-1 0 0,-3 4 0 15,-3 2 0-15,3 2 0 0,-3 1 0 0,-3-1 0 16,0 3 0-16,0 0 0 0,-3-2 0 0,-3 2 0 15,3 0-53-15,-3-2-9 16,0-1-2-16,0 4 0 0,-3-1 52 0,0 0 12 0,0-3 0 0,1 1 0 16,-1 2-33-16,0-5-4 0,0 2-1 0,0 1 0 15,3-3 18-15,-3-3 3 0,3 3 1 0,0-3 0 16,0 0 5-16,3-2 2 0,3-3 0 0,-3 0 0 16,6 0 9-16,-3-3-10 0,6 0 10 0,-3-5-10 15,3 6 10-15,3-1-12 0,0-2 12 0,0-1-12 16,3-2 12-16,0 3-8 0,0-3 8 0,0 0-8 0,3 0 17 15,-3 0 4-15,3 0 1 0,-3-3 0 0,3 3-14 16,-1 0 0-16,4-2 0 0,-3-1 0 0,3 0 0 0,0 1 0 16,0-1 0-16,3-2 0 0,-3-3 0 0,2 3 0 0,1-6 0 15,0 3 0-15,0 0 0 0,0-3 0 0,0 1 0 0,0-1 0 16,-6 3 54-16,2-2 8 16,-5 2 2-16,3 0 0 0,-6 3-52 0,0-3-12 0,0 0 0 15,-3 0 0-15,-3 3 54 0,0-3 8 0,-3 0 2 0,0 2 0 16,-3 1-52-16,-3 0-12 0,3 2 0 0,-6-2 0 15,3 5 28-15,-2-3 2 16,-4 3 1-16,0 0 0 0,3 0-19 0,0 3-4 16,0-1-8-16,0 4 12 0,3-1-12 0,0 0 0 0,3 1 0 0,0 4 0 15,3-2 0-15,0 3 0 0,3-1-9 0,0 1 9 16,3 2-9-16,0 0 9 0,3 1-8 0,0-1 8 16,3 0-9-16,0-2 9 0,3-1-10 0,0 1 10 15,3-3-8-15,0 0 8 0,0-3 0 0,0 0-9 16,-1-2-10-16,1 0-1 0,0-1-1 0,0-4 0 15,0-1-11-15,0-2-3 0,0-1 0 0,-3-4 0 16,2-3-149-16,1-3-29 0,0-3-7 16,0-2 0-16,3 0-29 0,0-3-6 0,0 0-1 0,0-2 0 15,-1 2 117-15,1 0 23 0,3 0 5 0,-3-2 1 16,0 2 98-16,-3-2 12 0,0-1 16 0,-1 1-3 16,-5-4 128-16,3-1 26 0,-3 2 5 0,-3-6 0 15,0 9-29-15,-3-1-7 0,0 1 0 0,0 2-1 0,-3 0-26 16,0 6-5-16,0-1 0 0,0 3-1 15,0 3-18-15,-3 0-3 0,0 2-1 0,3 3 0 16,-3 3-16-16,3 0-3 0,0-1-1 0,0 6 0 0,0 0-16 16,0 0-3-16,0 0-1 0,0 0 0 15,0 0-18-15,0 8-4 0,3 0-1 0,0 3 0 0,-3 0-18 16,3 2 0-16,0 0 0 0,0 3 0 0,0 2 9 0,0 6 5 16,0 0 1-16,0 2 0 0,0 4-15 0,0-4 0 0,0 6 0 0,0 0 0 15,0-3 0-15,0-3 8 0,0 1-8 0,3-4 0 16,-3 1 0-16,0-3 0 0,3 1 0 0,-3-4 0 15,3 1 0-15,-3-4-13 0,0 1 2 0,0-2 1 16,-1-1 1-16,1-5 0 16,0 2 0-16,-3-2 0 0,3-2 9 0,-3-6 0 0,0 0 0 0,0 0 0 15,0 0 0-15,0 0 0 0,0 0 0 0,-3-8 0 16,3 2 9-16,-3-4-9 0,0-1 12 0,1 1-12 16,-1-1 16-16,-3-2-4 0,0-1-1 0,0 1 0 15,-3 0 5-15,3 0 2 0,-3 0 0 0,0 2 0 16,-3-2-3-16,0 2-1 0,0 1 0 0,-3 2 0 15,0 0-5-15,1 0-1 0,-1 2 0 0,0 1 0 16,0 3-8-16,0-1 10 0,0 3-10 0,0 0 10 16,3 3-10-16,0-1 0 0,4 1 0 0,-4 2 0 15,3 0 0-15,3 3 0 0,0 0-11 0,0 3 11 16,3-1-9-16,0 1 9 0,0 0-10 0,3 2 10 16,0-3-12-16,0 4 3 0,3-1 1 0,0 3 0 15,3-3-8-15,0 0-2 0,3 0 0 0,3 1 0 16,-1-4-1-16,1 1 0 0,3-3 0 0,3 0 0 0,-3-3-1 15,3-2 0-15,3 2 0 0,0-5 0 16,-4 0 8-16,4-3 2 0,0 1 0 0,-3-6 0 0,0 2 10 16,0-1 0-16,0-4 0 0,-4 3 0 0,1-5 0 0,-3 2 0 0,0 1 0 15,-3-1 0-15,-3-2 17 0,3 2-1 16,-3 1 0-16,-3-1 0 0,0 0 12 16,0-2 1-16,-3 3 1 0,3-4 0 0,-3 6-4 0,-3-2-1 0,3-1 0 0,-3 3 0 15,3 0-6-15,-3 0-2 0,0 3 0 0,0 0 0 16,3 5-5-16,0 0 0 0,0 0-1 15,0 0 0-15,0 0-11 16,0 0 8-16,0 0-8 0,0 0 8 0,0 0-8 16,-3 8 0-16,0 0 0 0,0 0 0 0,3 2-8 0,0 1 8 0,0-3 0 0,3 5 0 15,0-2 0-15,0-1 0 0,0 1-9 0,3-1 9 16,0 1-8-16,0-3 8 0,0 2-12 0,3-2 12 16,-3-2-19-16,2-1 3 0,1-2 1 0,0 2 0 15,0-5 15-15,0 0-12 0,0 0 12 0,3-3-12 16,-3 1 12-16,0-4 0 0,3 1 0 0,-3 0 0 15,0-1 0-15,0-1 0 0,-3-1 0 0,2 2 0 16,-2-2 9-16,-3 0 2 0,3 1 0 0,-3-4 0 16,0 0 5-16,-3 3 0 0,3-2 1 0,-3-3 0 15,0 2 1-15,0 0 0 0,0 3 0 0,0-2 0 16,0 2-2-16,0 0 0 0,0 0 0 0,0 5 0 16,0 3-5-16,0 0-2 0,0 0 0 0,0 0 0 15,0 0-9-15,0 0 0 0,0 0 0 0,0 0 8 16,0 6-8-16,3 2 0 0,0 2 0 0,-3 1 0 15,3-3 0-15,0 2 0 0,0 1 0 0,0 0 0 16,0-4-22-16,0 1 0 0,3 0 0 0,-3 0 0 16,3-2-15-16,-3-1-3 0,0 0-1 0,3-2 0 15,-3-1-20-15,0-2-4 0,3 3-1 0,-3-3 0 16,3-3-6-16,-3 1 0 0,3-3-1 0,0 2 0 0,0-2 39 0,-3-1 8 0,3-2 2 16,-4 0 0-16,4 0 24 0,-3 1 0 0,0-1 0 15,-3 0 0-15,3-3 18 0,-3 0 6 0,3 4 0 0,-3-7 1 16,0 4 21-16,3-4 4 0,0 1 1 0,0 0 0 15,0 0-10-15,0 0-1 0,0-3-1 16,3 0 0-16,0 5-13 0,-3-2-2 0,3 5-1 0,0-3 0 16,-3 4-13-16,3 1-2 0,0 1-8 0,0 0 12 15,-3 2-4-15,3 3 0 0,0 3-8 0,0-1 12 16,0 6-3-16,0 0-1 0,0 0 0 0,-1 5 0 16,1 1-8-16,0-1 8 0,0 3-8 0,0 0 8 15,-3-1-8-15,3 1 0 0,-3-2 0 0,3 1 8 16,-3-1-8-16,0-4 0 0,0 3 0 0,-3 1 0 15,3-4 0-15,-3 1 8 0,-3-3-8 0,3 2 0 16,-3-4 8-16,0 2-8 0,0-3 0 0,3-5 8 16,0 0-8-16,-3 5 0 0,3-5 0 0,0 0 0 15,0 0 0-15,0 0 8 0,0 0-8 0,-3-5 0 16,3 0 8-16,0-3-8 0,0 0 8 0,0-3-8 16,3 1 0-16,0-4 8 0,3 1-8 0,0-3 0 15,0-2 0-15,3-1-16 0,0 1 3 0,0-3 0 16,3-1 36-16,0 4 7 0,2-1 2 0,-2 3 0 15,0 1-18-15,0 4-3 0,0 0-1 0,-3 3 0 16,0 1 10-16,3 1 1 0,-3 1 1 0,-3 5 0 16,3 0-22-16,0 3 0 0,-3-1 0 0,-3 6 0 0,3 0 0 0,-4 5 0 15,1-2 0-15,0 2 0 0,3 3 0 0,-6 3 0 0,3-1 0 16,-3 1 0-16,3-4 0 0,-3 1 0 0,0 0 0 16,0 3 0-1,3-6-47-15,-3 3-13 0,0-3-4 0,3 0 0 16,0 1-153-16,0-1-31 0,0-3-7 0</inkml:trace>
  <inkml:trace contextRef="#ctx0" brushRef="#br0" timeOffset="19934.62">15924 7515 2066 0,'3'-19'43'0,"3"1"10"0,0 2-42 0,3 2-11 0,-3-1 0 0,0 1 0 31,0 4 53-31,0-1 9 0,0 3 2 0,-3 3 0 0,0 0 0 0,3-1 0 0,-3 4 0 0,0-1 0 16,-3 3 0-16,0 0 0 0,0 0 0 0,3 5 0 15,0 1-52-15,-3 2-12 0,3 2 0 0,0 3 0 16,-3 6 0-16,0 2 0 0,0 3 0 0,0 2 0 16,0 4 0-16,0-4 0 0,0 3 0 0,0-2 0 15,3-1 0-15,-3 0 0 0,0-2 0 0,3 0 0 32,-3 0-18-32,3 0-6 0,0-3-2 0,0 0 0 0,-1 0 2 0,1-5 1 0,0 3 0 0,0-4 0 15,0 1 15-15,-3-5 8 0,3 0-10 0,-3-4 10 16,0-1 0-16,3-1 0 0,-3-5 0 0,0 0 0 15,0 0 13-15,0 0 9 0,0 0 2 0,0 0 0 16,-9-8 3-16,3 3 1 0,3-3 0 0,-5 0 0 16,-1-3 0-16,0 3 1 0,0-5 0 0,-3 3 0 15,0-1 7-15,-3 0 0 0,3 1 1 0,-3-1 0 16,0 3-29-16,1 0-8 0,-1 3 0 0,0 0 0 16,0 2 0-16,3 3 0 0,-3-2 0 0,0 2 0 15,3 2 0-15,3-2 0 0,0 3 0 0,1 2 0 16,2 0 0-16,0 1 0 0,0 2 0 0,3 0 0 15,0 0-11-15,0 2-3 0,3 1-1 0,0-1 0 16,3 3 0-16,0-2 0 0,0 2 0 0,3 1 0 16,0-4-15-16,2 3-3 0,1-2-1 0,3 0 0 15,0-4 34-15,3 1 0 0,3 0 0 0,0-2 0 0,3-1 0 16,0-2 0-16,2-3 0 0,1 0 0 0,0-3 0 0,0 0 0 16,-3-5 0-16,2 3 0 0,1-3 0 15,-3 0 0-15,0-2 0 0,-3-1 0 0,3 0 0 0,-4-2 0 16,1-3 0-16,0 3 0 0,0-3 44 0,0 0 16 15,3 0 4-15,-6 1 0 0,2-1-52 16,-2 0-12-16,0 3 0 0,-3-1 0 0,0 4 54 16,-3-3 8-16,3-1 2 0,-3 4 0 0,-6-1-52 0,3 1-12 0,-3-4 0 0,-3 4 0 15,0-1 0-15,-3 1 0 0,0 2 0 0,0 0 0 16,-3 0 47-16,-3 0 6 0,0 0 2 0,0 0 0 16,-3 3-38-16,0 2-7 0,0 0-2 0,-3 1 0 15,4 4-8-15,-4 1 0 0,-3 0 0 0,6 2 0 16,-3 0 0-16,3 3 0 0,0 3 0 0,3-3 0 15,0 5 0-15,3-2 0 0,0 2 0 0,0 0 0 32,3-2-46-32,3 2-14 0,0-5-4 0,0 5 0 0,3-2 52 0,0-1 12 0,3-2 0 0,0 3 0 15,3-6-54-15,0 0-8 0,3 1-2 0,3-4 0 16,-3-2 52-16,0 0 12 0,3 0 0 0,0-2 0 16,-1-1 0-16,-2-2 0 0,3 2 0 0,-3-2 0 15,0-1 0-15,0 1 0 0,-3 0 0 0,0-1 0 16,0 1 0-16,-3 0 0 0,0 0 0 0,0-1 0 15,0 1 48-15,0 0 13 0,-1-1 3 0,1 1 0 16,-3 0-52-16,3 0-12 0,-3-1 0 0,0 4 0 16,3-1 0-16,-3 3 0 0,0-3 0 0,3 3 0 0,-3 3 0 0,3-3 0 15,0 3 0-15,-3 2 0 16,0 3 0-16,3-3 0 0,-3 3 0 0,0 0 0 16,3 3 0-16,-3-3 0 0,3 2 0 0,-3 1 0 0,0-1 0 0,3 1 0 15,-3 2 0-15,3-2 0 0,-3-1-12 0,0 1-4 16,0 2-2-16,0-5 0 15,0 0-33-15,-1 0-6 0,-2-3-2 0,3 0 0 16,-3-5-106-16,0 0-22 0,6 3-4 0</inkml:trace>
  <inkml:trace contextRef="#ctx0" brushRef="#br0" timeOffset="20404.439">16588 7665 1824 0,'-6'-34'38'0,"3"23"8"0,0-2-37 0,0 0-9 0,3-3 0 0,-3 3 0 16,3 0 105-16,-3-1 19 0,3 4 4 0,0 2 1 15,0-3-53-15,3 3-10 0,-3 0-2 0,0 1-1 16,3 4 1-16,0-2 0 0,-3 5 0 0,3-3 0 16,3 3 0-16,0 0 0 0,0 3 0 0,0-1 0 15,0 4-52-15,0 1-12 0,3 1 0 0,-3 3 0 16,3 2 0-16,0 0 0 0,0 1 0 0,-1 2 0 16,1-3 0-16,0 0 0 0,0 0 0 0,-3 0 0 15,0-2 9-15,0 0-1 0,0 2 0 0,0-5 0 16,-3 0-8-16,0 0-11 0,0 0 3 0,0 0 0 15,-3-8 8-15,0 5 0 0,0-5 0 0,0 0 0 16,0 0 0-16,0 0 0 0,0 0 0 0,0 0 0 16,0 0 0-16,0 0 0 0,0 0 0 0,0 0 0 0,0 0 0 15,3-8 0-15,3 0 0 0,-3 0 0 0,0-3 0 16,3 1 0-16,0-3 0 0,0 2 0 0,3-5 0 16,0 3 0-16,-1-3 0 0,1-2 0 0,0 2 28 0,3 0 8 0,-3 0 2 15,3 0 0-15,-3 3-28 0,3 2-10 0,-3 3 0 16,3 0 9-16,-3 0-9 0,0 6 8 0,0-1-8 15,-1 0 8-15,-2 6-8 16,3 0 10-16,-3-1-10 0,0 4 10 16,-3 2-10-16,3 2 10 0,0 1-10 0,-3 5 10 0,0-3-10 0,0 3 0 0,3 2 9 15,-6 1-9-15,3-3 9 0,0 0-9 0,-3 2 12 0,0-2-12 16,3 0 0-16,-3 0-16 0,0-3 2 0,0 0 0 16,0 0-13-1,0-2-2-15,0-3-1 0,0 0 0 0,0 0-81 0,0-3-16 16,0-5-3-16,0 0-1 0,0 0-100 0,0 0-20 0</inkml:trace>
  <inkml:trace contextRef="#ctx0" brushRef="#br0" timeOffset="20663.367">17228 7300 2066 0,'9'-58'43'0,"-6"37"10"16,0-3-42-16,0 3-11 0,3-3 0 0,-3 3 0 15,0 5 104-15,0 0 20 0,0 3 3 0,-3 2 1 16,3 3-52-16,-3 3-9 0,0 5-3 0,0 0 0 15,0 0 0-15,0 0 0 0,3 8 0 0,0 3 0 16,-3 2-51-16,0 3-13 0,0 2 0 0,0 1 0 16,3 2 0-16,-3-2 0 0,3 2 0 0,-3 0 0 15,0 0 54-15,0 0 8 0,3-2 2 0,-3 5 0 16,0-3-52-16,3 3-12 0,-3-1 0 0,3 4 0 16,-3-3 0-16,0 5 0 0,3 0 0 0,-3 3 0 0,0-3 0 0,-3-3 0 15,0 3 0-15,0-2 0 16,0-3-48-16,0-1-13 0,0-1-3 0,-3-1 0 15,0-3-102-15,0 1-21 0,0-1-4 0</inkml:trace>
  <inkml:trace contextRef="#ctx0" brushRef="#br0" timeOffset="20842.099">17243 7613 2508 0,'-3'-14'71'0,"3"4"16"0,0-4-70 0,0 4-17 0,3-1 0 0,0 3 0 15,0-2 55-15,3 2 7 0,3 3 2 0,-3-3 0 16,3 2 0-16,3 1 0 0,-1 2 0 0,1-2 0 16,3 0-52-16,0-3-12 0,3 0 0 0,6-3 0 15,6 1-151-15,5-6-33 0,4 0-6 16</inkml:trace>
  <inkml:trace contextRef="#ctx1" brushRef="#br0">25202 13796 0</inkml:trace>
  <inkml:trace contextRef="#ctx0" brushRef="#br0" timeOffset="21743.719">21508 10724 2066 0,'-29'3'96'0,"20"-6"-85"0,3 1-11 0,-3-1 0 0,3-2 0 16,0-3 53-16,0 0 9 0,0 0 2 0,0-5 0 15,3 2 0-15,0-2 0 0,-3-3 0 0,3 0 0 16,-3-2 0-16,3-4 0 0,-3-1 0 0,0-7 0 15,3 1 0-15,0-5 0 0,-3-3 0 0,3-3 0 16,3-2-52-16,-3-3-12 0,3-3 0 0,0-5 0 16,0-2 54-16,3-1 8 0,0-2 2 0,0-6 0 15,-3 4-52-15,3-1-12 0,0-3 0 0,-3-5 0 16,3 3 0-16,0 0 0 0,-3-3 0 0,0-2 0 16,3 7 0-16,-3 1 0 0,0-1 0 0,0-2 0 15,3 11 0-15,-3 2 0 0,0 3 0 0,0-1 0 16,0 4-8-16,0 2-5 0,0 2-1 0,0 1 0 15,0 5 14-15,0 0 0 0,0 2 0 0,0 4 0 16,-3 2 0-16,3 2 0 0,0 6 0 0,0 0 0 16,0 2 0-16,0 1 0 0,0 2 0 0,0 0 0 15,0 5-8-15,0 1 8 0,3 2-13 0,-3 0 5 16,3 3-29-16,0-1-6 0,3 1-1 0,-3 2 0 16,-3 3-117-16,6 0-24 0,0 0-5 0</inkml:trace>
  <inkml:trace contextRef="#ctx0" brushRef="#br0" timeOffset="22239.8">21473 8435 1941 0,'0'0'55'0,"0"0"12"0,-6 3-54 0,0-3-13 0,6 0 0 0,-6 5 0 15,0-2 60-15,-3 2 8 0,3 1 3 0,-3-1 0 16,0 5-46-16,0-2-9 0,0 0-1 0,-3 3-1 16,0 0-14-16,1-1 11 0,-4 1-11 0,3-1 10 15,-3 1-10-15,3-1 0 0,0-2 9 0,0 0-9 16,3 0 8-16,0 0-8 0,0-3 8 0,3 1-8 15,0-4 11-15,6-2-3 0,0 0 0 0,0 0 0 16,0 0 0-16,0 0-8 0,0 0 12 0,0 0-4 16,6-5-8-16,3-3 10 0,0 0-10 0,0-2 10 15,6-1 0-15,-3-2 0 0,6 0 0 0,-3-1 0 16,0 1 11-16,0-3 3 0,-4 3 0 0,4 0 0 16,-6 0 32-16,3 2 8 0,-3 0 0 0,3 1 1 15,-3 2-52-15,-3 0-13 0,3 3 0 0,-3 2 0 0,0 0 54 16,0 1 8-16,0 2 2 0,-6 0 0 0,6 2-52 0,0 1-12 15,-4 2 0-15,4 1 0 0,0 2 0 0,-3 2 0 16,3-2 0-16,-3 5 0 16,0-2 0-16,3 2 0 0,0 0 0 0,-3-2 0 0,3 2 0 15,0-2 0-15,0-1 0 0,0-2 0 16,0 3-48-16,0-3-13 0,3-3-3 0,-3 3 0 16,0-5-148-16,3-3-31 0</inkml:trace>
  <inkml:trace contextRef="#ctx0" brushRef="#br0" timeOffset="23004.161">20187 7089 1824 0,'0'0'38'0,"0"0"8"16,0 0-37-16,-6 2-9 0,6-2 0 0,-3 8 0 16,0 0 78-16,0 3 14 0,0-1 2 0,0 6 1 15,0 0-43-15,3 3-8 0,-3 2-1 0,3 0-1 0,0 5-19 0,0-2-4 0,0 3-1 16,0 2 0-1,0-3-18-15,0 6 10 0,3-3-10 0,-3 3 8 16,3-3-8-16,0 0 0 0,3-2 0 0,-3 2 0 0,0-6 0 16,0 1 0-16,3 0 0 0,-3-3 0 15,0-2-11-15,-3-3-4 0,3 0-1 0,0-3 0 16,-3-3-28-16,0-2-7 0,0 0-1 0,0-8 0 16,0 0-31-16,0 0-6 0,0 0-2 0,0 0 0 15,-3-8-183-15,0 0-37 0</inkml:trace>
  <inkml:trace contextRef="#ctx0" brushRef="#br0" timeOffset="23254.381">20202 7443 1728 0,'-6'-32'76'0,"0"3"16"0,0 0-73 0,3 0-19 0,-3 0 0 0,0 3 0 16,0-1 62-16,3 3 9 0,-3 3 1 0,3 0 1 15,0 2 3-15,0 4 1 0,0-1 0 0,3 2 0 16,0 4-20-16,0-1-4 0,3 3-1 0,0 0 0 16,3 3-15-16,0 0-3 0,3 0-1 0,-3 2 0 15,3-2-7-15,3 2-2 0,0 0 0 0,0 3 0 16,2 0-24-16,1 0 0 0,0 3 0 0,0 0 0 15,0 5 0-15,0-1 0 0,0 1 0 0,-3 3 0 16,0 2 0-16,-4-2 0 0,1 5 0 0,-3-3 0 16,0 3 0-16,-3-3 0 0,-6 3 0 0,0 0 0 15,0-3 47-15,-3 0 13 0,-3 0 4 0,1 1 0 16,-4-4-103-16,-3 3-20 0,3-2-4 16,-3 2-1-16,0-5 52 0,0 3 12 0,3-3 0 0,-3-3 0 15,3 3-152-15,4-5-28 0,-4-1-6 0</inkml:trace>
  <inkml:trace contextRef="#ctx0" brushRef="#br0" timeOffset="23728.19">20365 7126 1337 0,'9'-3'56'16,"0"-2"-44"-16,-3 2 74 0,3-2 15 0,-3 2 3 0,0 3 1 16,0-2-2-16,0 2-1 0,-3-3 0 0,3 3 0 15,0 0-21-15,-3 0-4 0,3 3-1 0,0-3 0 16,-3 2-31-16,3 1-6 0,3-3-2 0,-3 5 0 15,2-2 0-15,1 2 0 0,0 3 0 0,0-3 0 16,0 3-8-16,0 3-1 0,-3-3-1 0,3 2 0 16,0 1-27-16,-3-3-17 0,0 5 2 15,0-5 1-15,0 3 14 0,-3-3 0 0,0 2 0 0,0-2 0 16,0 0 11-16,-3 0-11 0,0-3 10 0,0-5-10 16,0 8 0-16,0-8 0 0,0 0-13 0,-3 5 4 15,3-5 9-15,0 0-12 0,0 0 12 0,0 0-12 16,0 0 12-16,0 0-12 0,0-5 12 0,3 0-12 15,-3-3 12-15,3 0 0 0,0 0-9 0,0-3 9 16,3 1 0-16,-4-1 0 0,4-2 8 0,-3 0-8 16,3 0 24-16,0-1 0 0,0 1 0 0,0-3 0 15,3 0-24-15,-3 3 0 0,3 0 0 0,0 2 0 16,-3 1 0-16,3 2 0 0,0 0 0 0,0 3 0 16,-3 2 56-16,3-2 7 0,0 5 1 0,-4 0 0 15,1 2-52-15,0 4-12 0,3-1 0 0,-3 5 0 16,0 1 0-16,3 2 0 0,-3 1 0 0,0 1 0 0,0 1 0 0,0-3 0 15,0 3 0-15,-3 0 0 16,0 0 0-16,-3-3 0 0,3 1 8 0,-3-1-8 0,-3 0-12 16,3-2-6-16,-3-3-1 0,-3 2 0 15,3-2-22-15,-3 0-5 0,3-3-1 0,-3 1 0 16,0-4-130-16,3-2-27 0,-3 3-4 0</inkml:trace>
  <inkml:trace contextRef="#ctx0" brushRef="#br0" timeOffset="24059.169">20737 6798 2238 0,'6'-16'94'0,"-3"-3"-75"16,3 3 51-16,-3 0 10 0,0 3 3 0,0-3 0 16,0 3-15-16,0 0-4 0,-3 0 0 0,0 2 0 15,3 3-51-15,-3 0-13 0,3 0 0 0,-3 0 0 16,0 3 0-16,3 2 0 0,-3-2 0 0,0 5 0 15,0 0 0-15,0 0 0 0,0 0 0 0,0 0 0 16,6 5-151-16,-3-2-33 0,3 5-6 0</inkml:trace>
  <inkml:trace contextRef="#ctx0" brushRef="#br0" timeOffset="24995.902">20922 6943 1637 0,'0'0'34'0,"0"0"8"0,0 0-34 16,3 3-8-16,-3-3 0 0,3 5 0 16,0 0 94-16,0 1 17 0,0-4 3 0,0 4 1 0,0 1-37 0,0-1-7 0,0 2-2 0,0 0 0 15,-3 0-31-15,3 0-6 0,0 2-2 0,-3 1 0 16,3-1-14-16,-3 1-4 0,0 2 0 0,3-2 0 16,-3-1-12-16,0 1 11 0,0-1-11 0,0 1 10 15,0-3-10-15,-3 0 0 0,3 0 0 0,0 0 0 16,0-3 8-16,0 3-8 0,0-8 0 0,0 0 8 15,0 0 6-15,0 0 1 0,0 0 0 0,0 0 0 16,0 0 11-16,0 0 2 0,0 0 1 0,0 0 0 16,0-8 3-16,0 3 1 0,3-3 0 0,-3-3 0 15,3 1-10-15,0-4-3 0,0 1 0 0,3 0 0 16,-3 0-1-16,0-3-1 0,2 3 0 0,-2-3 0 16,0 3-2-16,3-1-1 0,0 4 0 0,0-4 0 15,0 7-4-15,0-1-1 0,0 0 0 0,0 2 0 16,0 1-10-16,3 0 0 0,-3 2 0 0,0 1 0 15,0 2 0-15,3 0 0 0,-3 0 0 0,0 2 0 16,0 1 0-16,0-1 0 0,0 4-12 0,-3-1 12 16,2 0 0-16,1 3 0 0,0 3 0 0,-3-3 0 0,0 2 0 15,0 1 0-15,0 0 0 0,0 2 0 0,0-3 0 16,-3 4 0-16,0-4 0 0,0 1 0 16,0-1 0-16,0 1 0 0,0-3 0 0,0 0 0 0,0-3 0 0,0 0 0 0,0-5 0 0,0 0 0 15,0 0 0-15,0 0 0 0,0 0 0 0,0 0 0 16,0 0 0-16,0 0 0 15,0 0 0-15,0 0 0 0,0-5 0 0,0-3 0 0,0-2 0 0,0-1 0 16,0 3 0 0,0-5 0-16,3 2 0 0,0 1 0 0,0-1 0 0,0-2 0 0,0 0 0 0,3 2 0 15,0 0 17-15,0 1 11 0,3-1 3 0,-3 3 0 16,3-2 1-16,3 2 1 0,-3 3 0 0,3-3 0 16,-4 2-47-16,1 1-10 0,3 0-1 15,-3-1-1-15,0 4 26 0,3 2-10 0,-3-3 10 0,3 0 0 16,-3 3 0-16,0 0-8 0,0 0 8 0,0 3 0 15,-3 0 0-15,3-1 0 0,-4 4 0 0,-2-1 0 16,3 0 0-16,-3 1 0 16,0 2 0-16,0 2 0 0,0 1 23 0,-3 2 5 0,0-3 0 0,0 6 1 15,0-2-74-15,0 1-15 0,0 1-4 0,0 0 0 16,3 0 36-16,-3-3 8 0,0 1 0 0,3-1 1 16,0-3-21-16,0 1-4 0,0-3 0 0,0 0-1 15,3-3 36-15,0-2 9 0,3-3 0 0,0 0 0 16,3-3 0-16,-3-2 0 0,3 0 0 0,3-3 0 15,-1-3 0-15,1-2 0 0,0 0 0 0,3-3 0 16,-3 2 49-16,3-1 12 0,-3-4 3 0,0 3 0 16,-1 0-52-16,-2 0-12 0,0 1 0 0,0 1 0 0,-6 1 43 15,3 0 5-15,-6 0 2 0,3 2 0 0,-6 0-18 0,3 1-4 16,-3 2-1-16,-3 0 0 0,0 3-27 0,-3-1-16 16,0 4 3-16,0 2 0 0,-3 0 61 0,-3 0 13 0,0 2 3 15,-2 4 0-15,2 2-52 0,0-3-12 0,0 6 0 0,3-4 0 16,0 7-17-16,0-4-7 0,3 1 0 0,3 2-1 31,3 3-11-31,3-3-3 0,0 3 0 0,6-3 0 0,0 1 39 0,0-1 0 0,3 0 0 16,3 0 0-16,-1-2 10 0,-2-3 10 0,6 0 1 0,-3 0 1 15,0-3-35-15,3-2-7 0,-3-3-2 0,3-3 0 16,-1 0 22-16,-2-5 0 16,3 0 10-16,-3-2-10 15,3-3-100-15,0-1-28 0,3-2-4 0</inkml:trace>
  <inkml:trace contextRef="#ctx0" brushRef="#br0" timeOffset="25557.164">22136 6829 2066 0,'0'0'43'0,"0"0"10"0,0 0-42 0,0 0-11 0,-5-2 0 0,5 2 0 16,0 0 53-16,0 0 9 0,0 0 2 0,0 0 0 15,0 0 0-15,0 0 0 0,0 0 0 0,0 0 0 16,0 5 0-16,0 0 0 0,0 6 0 0,3-3 0 16,-3 0-52-16,2 2-12 0,1 1 0 0,-3-1 0 15,3 4 0-15,-3-1 0 0,3-2 0 0,-3 2 0 16,0 0 0-16,0 0 0 0,0 0 0 0,0 1 0 15,-3-4 0-15,3 1 0 0,-3-3 0 0,0 0 0 16,1-3-151-16,-1 0-33 0,3-5-6 0</inkml:trace>
  <inkml:trace contextRef="#ctx0" brushRef="#br0" timeOffset="25721.695">22169 6583 2074 0,'-3'-13'88'15,"3"0"-71"-15,-3 2 43 16,3-2 9-16,0 5 2 0,0 0 0 16,0 0-13-16,0 3-2 0,0 0-1 0,3-1 0 0,-3 6-44 0,0 0-11 0,0 0 0 0,0 0 0 31,0 0-100-31,0 0-23 0,0 0-4 0</inkml:trace>
  <inkml:trace contextRef="#ctx0" brushRef="#br0" timeOffset="27446.391">22256 6763 1337 0,'8'11'28'0,"-8"-11"6"0,3 2-34 0,3 4 0 0,0-4 0 0,3 4 0 16,-3-4 160-16,3 1 26 0,-3 0 5 0,0 2 1 16,3-2-93-16,-3 2-19 0,0 0-3 0,0 0-1 15,-3 3-20-15,3-2-5 0,0-1-1 0,-3 3 0 16,3 0-38-16,-3 0-12 0,0-3 0 0,0 3 0 15,0 0 0-15,0 0 0 0,-3 0 0 0,3 0 0 16,-3 0 0-16,0-3 0 0,-3 0 0 0,3 1 0 16,0-6 28-16,-3 7-2 0,0-1 0 0,3-6 0 15,-3 5-42-15,0 0-8 0,3-5-1 0,0 0-1 16,0 0 72-16,0 0 14 0,0 0 4 0,0 0 0 16,0 0-52-16,0 0-12 0,0 0 0 0,-3-5 0 0,3 0 0 15,0-1 0-15,0 1 0 0,3-3 0 0,0 0 0 16,0 0 0-16,3-2 0 0,-3-3 0 0,5 2 0 15,-2 0 0-15,0-2 0 0,3 0 0 0,-3 0 32 0,3-1 4 16,3 1 1-16,-3 3 0 0,0-4-20 0,-3 6-4 0,3-2-1 0,0 2 0 16,-3 0-4-16,3 3-8 0,-3-1 11 0,0 4-11 15,0-1 14-15,-1 3-4 0,1 0-1 0,0 3 0 16,-3 2-9-16,3 0 0 0,-3 1 0 0,0 2 0 16,3 0 0-16,-3 5 0 0,0-3 0 0,0 4 0 15,0-1 0-15,0-3 0 0,-3 4 0 0,3-1 0 16,-3-3-11-16,0 4-1 0,0-6 0 0,0 2 0 15,0 1-31 1,-3-3-6-16,3-3-2 0,0 3 0 0,0-8 41 0,0 0 10 0,0 0 0 0,-3 5 0 16,3-5 0-16,0 0 0 0,0 0 0 0,0 0 0 15,0 0 0-15,0 0 0 0,0 0 0 0,0 0 0 16,0 0 0-16,3-5 0 0,0 0 0 0,-3-3 0 16,3 2 0-16,0-2 0 0,0-2 0 0,3 2 0 15,-3-3 49-15,3 1 12 0,0 2 3 0,-3-3 0 16,6 1-52-16,-3-1-12 0,0 1 0 0,0 2 0 15,0 2 0-15,-1-2 0 0,1 3 0 0,0 0 0 16,0 2 0-16,0 3 0 0,0-3 0 0,0 6 0 16,-3 0 0-16,3-1 0 0,0 1 0 0,-3 2 0 15,0 3 0-15,3 0 0 0,-3 3 0 0,0-1 0 16,-3 1 0-16,0 2 0 0,3-2 0 0,-3 2 0 0,0-2 0 0,0 2 0 16,-3-3 0-16,3 1 0 0,0 0-12 15,0-3-6-15,0 2-1 0,0-2 0 16,0-3-21-16,3 3-4 0,-3-2 0 0,3-1-1 15,-3-5-67-15,0 0-12 0,3 2-4 0,3-2 0 0,-3 0 103 0,3-2 25 16,0-3 0-16,0 2 0 16,3-5 0-16,-3 3 0 0,2-3 0 0,-2 0 0 0,3 0 46 0,-3-3 14 15,3 3 4-15,-3-2 0 0,3 2 0 0,-3-3 0 16,0 1 0-16,-3-4 0 0,3 6 0 0,0-2 0 0,-3-1 0 0,0 3 0 16,3 0-52-16,-3 3-12 0,0 0 0 0,0 0 0 15,0 2 54-15,-3 3 8 0,0 0 2 0,0 0 0 16,0 0-52-16,0 0-12 0,3 5 0 0,0 3 0 15,0 0 0-15,-3 0 0 0,3 3 0 0,0-1 0 16,-3 1 0-16,3 2 0 0,-3-2 0 0,0 2 0 16,0-3-11-16,-3 4-5 0,3-4 0 0,0 3-1 15,0-2 27-15,0 2 6 0,0-2 0 0,0 2 1 16,0-2-17-16,0 2 0 0,0-5 0 0,3 2 0 16,-3-2 0-16,0-2 0 0,3-1 0 0,-3-5 0 15,0 0-16-15,0 0-8 0,0 0 0 0,0 0-1 16,0 0 25-16,0 0 0 0,0 0 0 0,0-8 0 15,0 0 11-15,0-3 1 0,0 1 0 0,0-3 0 16,0-1-1-16,0 1 0 0,3 0 0 0,-3 0 0 16,0-3-11-16,0 3 0 0,3-3 0 0,-3-3 0 15,0 1 0-15,3-1 0 0,-1 1 0 0,-2-3 0 16,3 2 53-16,0-2 9 0,0 2 2 0,-3-2 0 16,3 5-52-16,0 0-12 0,3 0 0 0,-3 3 0 0,0 0 0 15,3 5 0-15,-3 0 0 0,3 3 0 0,0 0 0 16,0 2 0-16,3 0 0 0,-3 3 0 0,3 0 0 15,-3 3 0-15,3 0 0 0,-3 2 0 16,0 0 0-16,3 3 0 0,-3 0 0 0,0 5 0 16,-1-2 0-16,1 2 0 0,-3 0 0 0,0 1 0 0,0 1 0 0,-3-1 0 0,0-1 0 0,0 3 0 15,-3-6 0-15,0 4 0 0,-3-1 0 0,0 0 0 16,1-2 0-16,-4-1 0 0,0 1 0 0,-3-3 0 31,3 0-48-31,-3 0-13 0,0-3-3 0,0-2 0 16,3 2 0-16,0-3 0 0,3-2 0 0,0 3 0 0,6-3 0 0,0 0 0 15,0 0 0-15,0 0 0 16,0 0-51-16,0 0-10 0,6-3-3 0,3 3 0 16,0 0 52-16,0-2 9 0,3 2 3 0,-3 0 0 0,3 0 51 0,-3 0 13 0,0 2 0 0,0-2 0 15,-3 0 48-15,3 3 13 0,-4-3 3 0,1 3 0 16,0-3-52-16,0 0-12 0,0 0 0 0,3 0 0 16,-3-3 105-16,0 0 19 0,3 3 3 0,-3-2 1 15,3-3-52-15,0-1-9 0,0 1-3 0,0-3 0 16,0 0-51-16,0 0-13 0,2-2 0 0,-2-1 0 15,0-2 40-15,3 0 4 0,0-1 2 0,-3-2 0 16,3-2-19-16,-3-1-4 0,3-4-1 0,0 1 0 16,-3-1 1-16,0-1 0 0,0 0 0 0,-1 0 0 15,1 0-3-15,-3 3-1 0,0 3 0 0,0-1 0 16,-3 1-6-16,0 2-1 0,0 0 0 0,-3 3 0 16,0-1-1-16,-3 4-1 0,3 2 0 0,-3 0 0 0,0 3-10 15,0-1 12-15,-3 4-12 0,6 2 12 0,0 0-12 0,-6 2 0 0,0 1 0 16,0 0 0-16,0 5 0 0,1 2 0 15,-4-2 0-15,3 5-11 0,3 1 11 0,-3-1-13 16,3 3 5-16,0 0 8 16,0 2-18-16,3 1 4 0,-3 4 1 0,3-1 0 0,0 1-10 0,3 1-1 15,0-3-1-15,0 3 0 16,3-3-7-16,0-5 0 0,0 3-1 0,0-6 0 0,2 0 13 0,-2-2 2 0,3-3 1 0,-3 0 0 31,3 0-18-31,0-6-3 0,3 1-1 0,-3 0 0 0,0-3 39 0,0 0 0 0,0-3 0 0,0 0 0 16,-3 1 22-16,0-4 12 0,0 4 2 0,0-4 1 15,-3 1-8-15,0-3-1 0,-1 0-1 0,1 0 0 16,0 0-27-16,-3 0 0 16,0-2 0-16,3-1 0 0,-3 3 56 0,0-2 7 0,3 2 1 0,-3 0 0 15,0 2-52-15,0 1-12 0,0 0 0 0,0 5 0 16,0 0 0-16,0 0 0 0,0 0 0 0,0 0 0 16,0 0 0-16,0 0 0 0,0 0 0 0,3 5 0 15,-3 6 0-15,3-1 0 0,-3 1 0 0,0 2 0 16,0 0 0-16,0 1 0 0,0-1 0 0,0 0 0 15,3-2 0-15,-3-1 0 0,0 1 0 0,0-1 0 16,0-4-48 0,0-1-13-16,0-5-3 0,0 0 0 0,0 0-51 0,0 0-10 0,0 0-3 0</inkml:trace>
  <inkml:trace contextRef="#ctx0" brushRef="#br0" timeOffset="27609.783">23577 6438 2553 0,'-9'-11'53'0,"3"1"12"0,-3-1-52 16,3 3-13-16,0 3 0 0,0-1 0 16,1 1 54-16,5 5 8 0,0 0 2 0,0 0 0 0,0 0-52 0,0 0-12 0,0 0 0 0,0 0 0 15,0 0 0-15,0 0 0 0,0 0 0 0,0 0 0 32,0 0-76-32,0 0-19 0,3 5-3 0</inkml:trace>
  <inkml:trace contextRef="#ctx0" brushRef="#br0" timeOffset="31546.594">23827 6726 1720 0,'0'0'36'0,"0"0"8"15,0 0-35-15,0 0-9 0,0 0 0 0,0 0 0 16,0 0 75-16,0 0 13 0,0 0 2 0,0 0 1 15,0 0 29-15,0 0 7 0,0 0 1 0,0 0 0 16,-6 0-103-16,3 0-25 0,3 0 0 0,-9 0 0 16,3 0 56-16,0 0 7 0,-3 0 1 0,1 0 0 15,-1 3-52-15,0-3-12 0,0 2 0 0,-3 1 0 16,0 0 0-16,0 2 0 0,0 0 0 0,-3 1 0 16,3 2 0-16,0-1 0 0,1 1 0 0,-1 0 0 0,0 0 21 0,0 3 2 0,3-1 0 15,0 1 0-15,0 0-23 16,3-1-16-16,3 3 2 0,-3-2 1 15,6 0-17-15,0 2-3 0,0-5-1 0,3 2 0 16,0 1-3-16,3-3-1 0,0-3 0 0,3 0 0 0,0 1 13 16,3-1 2-16,3-2 1 0,0-3 0 0,-1 0 34 15,4 0 6-15,0 0 2 0,0-3 0 0,0-2-20 0,0-1 0 0,0 1 0 16,-1 0 0-16,-2-3 0 0,-3 0 0 0,3-3 0 0,-3 1 0 16,0 2 55-16,-3-3 7 0,0 1 2 0,0-1 0 15,0 1 0-15,-3-1 0 0,3-2 0 0,-6 2 0 16,2-2-52-16,-2 0-12 0,0-1 0 0,-3 1 0 15,0 0 49-15,0-3 7 0,-3 6 2 0,0-4 0 16,0 4-42-16,1-1-8 0,-1 3-8 0,-3 3 12 16,0 0 12-16,0 2 2 0,0 0 1 0,0 3 0 15,-3 0-43-15,3 3-9 0,-3 0-2 0,3 2 0 16,0 0 27-16,0 0 0 0,0 3 0 0,0 0 0 16,3 0 0-16,0 0 0 0,0 0 0 0,3 0 0 15,0 0-56-15,0 3-7 0,0-1-1 0,0-2 0 16,3 0 0-16,0 0 0 0,3-3 0 0,0 3 0 15,0-2 0-15,0-4 0 0,0 1 0 0,3 0 0 16,0-3 52-16,-3 0 12 0,3 0 0 0,0-3 0 16,0 0 0-16,0 3 0 0,2-2 0 0,-2-1 0 15,0-2 0-15,0 2 0 0,0-2 0 0,0 2 0 16,3 0 32-16,-3 1 8 0,0-1 3 0,0 0 0 16,0 1-19-16,0 2-4 0,0 0-1 0,-3 0 0 0,-1 0-3 0,1 2 0 0,0 1 0 15,0 2 0-15,0-2-5 0,0 2-2 0,0 1 0 0,-3-1 0 16,0 0-9-16,0 3 0 0,0 0 0 15,0-3 0 1,-3 3 0-16,0 0 0 0,0 0 0 0,0 0 0 0,0 0 0 16,0 0 0-16,0-3 0 0,0 1 0 0,0-6 0 0,-3 8 0 0,3-8 0 0,0 0 0 15,0 0 0-15,0 0 0 0,0 0 0 0,0 0 0 16,0 0 0-16,0 0 0 0,0 0 0 0,0 0 0 16,-3-6 0-16,0 1 8 0,0 0-8 0,0-3 8 15,3 0 0-15,0 0-8 0,0-3 12 0,0 1-4 16,3-4 4-16,0 1 1 0,0 3 0 0,0-6 0 15,0 3 6-15,0-3 1 0,3-3 0 0,0 3 0 16,-3 0-2-16,3 3 0 16,0 0 0-16,0 2 0 0,0 1-5 0,0-1-1 0,0 3 0 0,0 3 0 15,0 2-4-15,0 1-8 0,-1-1 11 0,1 3-11 16,0 3 10-16,0-1-10 0,0 4 8 0,0 2-8 16,0-1 0-16,-3 1 0 0,3 3 8 0,-3 0-8 15,3 2 0-15,-3 0 0 0,0 0 0 0,3 0-11 16,-3-2-23-16,0 0-5 0,0-1-1 0,0 1 0 15,0-3 40-15,-3 0 0 0,0-3 0 0,3 0 0 16,-3-5 0-16,0 0 0 0,0 0 0 0,0 0 0 16,0 0 0-16,0 0 0 0,0 0 0 0,0 0 0 0,0 0 0 15,0 0 0-15,0-2 0 0,3-4 0 16,-3-2 0-16,3 0 0 0,0 1 0 0,-3-4 0 16,3 0 0-16,3-2 0 0,-3 3 0 0,3-4 0 15,-3 1 0-15,5 0 0 0,-2-3 0 0,0 5 0 0,0-2 12 0,0 3 11 0,3-1 1 16,-3 3 1-16,0 3-40 0,3-1-8 15,-3 1-1-15,0 3-1 0,0-1 48 16,0 3 9-16,0 3 3 0,0-1 0 16,0 3-23-16,3 1-12 0,-3-1 12 0,0 6-12 15,0-1 25-15,-1 3-1 0,1 1-1 0,0 2 0 0,-3-3-23 0,3 3 0 16,0 0 0-16,0-3 0 16,-3 3-47-16,0-6-13 0,0 3-4 0,0 1 0 0,-3-4 52 0,3-2 12 0,-3 3 0 0,0-3 0 15,0 2-54-15,0-2-8 0,0-2-2 0,-3 1 0 16,3-7 0-16,0 0 0 0,0 0 0 0</inkml:trace>
  <inkml:trace contextRef="#ctx0" brushRef="#br0" timeOffset="31862.559">24652 6446 2066 0,'-6'-27'43'0,"3"19"10"0,0 0-42 0,3 3-11 0,-3 0 0 0,3 5 0 15,0 0 104-15,0 0 20 0,0 0 3 0,0 0 1 16,0 0-52-16,0 0-9 0,0 0-3 0,0 0 0 16,0 0-51-16,0 0-13 0,0 5 0 0,0 3 0 15,0 0 54-15,0 2 8 0,3 1 2 0,-3 0 0 16,3-1-52-16,0 1-12 0,-3 2 0 0,3 0 0 16,0-2 0-16,-3 2 0 0,0 3 0 0,3 0 0 15,-3 2 0-15,0-2 0 0,0 5 0 0,0-2 0 0,0 2 0 16,3-2 0-16,-3 2 0 0,0 0 0 15,0-3 0-15,0 1 0 0,0 0 0 0,0-4 0 16,0 1 0-16,0 0 0 0,0-3 0 0,0 1 0 16,-3-1-11-16,3 0-5 0,0-2 0 0,0-1-1 15,-3-2-24-15,3 0-5 0,0-3-1 0,0 1 0 0,0-6-13 16,0 5-4-16,0-5 0 0,0 0 0 0,0 0-20 16,0 0-4-16,0 0 0 0</inkml:trace>
  <inkml:trace contextRef="#ctx0" brushRef="#br0" timeOffset="32196.051">24604 6689 2310 0,'0'0'48'0,"0"0"11"15,0 0-47-15,0-3-12 0,3-2 0 0,3 2 0 16,-3-2 104-16,3 3 20 0,-3-4 3 0,3 4 1 0,0-1-52 0,3 0-9 0,-3-2-3 15,0 2 0 1,3-2-51-16,2 2-13 0,-2-2 0 0,3 0 0 16,3 0 0-16,0-1 0 0,0-2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2:02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21568 9581 1292 0,'3'-8'54'0,"0"-2"-43"16,3-1 103-16,-3 0 21 0,0-2 4 0,3 0 1 15,-3-3-48-15,3-2-8 0,3-1-3 0,-3-2 0 16,2 0 7-16,-2-3 0 0,3 3 1 0,3-3 0 16,-3-3-18-16,3 1-4 0,0-3-1 0,0-5 0 15,3-4-37-15,-3-4-7 0,3 0-2 0,2-8 0 16,-2 2 46-16,0-2 9 0,0-1 1 0,0-4 1 16,6-3-77-16,0-1 0 0,2-1-16 0,4-7 3 15,0 9 41-15,6 3 8 0,0-4 1 0,-1 4 1 16,1 2-38-16,0 8 0 0,-3 0 0 0,-1 0 0 15,-2 8 24-15,-3 3 3 0,-3 4 1 0,0-1 0 16,-4 4-28-16,-2 1 0 0,0-1 0 0,-3 3 0 16,0 3-17-16,-3 0-9 0,0 3-2 0,-3 2 0 15,0 2 13-15,-3 1 3 0,0 0 0 0,0 5 0 16,0 0-31-16,-3 3-5 0,3-3-2 0,-3 5 0 16,0 3-145-16,0 0-29 0,0 0-5 0</inkml:trace>
  <inkml:trace contextRef="#ctx0" brushRef="#br0" timeOffset="483.058">22134 7811 1659 0,'0'0'34'0,"-6"0"10"15,6 0-36-15,0 0-8 0,0 0 0 0,0 0 0 16,0 0 84-16,0 0 14 0,0 0 3 0,0 0 1 15,0 0-43-15,0 0-9 0,0 0-2 0,6 0 0 16,-1-3-21-16,1 3-5 0,3-2-1 0,0-1 0 16,3 0 34-16,-3 1 6 0,3-1 2 0,0 0 0 15,0 1-50-15,3-1-13 0,-3 3 0 0,2-2 0 16,1-1 38-16,3 3 2 0,0 3 1 0,-3-1 0 16,3 1-14-16,0 2-3 0,-3 3-1 0,2-3 0 0,-5 6-23 0,3 0 0 0,-6 2 0 15,3 0 0-15,-3 3 0 0,0 0 0 0,-3 2 0 16,0 1 0-16,0-3 18 0,-3 2-1 0,0-2 0 15,0 0 0-15,-3 0-9 0,-3-3-8 16,3 0 9-16,-3 0-9 0,0 1 8 0,0-4-8 0,0 4 0 0,-3-1 0 16,0-3 0-16,3 1-10 0,-3-3 0 15,0 0 0 1,-3 0-98-16,6 0-20 0,-3-3-4 0</inkml:trace>
  <inkml:trace contextRef="#ctx0" brushRef="#br0" timeOffset="3349.769">20854 6636 1579 0,'6'-13'32'0,"-6"13"10"16,2-3-34-16,-2 3-8 0,3-2 0 0,-3 2 0 15,0 0 53-15,0 0 9 0,3 0 2 0,3 2 0 0,-3 4-6 16,0 2-1-16,3-1 0 0,-3 7 0 16,3 2-21-16,-3 2-4 0,0 3 0 0,0 3-1 15,0 0-15-15,0 2-4 0,3-2 0 0,-3 3 0 16,0-4-4-16,0 1-8 0,0 0 11 0,0 0-11 15,0 0 8-15,0-1-8 0,0-1 0 0,0 1 0 0,0-1 0 0,-3-4 0 16,3 1 0-16,0-1 0 0,0-5 0 0,-3-2 0 0,0-3 8 16,0 0-8-16,-3-3 8 0,3-5-8 0,0 0 9 0,0 0-9 15,-6-8 48-15,0-2 4 0,0-4 1 0,0-1 0 16,3-4-1-16,-3-5-1 0,3 0 0 16,0 1 0-16,0-4-5 0,3 1-1 0,-3-1 0 15,0-5 0-15,3 1 10 0,0-4 1 0,0-2 1 0,3 0 0 16,0 0-57-16,3 0 0 15,0 0 0-15,0 0-14 0,0 8 14 16,3 2 10-16,-3 4-2 0,3-1 0 0,0 5-8 0,0 3 0 0,0-2 0 0,-1 5 0 16,1 2 28-16,3 3 4 0,0 0 1 0,-3 3 0 31,3 0-53-31,-3 2-10 0,3 3-2 0,0 3-1 0,-3-1 33 0,0 4 0 0,0 2 0 0,0 2 0 16,-1 1 28-16,-2 2 13 0,-3 0 3 0,0 3 0 15,-3 3-36-15,-3-1-8 0,-3 3 0 0,-3 0 0 16,1 3 0-16,-4 3 0 0,0-1 0 0,-3 1 8 15,3-4-8-15,0-1 0 0,0-4 0 0,-3 1 0 16,3-3-9-16,0-3-1 0,4-3 0 0,-1-2 0 16,0-2-32-16,3-4-6 0,-3-2-2 0,9 0 0 15,-3-5-123-15,3-6-25 0,3-2-5 0</inkml:trace>
  <inkml:trace contextRef="#ctx0" brushRef="#br0" timeOffset="3788.685">21249 6366 2030 0,'0'-5'57'0,"3"0"14"0,-3-1-57 16,0 6-14-16,3-5 0 0,-3 5 0 0,0 0 105 0,0 0 19 0,0 0 3 0,3-3 1 16,3 3-52-16,-3 0-9 0,3 6-3 0,0-1 0 15,0 0-51-15,3 1-13 0,0 2 0 0,0 2 0 16,0 1 0-16,-3-1 0 16,3 4 0-16,0-1 0 0,-3 0 0 0,3-2 0 0,-3 2 0 0,-1 0 0 15,1 0 54-15,-3-2 8 0,0-1 2 0,0 1 0 31,0 0-74-31,-3-1-14 0,3 1-4 0,-3-3 0 0,0 0-6 16,0 0-2-16,-3-3 0 0,3-5 0 0,0 0 36 0,0 0 0 0,0 0 0 0,0 0 0 16,0 0 0-16,0 0 0 0,0-5 0 0,-3-3 0 15,3 0 0-15,0 0 0 0,0-3 0 0,0 1 0 16,3-1 0-16,-3-2 0 0,3 2 0 0,0-2 0 16,3-3 44-16,-3 3 16 0,3-3 4 0,3 0 0 15,-3 0-52-15,6 3-12 0,-3-3 0 0,0 3 0 16,3 0 0-16,0 2 0 0,0 1 0 0,-1-1 0 15,1 6 29-15,0 2 3 0,3-2 1 0,-3 5 0 16,0 2-18-16,0 4-4 0,0 2-1 0,0 2 0 16,0 1-2-16,-3 2-8 0,-1 0 12 0,1 0-4 15,0 1 5-15,-6-1 1 0,3 0 0 0,-3 3 0 16,-3-5-14-16,0 2 0 0,0 0 0 0,-3 0 0 16,0 1-11-16,-3-1-5 0,0 0 0 0,0 0-1 15,-3 0-20-15,-2 1-4 0,2-4-1 0,-3 3 0 16,3-5-102-16,0 0-21 0,-3 0-4 0</inkml:trace>
  <inkml:trace contextRef="#ctx0" brushRef="#br0" timeOffset="4089.149">21577 6070 2325 0,'-9'-8'48'0,"9"8"12"15,0-5-48-15,-3-1-12 0,3-2 0 0,3 1 0 16,-3 1 64-16,0-2 12 0,3 0 1 0,0 3 1 15,0-3-54-15,0 0-10 0,0 3-2 0,3-3-1 16,0 5-20-16,-3-2-4 0,3 0-1 0,0 2 0 16,3 3-151-16,-4 0-31 0,4 3-5 0</inkml:trace>
  <inkml:trace contextRef="#ctx0" brushRef="#br0" timeOffset="4988.007">21735 6258 1948 0,'0'0'40'0,"0"0"11"0,0 0-41 15,3 2-10-15,0 1 0 0,3 2 0 0,-3-2 78 0,2 2 14 0,1 1 2 16,0 2 1-16,-3-1-45 0,3 1-9 16,0 3-1-16,-3-3-1 0,3 3-25 15,-3 2-5-15,0-3-1 0,0 1 0 0,0 0 0 0,0 2-8 0,-3-3 12 16,3 1-4-16,-3-1 2 0,-3 1 0 0,3 0 0 0,-3-1 0 15,3-2-10-15,-3 0 0 0,0 0 0 0,0-3 0 16,3-5 0-16,-3 6 0 0,3-6 0 0,0 0 0 16,0 0 13-16,0 0 1 0,0 0 0 0,0 0 0 15,0 0 10-15,0 0 3 0,0 0 0 0,-3-6 0 16,3-2-8-16,0 0-2 0,0 1 0 0,3-1 0 16,0-3-9-16,0 0-8 0,3 1 12 0,-3-1-12 15,3-2 0-15,3 0 0 0,-3-3 0 0,3 3 0 16,0-3 0-16,0 3 0 0,0-3 0 0,0 2 0 15,2 4 0-15,-2-1 0 0,0 1 0 0,3 4 0 16,-3 1 0-16,0 0 0 0,0 2 0 0,0 1 0 16,0 2 0-16,0 2 0 0,0 1 0 0,-3 2 0 15,0 3 28-15,3 0-2 0,-3 0 0 0,-1 3 0 16,1-1-26-16,-3 1 0 0,3-1 0 0,-3 1 0 16,0-1 0-16,0-2 0 0,0 3 0 0,0-3 0 15,-3 0 0-15,0-3 0 0,0 0 8 0,0-5-8 16,0 6 0-16,0-6 0 0,0 0 0 0,-3 8 0 15,3-8 0-15,0 0 0 0,-3 2 0 0,3-2 8 0,0 0-8 16,-6 3 0-16,0-3 0 0,6 0 0 0,-3-3 32 0,-3 1 2 16,3-1 0-16,1-2 0 0,2-3-34 0,0 3 0 0,0-3 0 15,2 0 0-15,1 0 0 0,3-3 0 16,0 1 0-16,0-1 0 0,3-2 0 0,0-1 0 0,3 4 0 0,-3-3 0 16,6-1 0-16,-6 6 0 0,3-2 0 0,0 2 0 15,-3 3 0-15,2-3 0 0,1 2 0 0,-3 1 0 16,0 3 0-1,3-1 0-15,-6 0 0 0,3 3 0 0,-3 3 0 0,0 0 0 16,0 2 0-16,-3 0 0 0,3 6 0 16,-3-1 0-16,0 3 0 0,0 1 0 0,0 2 0 0,-3-1 0 0,3 4 0 0,-3-3 0 15,3 0 0-15,-3 0-11 0,0 0 0 0,3 2 0 16,-3-5-33-16,3 0-8 0,0 1 0 0,3-4-1 16,-3-2-9-16,2 0-2 0,4-3 0 0,0 1 0 15,3-6 52-15,0 0 12 0,3 0 0 0,3-3 0 16,0-2 0-16,3-3 0 0,2 0 0 0,1-3 0 15,-3-2 47-15,3-3 12 0,-3 0 2 0,0-2 1 16,-1-3 3-16,-5 0 1 0,3-3 0 0,-6 0 0 16,0-3-4-16,0 4-1 0,0-1 0 0,-6 3 0 15,0-1-13-15,-3 7-4 0,0 1 0 0,-3 1 0 16,0 5-16-16,-3 0-3 0,0 3-1 0,-3 2 0 16,0 1-24-16,-3 2 0 0,0 0 0 0,0 2 0 15,-3 4 0-15,-3-1 0 0,0 3 0 0,0 2 0 16,1 4 0-16,2 2 0 0,0-1 0 0,0 4 0 15,6 2 0-15,3 0 0 0,3 3 0 0,0 0 0 16,6-6 0-16,0 4 0 0,0-7 0 0,6 4 0 0,0-3 0 0,-1-3 0 0,4-2 0 0,0-1 0 31,0-2-49-31,0 0-12 0,0-5-3 0,6 2 0 16,-3-5 28-16,-1 0 6 0,7-3 1 0</inkml:trace>
  <inkml:trace contextRef="#ctx0" brushRef="#br0" timeOffset="5514.866">23047 6022 1751 0,'0'0'36'0,"0"0"9"0,0 0-36 16,0 0-9-16,0 0 0 0,0 0 0 15,0 8 68-15,0 0 12 0,0-3 3 0,0 3 0 0,3 0-15 0,-3 0-4 0,0 0 0 0,3 3 0 16,-3-1 0-16,0 1 0 0,3 0 0 0,-3 4 0 16,0-1-64-16,0 2-9 0,3-1-4 0,-3 1-1 15,0 3 14-15,3-3 0 0,-3 2 9 0,0-2-9 16,0-3 0-16,0 1-15 0,0-4 2 0,-3-2 0 16,3 0-177-1,-6 0-35-15</inkml:trace>
  <inkml:trace contextRef="#ctx0" brushRef="#br0" timeOffset="5664.033">23092 5768 1824 0,'-3'-13'76'0,"-3"2"-60"16,3 1 89-16,0 2 19 0,3 0 3 0,-3 0 1 15,3 3-103-15,0 5-25 0,0 0 0 0,0 0 0 16,0 0-46-16,0 0-14 0,0 0-4 0</inkml:trace>
  <inkml:trace contextRef="#ctx0" brushRef="#br0" timeOffset="9919.378">23196 6059 1568 0,'0'0'32'0,"0"0"9"0,0 0-33 0,0 0-8 0,0 0 0 0,0 0 0 16,0 0 87-16,0 0 15 0,0 0 3 0,0 0 1 15,0 0-14-15,0 0-2 0,0 0-1 0,0 8 0 16,0-8-71-16,0 6-18 0,3-1 0 0,0 0 0 16,0 0 44-16,0 3 4 0,0-2 2 0,0 2 0 15,0 0-34-15,0-1-6 0,0 4-2 0,0-3 0 16,-3 3-8-16,3-3 8 0,0 2-8 0,-3 1 8 16,3-3-8-16,-3 2 0 0,3-2 0 0,-3 0 0 15,0-3 8-15,0 1-8 0,0-6 0 0,0 0 8 16,0 0-8-16,0 0 10 0,0 0-10 0,0 0 10 15,0 0-2-15,0 0 0 0,0-6 0 16,0-2 0-16,0 1-8 0,3-1 0 0,0 0 9 0,0-3-9 16,0 0 0-16,0 4 9 0,0-4-9 0,3 0 0 15,-3 3 9-15,3 0-9 0,0 3 0 0,-1-3 9 16,1 3 25-16,0-3 5 0,0 3 1 0,0-1 0 16,0 4-54-16,0-3-10 0,0 2-3 0,3 0 0 15,-3 3 27-15,3 0 0 0,-3 0 0 0,0 3 0 16,0 0 8-16,0-1-8 0,0 1 8 0,0 2-8 0,-3 0 0 15,0 1 9-15,3-1-9 0,-3 0 0 0,0 3 9 16,0-3-9-16,-1 3 0 0,1 0 9 0,-3 0-9 0,0 0 0 16,0 0 9-16,0 3-9 0,0-6 0 0,0 3 0 0,-3-3 0 0,1 1 0 15,2-6 0-15,-3 5 8 0,3-5-8 16,0 0 0-16,0 0 0 0,0 0 9 0,0 0-9 0,0 0 0 16,0 0 8-16,0 0-8 0,-3-5 0 0,0-1 0 15,0 1 0-15,3-3 0 0,0 3 0 0,3-3 0 16,-3 0 0-16,3 3 0 15,0-3 0-15,0 0 0 0,-1 0 8 0,1 0-8 0,3 3 9 0,-3-3-9 16,3 2 0-16,-3 1 0 16,3 0 0-16,0 2 0 0,0 0 57 0,0-2 6 0,0 5 1 0,-3-2 0 15,3 2-52-15,0 0-12 0,-3 2 0 0,-3-2 0 16,6 3 0-16,0-1 0 0,-3 4 0 0,3-1 0 16,-3 3 0-16,0 0 0 0,0 2 0 0,0-2 0 15,-3 3 0-15,3 0 0 0,0-1 0 0,-3 3 0 16,3 1-12-16,0-4-6 0,-3 3-1 0,3-2 0 15,0 0-21 1,-3-1-4-16,3-2 0 0,0 0-1 0,2-3-169 0,-2 1-34 0,3-1-6 0,0-5-2 16,0 0 153-16,0-5 31 0,3-1 5 0,-3-2 2 15,3 0 30-15,0 1 7 0,0-7 0 0,0 4 1 16,0-1 90-16,-3 1 17 0,0-1 4 0,0 0 1 16,0 1 43-16,-3 2 9 0,0-3 2 0,0 3 0 15,-1 3-22-15,-2-3-4 0,3 3-1 0,-3 0 0 0,0 5-42 16,0 0-9-16,0 0-1 0,0 0-1 15,0 0-29-15,0 0-6 0,0 0 0 0,0 0-1 0,0 0-15 16,0 0-8-16,3 7 8 0,0 4-8 0,-3 0 0 0,3 2 0 16,0 0 0-16,-3 3 8 0,0 0-8 0,3 0 0 15,-3 2 0-15,0 1 0 0,3-1 0 16,-3 1-10-16,0-3 10 0,3 0-13 0,-3-3 3 0,0 0 1 0,0-2 0 16,0-1 0-16,0-2 9 0,0 0 0 0,0-3-9 15,0-5 9-15,0 0 0 0,0 0 0 0,0 0 0 0,0 0 0 16,0 0 0-16,0 0 10 0,0 0-10 15,-3-5 10-15,3-3 5 0,0 0 1 0,0-2 0 0,-3-1 0 16,3-2 26-16,0-3 6 0,0-3 0 0,0-2 1 16,0 3-49-16,0-3 0 0,0-3-9 0,0 3 1 15,0 2 20-15,0 1 5 0,3 2 1 0,-3 0 0 16,3 3-6-16,-3-1 0 0,3 1-1 0,3 5 0 16,-3-2 0-16,3-1 0 0,-3 3 0 0,3 3 0 15,0-1-2-15,0-1 0 0,0 1 0 0,0 4 0 16,3-4-9-16,-3 4 10 0,3-1-10 0,0 3 10 15,0-3-10-15,-3 6 10 0,-1-3-10 0,4 3 10 16,-3-1-10-16,0 4 0 0,-3-1 0 0,3 0 8 16,0 0-8-16,-3 3 0 0,0 0 0 0,0-2 0 15,0 2 0-15,0 0 0 0,-3-3 8 0,0 3-8 16,0 0 0-16,-3 0 0 0,3 2 0 0,-6-2-11 16,3 3-9-16,-3-3-1 0,3 0-1 0,-3 0 0 15,0-1-26-15,0 1-6 0,0-2-1 0,3 2 0 16,-2-6-102-16,2 4-21 0,3-6-4 0</inkml:trace>
  <inkml:trace contextRef="#ctx0" brushRef="#br0" timeOffset="10436.66">23851 6218 1910 0,'0'0'40'0,"0"0"9"0,6-3-39 16,-3-2-10-16,3 0 0 0,0 0 0 0,0-1 123 0,3-2 22 0,-3 3 5 0,3-3 1 15,0 0-55-15,-1-2-12 0,1 2-1 0,0-3-1 16,3 0-66-16,-3 4-16 0,0-7 0 0,3 4 0 15,-3-3 55-15,0-1 7 0,3-2 2 0,-3-2 0 16,0-1 0-16,0-4 0 0,-1-4 0 0,-2 1 0 16,3-3-52-16,-3-1-12 0,3-1 0 0,-3 2 0 15,0 2 54-15,-3 3 8 0,0 3 2 0,-3 3 0 16,3 4-52-16,-3-2-12 0,-3 6 0 0,3-1 0 16,-3 3 0-16,0 3 0 0,0 0 0 0,-3-1 0 15,6 6 0-15,-3-2 0 0,-3 2 0 0,0 2 0 16,0 1 0-16,0 2 0 0,0 3 0 0,1 3 0 15,2 0 0-15,-3 4 0 0,3 1 0 0,0 5 0 16,0 6 0-16,3 2 0 0,0 3 0 0,0 2 0 16,0-2-48-16,3-3-13 0,3 0-3 0,-3-5 0 15,3 0 0-15,-1-3 0 0,1-3 0 0,0-2 0 16,3 0 0-16,0-3 0 0,0-2 0 0,-3 0 0 16,3-3 52-16,0-3 12 0,-3 0 0 0,3-2 0 15,0-1 0-15,0-2 0 0,0-2 0 0,-3-1 0 16,3 0 48-16,-1-2 13 0,-2-3 3 0,3 3 0 15,-3-3 0-15,0 0 0 0,0 0 0 0,-3 0 0 16,0 0 0-16,0-2 0 0,0-1 0 0,0 1 0 0,0-1-52 16,-3 3-12-16,0 0 0 0,3 0 0 0,-3 3 0 15,0 5 0-15,0 0 0 0,0 0 0 0,0 0 0 16,0 0 0-16,0 0 0 0,0 0 0 0,0 0 0 0,0 0 0 16,0 5 0-16,3 3 0 0,-3 0 0 0,0 0 0 15,0 3 0-15,0-4 0 0,3 4 0 0,-3-3 0 0,0 0 0 0,3 0 0 16,-3 0 0-16,3 0 0 0,-3-3 0 0,0 3 0 31,3-3-202-31,0-2-43 0,-3-3-9 0</inkml:trace>
  <inkml:trace contextRef="#ctx0" brushRef="#br0" timeOffset="10606.774">24437 5742 2500 0,'-14'-32'52'0,"8"21"12"0,3 4-52 0,-3-1-12 0,3 0 0 0,-3 0 0 15,3 2 65-15,0 1 11 0,3 5 1 0,0 0 1 16,0 0-11-16,0 0-3 0,0 0 0 0,0 0 0 16,0 0-102-16,0 0-21 0,6 3-4 0,0-1-1 15,3 1-102-15,0 2-21 0</inkml:trace>
  <inkml:trace contextRef="#ctx0" brushRef="#br0" timeOffset="11711.743">24556 5943 1482 0,'0'0'62'15,"0"0"-50"-15,3-3 114 0,-3-2 22 0,3 0 5 0,-3 5 1 16,0-8-30-16,0 5-5 0,0-2-2 0,-3 0 0 16,3-1-34-16,-3 1-7 0,-2 2-2 0,2-2 0 15,-3 2-58-15,0 1-16 0,-3 2 0 0,3 0 0 16,-3 2 56-1,0 1 7-15,0 2 1 0,-3 1 0 0,3 2-64 0,0-1-15 16,-3 4-1-16,3 0-1 0,0-1 17 0,3 3 0 16,1-2 0-16,-1 0 0 0,6 2-41 15,-3-3-5-15,6 4-1 0,-3-4 0 0,3 1 37 16,2-1 10-16,1-2 0 0,0 3 0 16,3-3-55-16,0-3-6 0,0 3-2 0,3-3 0 0,-3 1 51 0,3-1 12 0,0 0 0 0,-3-2 0 15,3 0 0-15,0-3 0 0,-1 2 0 0,1-2 0 16,0 0 0-16,-3-2 0 0,3-1 0 0,0 0 0 15,-3 1 48-15,3-4 12 0,-3-2 2 0,0 3 1 16,0-3 1-16,0 3 1 0,0-3 0 0,-4 0 0 16,4 0-52-16,-3-3-13 0,3 1 0 0,-3-1 0 15,0 1 54-15,-3-1 8 0,0-2 2 0,0 2 0 16,-3-2-52-16,0 2-12 0,3-2 0 0,-6 3 0 16,0-1 54-16,0 1 8 0,-3-1 2 0,0 3 0 15,0 3-52-15,0 2-12 0,0 0 0 0,0 1 0 16,-2 2 0-16,2 2 0 0,0 1 0 0,-3 0 0 15,3 2 0-15,0 3 0 0,3 0 0 0,-3 2 0 16,3 1 0-16,3 0 0 0,0-1 0 0,0 3 0 16,0-2-48-16,3 0-13 0,3-1-3 0,-3 1 0 15,3-1 0-15,3-2 0 0,0-2 0 0,0 2 0 16,-1-6 0-16,1 3 0 0,0-5 0 0,0 0 0 16,0 0 52-16,0 0 12 0,0 0 0 0,-3-2 0 15,0-1 0-15,0 1 0 0,-3-4 0 0,3 1 0 0,0 2 19 0,-3-2 6 0,3 2 2 16,0-2 0-1,0 2-4-15,0-2-1 0,0 2 0 0,-1 1 0 0,4-1-6 0,-3 1 0 16,3-1-1-16,-3 3 0 0,0 0-15 0,0 0 0 0,0 3 0 0,-3 2 0 16,3 0 0-16,-3 0 0 0,3 1 0 0,-3 2 0 15,0 0 0-15,0 0 0 0,-3-1 0 0,3 1 0 16,-3 0 0-16,0 0 0 0,0 0 0 0,0-2 0 16,0 1 0-16,0-1 0 0,0-1 0 0,-3 3 0 15,3-8 0-15,0 5 0 0,0-5 0 0,0 0 0 16,0 0 0-16,0 0 0 0,0 0 0 15,0 0 0-15,0 0 0 0,0 0 0 0,0 0 0 16,0 0 0-16,0 0 0 0,0 0 0 0,-3-5 0 0,3 0 0 16,-3-1 0-16,3 1 0 0,0-3 0 0,0 0 0 15,0 0 0-15,0-2 0 0,0-1 0 0,3 1 0 16,0-4 0-16,0 1 0 0,0 0 0 0,3 0 0 16,-3-1 0-16,3 1 0 0,-3 0 0 0,3 2 0 15,0-2 34-15,0 5 4 0,2-2 1 0,-2 4 0 16,0 1-11-16,0 0-3 0,0 5 0 0,0 0 0 15,0 0-25-15,0 5 0 0,0 0 0 0,-3 1 0 16,3-1 0-16,0 3 0 0,-3 2 0 0,3-2 0 16,-3 3 0-16,0-3 0 0,0 2 0 0,0-2 0 15,-3 3-46-15,3-3-14 0,0-3-4 0,-3 3 0 0,0-3 52 0,0 1 12 16,0-6 0-16,0 0 0 16,0 0 0-16,0 0 0 0,0 0 0 0,0 0 0 15,0 0 0-15,0 0 0 0,0 0 0 0,0 0 0 0,0 0 0 0,0 0 0 16,0 0 0-16,3-6 0 15,-3 1 0-15,3 0 0 0,0-3 0 0,0 3 0 16,3-3 0-16,-3 0 0 0,3-3 0 0,-3 3 0 16,3 0 0-16,-1 0 0 0,1 0 0 0,0 3 0 0,-3-3 0 0,3 3 0 15,0 2 0-15,0 1 0 16,-3 2 48-16,3 0 13 0,0 0 3 0,-3 2 0 0,0 4-54 0,3 1-10 0,-3 1 0 0,0 0 0 16,0 3 0-16,0-1 0 0,-3 1 0 0,3 2 0 15,-3-2 0-15,3 2 0 0,-3-2 0 0,0-1 0 16,0 4 0-16,-3-4 0 0,3-2 0 0,0 3 0 15,0-3-17-15,0 0-8 0,0-1-2 0,0 1 0 16,3 0-28-16,-3-2-5 0,0-1-2 0,0-5 0 16,0 0-135-16,0 0-27 0,0 0-6 0</inkml:trace>
  <inkml:trace contextRef="#ctx0" brushRef="#br0" timeOffset="11938.105">25274 5707 2002 0,'0'0'84'16,"0"0"-67"0,0 0 103-16,0 0 20 0,0 0 4 0,0 0 0 15,0 0-64-15,0 0-12 0,0 0-4 0,0 0 0 16,3 8 0-16,0-2 0 0,0 2 0 0,-3 2 0 16,3 3-21-16,-3 3-5 0,3 3-1 0,-3-1 0 15,0 6-17-15,0 0-3 0,0 0-1 0,-3 2 0 16,0-5-16-16,3 3 0 0,-3-3 8 0,0-2-8 15,0-1-40-15,0-2-12 0,0 0-3 0,0-3 0 16,3 1-161-16,0-4-32 0</inkml:trace>
  <inkml:trace contextRef="#ctx0" brushRef="#br0" timeOffset="12107.686">25164 6057 2508 0,'-3'-6'71'0,"0"1"16"16,3 5-70-16,0-3-17 0,3-2 0 0,0 0 0 15,3 2 55-15,0 1 7 0,6-1 2 0,-4 0 0 16,7 3 0-16,-3-2 0 0,3 2 0 0,3-3 0 16,-3 3-52-16,0 0-12 0,0 0 0 0,-1 0 0 15,1 0-48-15,3 3-13 0,0-1-3 16</inkml:trace>
  <inkml:trace contextRef="#ctx0" brushRef="#br0" timeOffset="12884.743">19588 12404 2238 0,'0'0'94'0,"-5"6"-75"16,-1-4 102-16,-3 6 21 0,3-2 4 0,-3 4 1 15,-3-2-67-15,3 3-14 0,-6-1-2 0,3 4-1 16,-3-1-19-16,0 3-4 0,1 2-1 0,-4 1 0 16,3 4-13-16,-3 1-2 0,0 3-1 0,0 7 0 15,-3 3-8-15,-2 3-2 0,-4 8 0 0,-3-1 0 16,0-2-13-16,-6 3 11 0,1-1-11 0,-4 4 10 15,6 2-20-15,4 0-4 0,2 2-1 16,-3 3 0-16,3-10 27 0,3-3 4 0,4-3 2 0,-4 1 0 16,3-6-18-16,3 0-12 0,0 0 1 0,0 0 1 15,3-6-18-15,4-1-3 0,-1-7-1 0,3 1 0 16,0-5-13-16,3-6-3 0,0 0-1 0,3-2 0 16,0-6-78-16,3 0-15 0,0-5-3 0</inkml:trace>
  <inkml:trace contextRef="#ctx0" brushRef="#br0" timeOffset="13322.195">19053 12587 1552 0,'0'0'44'0,"0"0"10"0,0 0-43 0,0 0-11 0,0 0 0 15,0 0 0-15,0 0 107 0,0 0 19 0,0 0 4 0,0 0 1 16,3-3-56-16,0 1-11 0,3 2-3 0,3-3 0 15,-1 3 22-15,4 0 4 0,0-3 1 0,6 3 0 16,0-2-21-16,3 2-4 0,0-3-1 0,2 0 0 16,1 3-20-16,0-2-4 0,0 2-1 0,-3 0 0 15,0 0-16-15,-4 2-3 0,1-2-1 0,-3 3 0 16,3 0-17-16,-3-1-16 0,3 4 4 0,-3-1 0 16,0-2 12-16,-4 5 0 0,1-3 0 0,-3 3 0 15,0 0 21-15,0 2 7 0,-3-2 2 0,0 3 0 16,-3 5-20-16,-3 0-10 0,0 0 10 0,-3 2-10 15,0 3-9-15,-3 0-8 0,0 3-2 0,0 0 0 16,-3 0-90-16,3 0-19 0,0-6-3 0</inkml:trace>
  <inkml:trace contextRef="#ctx0" brushRef="#br0" timeOffset="14232.986">24616 10862 1824 0,'0'0'38'0,"-3"-5"8"0,3-1-37 0,0 1-9 0,0 2 0 0,0 3 0 16,0-5 104-16,0 5 20 0,3-5 3 0,0 2 1 16,-3 3-52-16,0 0-9 0,0 0-3 0,0 0 0 15,0 0 0-15,0 0 0 0,0 0 0 0,0 5 0 16,3 3 0-16,-3 3 0 0,0 2 0 0,-3 3 0 16,0 5-51-16,0 0-13 0,0 6 0 0,-3 5 0 15,-3 2 0-15,3 6-18 0,-3 2 4 0,0 6 1 16,0-3 13-16,0 2 0 0,1 1 0 0,-4 5 0 15,0 2 10-15,3 6 2 0,-6 3 0 0,3 7 0 16,-3-7-22-16,0-4-4 0,0 4-1 0,-2 5 0 16,2-8 15-16,0 2 0 0,3 1 12 0,-3 4-12 15,0-4 24-15,3 2-3 0,0 0 0 0,0 0 0 16,0-7 25-16,4-4 5 0,-4-5 1 0,3 3 0 0,0-5-52 16,0 0-14-16,0-1-1 0,3 1 0 15,-3-8 15-15,3-6 0 0,0-2 0 0,0-1 0 0,0-7 0 16,3 0 0-16,-3 0 0 0,0-6 0 15,0-2 0-15,0-2-16 0,3-1 5 0,0-5 1 0,-2 0-10 16,2 0-3-16,3-3 0 0,0-5 0 16,0 0-12-16,0 0-2 0,0 0-1 0,0 0 0 15,0 0-26-15,0 0-4 0,0 0-2 0,0 0 0 0,0 0-83 16,0 0-17-16,0 0-3 0</inkml:trace>
  <inkml:trace contextRef="#ctx0" brushRef="#br0" timeOffset="14914.095">24220 12905 1637 0,'0'0'34'0,"0"0"8"0,-6 2-34 16,6-2-8-16,-3 8 0 0,0-3 0 0,3-5 41 0,-3 6 7 0,3-6 0 0,-3 5 1 15,3-5 12-15,0 5 3 0,-3 3 0 0,0-2 0 16,3 1 0-16,0-1 0 0,0 2 0 0,0-3 0 15,0 3-8-15,0 2 0 0,0-2-1 0,-3 3 0 16,3-3-37-16,-3 3-7 0,3-1-2 0,-6 1 0 16,3 2 34-16,-3-2 6 0,3 4 2 0,-5 1 0 15,2 0-27-15,-6 3-6 0,3 2-1 0,-6 0 0 16,3 0-17-16,-6 3 0 0,0 0 0 16,-3 2-9-16,1-5 58 0,-1 3 12 0,0 0 3 0,0 0 0 15,0 0-52-15,0 0-12 0,1 2 0 0,-4 6 0 16,3-3 16-16,0 5 0 0,0 1 0 0,0 2 0 15,-2-3-2-15,-1-2 0 0,0 0 0 0,0-1 0 16,0-2 1-16,1-2 0 0,2-1 0 0,-3 3 0 16,6-2 3-16,0-1 1 0,0 3 0 0,3 1 0 15,1-7-19-15,2 1 0 0,3 0 0 0,0-3 0 16,0-2 0-16,3-3-12 0,0-1 1 0,0-1 1 16,0-4 2-16,3 1 0 0,0-1 0 0,0-2 0 15,0-2-28-15,3-4-4 0,0-2-2 0,0 0 0 16,0 0-123-16,0 0-25 0,0 0-5 0</inkml:trace>
  <inkml:trace contextRef="#ctx0" brushRef="#br0" timeOffset="15784.043">24649 10862 1599 0,'0'0'33'0,"0"0"8"0,0 0-33 0,0 0-8 0,0 0 0 0,-6 0 0 15,0 0 102-15,6 0 18 0,-6 2 4 0,0 1 1 16,0 0-38-16,-3-1-8 0,3-2-2 0,-3 6 0 16,0-4-27-16,-3 4-6 0,0-1 0 0,-2 3-1 15,-1 0-24-15,0 2-5 0,-6-2-1 0,3 3 0 16,-3-1-13-16,0 1 11 0,-2 0-11 0,-1 2 10 15,6-3-10-15,-3 1 0 0,3 2 0 0,0-2 0 16,3-1 0-16,4 4-14 0,-1-6 3 0,0 2 1 16,6-2-2-16,-3-3 0 0,6 1 0 0,3-6 0 15,0 0-6-15,0 0-2 0,0 0 0 0,0 0 0 16,0-6-3-16,6 1-1 0,0-3 0 0,3-2 0 16,0 2 12-16,6-3 1 0,-1-2 1 0,1 2 0 15,3-2 10-15,3 2 0 0,0 1 0 0,0-1 0 0,0-2 20 16,-1 2 0-16,1 4 0 0,0-4 0 15,-3 3 23-15,0 0 4 0,0 3 1 0,-1 0 0 16,-5 2 8-16,0 0 1 0,0 1 1 0,-3 2 0 16,0 2 5-16,0-2 1 0,-3 6 0 0,0-4 0 0,0 6-52 15,0-3-12-15,0 3 0 0,-3 3 0 16,0-1 0-16,0 1 0 0,0 2 0 0,0 1 0 0,0-4 0 16,-3 6 0-16,3 0 0 0,-3 2 0 15,0 1-48-15,3-1-13 0,0 4-3 0,-3 1 0 16,-3 4-167-16,0-3-33 0</inkml:trace>
  <inkml:trace contextRef="#ctx0" brushRef="#br0" timeOffset="23200.612">18782 14582 1337 0,'0'0'56'0,"0"5"-44"16,0-5 79-16,0 6 16 0,0-1 3 0,3 3 1 16,-3-3-54-16,3 0-10 0,0 3-3 0,3-2 0 15,-3-1-21-15,3 0-5 0,0 1-1 0,0-1 0 16,2 0-8-16,1 0-1 0,0-2-8 0,3 0 12 15,-3-1 1-15,3-2 0 0,0 3 0 0,0-3 0 16,0 0 41-16,0 0 8 0,0-3 2 0,-3-2 0 16,2 0-52-16,-2 0-12 0,3-3 0 0,-3 2 0 15,0-2 52-15,0 0 8 0,-3 3 2 0,0-3 0 16,0 0-48-16,0 3-14 0,-3-3 0 0,0 3 8 16,0-1 44-16,-3 1 10 0,0 0 2 0,0 2 0 15,0 3 0-15,-6-5 0 0,3 0 0 0,-3-1 0 16,0 4-64-16,-3-1 0 0,3 0-16 15,-3 3 3-15,0 0 13 0,0 0 8 0,-3 3 0 0,3 2-8 16,-2-2 9-16,-4 5-9 0,0-3 0 0,0 3 9 16,0 0-9-16,3 3 0 0,-3-3 0 0,3 2-11 15,0 1-3-15,4-1-1 0,2 1 0 0,-3 2 0 16,6 0-9-16,0 1-3 0,3-4 0 0,0 6 0 16,0 0-7-16,6 0-2 0,0 2 0 0,0-2 0 15,2 3-11-15,1-1-2 0,0-2-1 0,3 3 0 16,3-6-1-16,-3 0 0 0,6 0 0 0,-3-2 0 15,-3 0 2-15,3-4 0 0,-1-1 0 0,-2-1 0 16,3-2 10-16,0-1 3 0,0 1 0 0,3-3 0 16,-3-5 20-16,3 2 4 0,-1-2 0 0,1-6 1 0,3 1 11 15,-3-4 0-15,3-1 0 0,-3-1 0 0,3 0 19 16,-4-3 9-16,1 1 1 0,3-1 1 0,-3 1 24 0,-3 2 5 0,3-3 1 16,-3 3 0-16,-4 1 54 0,1-1 11 0,-3-3 3 0,0 3 0 15,0 3-103-15,-3-3-25 0,0 6 0 16,0-4 0-16,-3 1 65 0,0 3 8 15,0-1 2-15,-3 3 0 0,3 0-39 0,-3 0-7 16,0 0-1-16,-3 3-1 0,0 0-8 0,3 5-2 0,-3-3 0 0,3 3 0 16,-6-3-6-16,0 3-2 0,0 0 0 0,-3 3 0 15,0 2-9-15,0 3 0 0,-3 0 9 0,1 3-9 16,-1-1 0-16,0 1-10 0,3-1 1 0,0 1 0 16,3 2-7-16,0 0 0 0,3-2-1 0,0 2 0 15,3 1-6-15,3-4-1 0,0 1 0 0,0-1 0 16,3 1-16-16,0-1-3 0,0-2-1 15,3 3 0-15,0-3-15 0,3-3-3 16,-3 3-1-16,-1-3 0 0,1 1-1 0,0-4-1 0,3-2 0 0,-3 3 0 16,-3-3 17-16,3-3 3 0,0 1 1 0,-3-4 0 15,3 4 44-15,3-6 0 0,-3 0 8 0,0 0-8 16,0 0 0-16,-1-3 0 0,1 1 0 0,0-1 0 16,3 1 0-16,-3-1 0 0,0-2 0 0,3 2 0 15,-3-2 58-15,3 2 5 0,-3-2 1 0,0 0 0 16,0 0 0-16,0 0 0 0,-1-1 0 0,1 1 0 15,-3 3-8-15,0-1 0 0,0 0-1 0,-3 1 0 16,-3 2-37-16,3 3-7 0,-3-1-2 0,0 6 0 0,0 0 44 16,-6-5 9-16,3 5 2 0,-6 0 0 0,3 0-52 0,0 5-12 15,0 1 0-15,1-1 0 16,-1 3 0-16,0 0 0 0,0 2 0 0,3-2 0 0,0 0 0 16,3 3 0-16,3-3 0 0,0 2 0 0,0-2 0 15,3 0 0-15,3 3 0 0,-1-1 0 16,1-2-8-16,3 0-5 0,0 3-1 0,3-1 0 15,-3-2 14-15,3 3-12 0,0-1 12 0,0 1-12 0,-3 0-5 0,-1 2-1 0,1-3 0 0,0 4 0 16,-3-4 18-16,0 4-10 0,-3-1 10 0,0 0-8 16,-3 0 8-16,0 0 0 0,0 1 0 0,-3-1 0 15,0-3 0-15,-3 4 0 0,3-4 0 0,-6 1 0 16,0-1 0-16,-3 4 0 0,0-4 0 0,0 1-8 16,-6-1-2-16,4-2 0 0,-7 3 0 0,3-3 0 15,-3-3-5-15,0 3-1 0,0-3 0 0,0 1 0 16,3-1-33-1,1 0-7-15,2-2-2 0,0 0 0 0,0-3-5 0,3 0-1 0,3 0 0 16,6 0 0-16,-6-6-204 0</inkml:trace>
  <inkml:trace contextRef="#ctx0" brushRef="#br0" timeOffset="24287.941">19946 14611 1792 0,'0'0'51'0,"0"0"10"16,0 0-49-16,0 0-12 0,-3 5 0 0,3-5 0 16,0 6 76-16,0-6 12 0,0 8 2 0,0-3 1 15,3 0-46-15,-3 1-9 0,3-4-1 0,3 4-1 16,0-4-20-16,3 1-4 0,-4-1-1 0,7 1 0 15,-3-3-9-15,3 0 0 0,3 0 0 0,-3-3 0 16,3 1 17-16,0-3-1 0,-3-1-1 0,3 1 0 16,-4 0 21-16,4-1 5 0,-3-2 1 0,-3 3 0 15,0-3-34-15,0 3-8 0,-3 0 0 0,-3-1 0 0,0 1 53 16,0 2 9-16,0-2 2 0,-3 5 0 0,0 0-52 16,-3-3-12-16,-3-2 0 0,-3 5 0 0,0-2 54 15,0 2 8-15,-3 2 2 0,0-2 0 16,0 3-64-16,-2-1 0 0,-1 1 0 0,0 2-13 15,0 1 13-15,0-1 0 0,3 0 0 0,0 1 0 0,0 1 0 0,6 1 0 0,-3 0 0 16,6 0 0-16,0 3 11 0,1-3-11 0,2 2 10 0,2-2-10 31,1 3-55-31,3 0-17 0,3-4-3 0,0 4-1 0,3-3 20 16,0 0 3-16,3 0 1 0,0-3 0 0,3 0-4 0,0-2-1 16,-1 0 0-16,4-3 0 15,-6 0 20-15,3-6 4 0,0 4 1 0,-3-6 0 0,0 3-6 0,0-3-1 16,-4-3 0-16,4 0 0 0,-3 4 39 0,3-4 0 0,-3 3 0 0,0 0 0 15,-3-3 44-15,-3 4 16 0,3-1 3 0,-3 0 1 16,-3 0 9-16,3 0 3 0,-3 0 0 0,-3 3 0 16,3-3-20-16,-3 0-3 0,3 2-1 15,-3-2 0-15,0 3 10 0,3-3 2 0,-3 3 0 0,2-3 0 16,-2 5-52-16,3-2-12 0,0 0 0 0,-3 5 0 16,3-3 27-16,3 0 2 0,0 3 1 0,0 0 0 15,0 0-22-15,0 3-8 0,0 0 0 0,3 2 9 16,-3 0-9-16,0 3 0 0,0 0 0 0,0 0 0 15,0 0-27-15,0 3-1 0,0-1 0 0,-3-2 0 16,0 3-20-16,0-1-4 0,-3 1 0 0,3 0-1 16,-3-4 3-16,0 1 1 0,0 3 0 0,0-3 0 15,0-3 17-15,0 1 3 0,0-6 1 0,0 0 0 0,0 0 28 16,0 0 0-16,0 0-8 0,0 0 8 0,0 0 0 0,0 0 0 16,0 0 0-16,0 0 0 0,3-6 0 0,0 4 0 0,0-4 0 15,3-2 0-15,-3 3 48 0,2-3 13 0,1 3 3 0,0-3 0 16,0 0-23-16,0 0-4 0,3 0-1 15,0 0 0-15,-3 0-6 0,3 0-2 0,0 3 0 0,-3-3 0 16,0 5-3-16,3-2-1 0,-3 2 0 0,0-2 0 16,0 5-13-16,0-2-3 0,0 2-8 15,-1 2 12-15,-2-2-12 0,3 5 9 0,0-2-9 0,-3 2 8 16,3 3 17-16,0-2 3 0,-3 2 1 16,3 2 0-1,-3-2-77-15,3 0-15 0,-3 3-3 0,0-1-1 16,0-2-97-16,0 3-20 0,-3-1-4 0</inkml:trace>
  <inkml:trace contextRef="#ctx0" brushRef="#br0" timeOffset="24591.691">20961 14164 2310 0,'-6'-5'97'16,"0"2"-77"-1,0 0 86-15,0 1 18 0,3-1 3 0,3 3 1 16,-6 0-33-16,6 0-7 0,0 0 0 0,-6 3-1 16,3 2-48-16,0 3-10 0,0 0-1 0,3 3-1 15,-3 2-11-15,3 0-3 0,0 3 0 0,0 2 0 16,0 4-5-16,0 1-8 0,0 4 11 0,0-1-11 16,3 3 8-16,-3 1-8 0,3 1 0 0,0 1 0 15,-3-3 0-15,3-2 0 0,0-4 0 0,-3 4 0 16,3-6 0-16,0 3 0 0,-3 0 0 0,3-1 0 15,-3-1-14-15,0-1 0 0,0 3 0 0,-3-3 0 16,3-3-22-16,0 3-5 0,-3 1-1 0,0-6 0 16,3-1-29-16,0-1-5 0,-3-4-2 0,3-2 0 15,0-3-169-15,-3 1-33 0</inkml:trace>
  <inkml:trace contextRef="#ctx0" brushRef="#br0" timeOffset="24921.602">20895 14606 1934 0,'0'0'40'0,"0"0"9"0,0 0-39 0,-3-5-10 0,3 5 0 0,0 0 0 15,0-6 88-15,0 6 16 0,3-2 4 0,3-1 0 16,-3 0-26-16,6 1-5 0,0 2-1 0,0-3 0 16,0 3-4-16,0 0-2 0,3 0 0 0,0 0 0 15,0 0-26-15,-1 0-6 0,1 0-1 0,0 3 0 16,0-3-29-16,0 2-8 0,0-2 0 0,0 3 0 15,0-3 0-15,0 3 0 0,-3-1 0 0,3-2 0 16,-4 3 0-16,1 2 0 0,-3-2 0 0,0 0 0 16,0 2 52-16,0 0 10 0,-3 0 2 0,3 3 0 15,-3-2-64-15,-3 4 0 0,3-2-16 0,-3 3 3 16,0 2 13-16,-3 0 0 0,0 0 0 0,0 3 0 0,0-2-15 16,-3 4-6-16,0 1-2 0,0-4 0 15,0 4-57-15,0-3-12 0,0 0-3 0,1-3 0 16,-1-2-77-16,0-1-16 0,0-2-4 0</inkml:trace>
  <inkml:trace contextRef="#ctx0" brushRef="#br0" timeOffset="25090.081">21252 14429 2822 0,'0'-16'80'0,"0"0"17"0,0 0-77 16,0 3-20-16,3 2 0 0,-3 1 0 0,0-1 44 0,0 6 6 0,0-3 1 0,-3 2 0 15,3 4-28-15,0 2-6 0,0-5-1 0,0 5 0 16,0 0-16-16,0 0 0 0,0 0 0 0,0 0 0 16,0 0-124-16,0 0-20 0,0 0-3 0</inkml:trace>
  <inkml:trace contextRef="#ctx0" brushRef="#br0" timeOffset="26081.94">21660 14667 2515 0,'-6'-13'116'0,"3"5"-103"0,0 0-13 0,0 0 0 0,-3 0 0 16,3 2 62-16,-3-1 10 0,0-1 1 0,1 0 1 15,-4 2 43-15,0 1 9 0,0 0 2 0,-3 2 0 16,0 1-104-16,0-4-24 0,-3 6 0 0,0-2 0 16,0 4 0-16,1-2 14 0,-4 6-4 0,0-4-1 15,3 6-9-15,-3 0 0 0,6 3 0 0,-3-1 0 16,0 3 0-16,3 1 0 0,1-1-12 0,-1 0 12 15,3 3-35-15,3 0 1 0,0 0 0 0,3 2 0 16,3-2-19-16,0-3-4 0,3 3-1 0,3-3 0 16,0 1-34-16,3-6-8 0,3 0 0 0,-1-3-1 15,1-2 29-15,3-1 7 0,0-2 1 0,0-2 0 16,3-4 51-16,-3-2 13 0,3 0 0 0,-1-2 0 0,1-1 31 16,0 1 9-16,3-4 1 0,-3 4 1 15,-3-1 18-15,0 1 4 0,0 2 1 0,-4 0 0 0,-2-3-8 16,3 6-1-16,-3-3-1 0,-3 3 0 0,0-1-1 15,-3 1 0-15,0 0 0 0,0-1 0 16,-3 6-18-16,0-2-3 0,0 2-1 0,0 0 0 0,0 0-10 0,0 0-2 0,0 0-1 16,0 0 0-16,0 0-7 0,0 0 0 0,0 0-1 15,3 5 0-15,0 3-11 0,0 0 0 16,0 3 0-16,0-1 0 0,0 3 0 0,3 3-14 0,0-2 2 16,0 1 0-1,3-1-27-15,0 1-5 0,0-1 0 0,2-4-1 16,1 1-20-16,0-3-4 0,-3-3-1 0,3-2 0 0,-3-1 37 15,3-4 7-15,-3-4 2 0,3 1 0 16,0-3-32-16,0-5-7 0,0 0-1 0,-1-3 0 0,1-3 52 0,0 4 12 0,3-7 0 0,-3 4 0 16,0-3 18-16,3 2 6 0,-6-2 2 0,3-3 0 15,0 0 14-15,-4 1 4 0,1-4 0 0,0-2 0 16,-3-3 20-16,0 0 4 0,-3-2 0 0,0-3 1 16,0 5-25-16,-3 0-4 0,3 6-2 0,-6-3 0 15,3 2-13-15,-3 4-2 0,-3 1-1 0,3 1 0 16,-3 3 1-16,0 2 0 0,-3 3 0 0,3-1 0 15,1 7 2-15,-4-1 1 0,3 2 0 0,-3 6 0 16,3 0-6-16,-3 6-2 0,3-1 0 0,-3 3 0 16,3 2-10-16,-3 4-8 0,3 2 9 0,3-1-9 15,-3 1 0-15,-1443 3 0 0,2889 2 0 0,-1443 0 0 16,3 6 0-16,0-1 0 0,0 3 0 0,3 6 0 16,0-4 0-16,0 4 0 0,3-1 0 0,-3 0 0 15,3-4 0-15,0-4-18 0,0 1 2 0,0-4 1 16,-3-2 15-16,3-2 0 0,-3 0 0 0,3 2 0 15,-3-3-27-15,-3 1-2 0,3-1-1 0,-3 3 0 16,3-5-3-16,-3 3-1 0,0-3 0 0,-3 0 0 16,3-1-126-16,-3-1-26 0,3-1-5 0</inkml:trace>
  <inkml:trace contextRef="#ctx0" brushRef="#br0" timeOffset="27270.979">19478 16000 2310 0,'-12'16'48'0,"7"-10"11"16,2 1-47-16,0-1-12 0,-3-4 0 0,3 4 0 15,0-1 53-15,0 0 9 0,0 1 2 0,0 2 0 16,3-1 0-16,0 1 0 0,-3 6 0 0,3-1 0 15,0 0-52-15,0 3-12 0,0 0 0 0,0 5 0 16,0 0 21-16,0 3 2 0,0 0 0 0,3 5 0 16,-3 0-37-16,3 3-7 0,-3 0-2 0,3 2 0 15,0 0 23-15,-3-2 0 0,3 0 0 0,0-3 0 16,0-3-56-16,0-2-6 0,0-3-2 0,0-2 0 16,-3-3 0-16,0 0 0 0,0-3 0 0,0-3 0 15,-3-2-119-15,-3 0-24 0</inkml:trace>
  <inkml:trace contextRef="#ctx0" brushRef="#br0" timeOffset="27564.399">19446 16196 1964 0,'-3'-13'83'0,"3"2"-67"16,-3 1 98-16,3-3 19 0,3 2 4 0,-3 0 1 15,3-2-46-15,0 3-8 0,0-4-3 0,3 4 0 16,-3-1-65-16,5 1-16 0,-2 2 0 0,3 0 0 15,3 0 55-15,0 2 7 0,0 1 2 0,3 0 0 16,0 5-52-16,0 0-12 0,0 0 0 0,2 3 0 16,-5 2 9-16,3 3-1 0,0 0 0 0,-3 2 0 15,-3 1-8-15,0 2 0 0,-3 3 0 0,0 0 8 16,-6 0-19-16,0 0-4 0,0-1-1 0,-6 4 0 16,-3-3-15-16,0 0-3 0,-3-3-1 0,-3 3 0 15,0 0 0-15,0 0 0 0,1-3 0 0,-4 3 0 16,3-3-13-16,0 0-4 0,0-2 0 0,0-1 0 15,3-4-9-15,0-1-3 0,3-2 0 16,0-3 0-16,4-3-155 0,-1-2-31 0</inkml:trace>
  <inkml:trace contextRef="#ctx0" brushRef="#br0" timeOffset="28003.036">19734 16016 1621 0,'15'-10'33'0,"-9"10"10"0,-3-3-35 0,-3 3-8 0,3-3 0 0,-3 3 0 31,0 0 96-31,0 0 16 0,0 0 4 0,0 0 1 0,3 3-13 0,-3-3-2 0,0 0-1 0,6 5 0 16,-3 1-31-16,0-1-6 0,0 3-2 0,3 0 0 16,-3 2-23-16,0 1-5 0,3 0-1 0,0 4 0 15,0-1-33-15,0 1 0 0,0-1 0 0,0 2 0 16,0-1 0-16,0-1 0 0,-1-1 0 0,1 0 0 16,0 0-57-16,-3-2-6 0,0 0-1 15,0-1 0-15,0-2 0 16,-3 0 0-16,3 0 0 0,-3-8 0 15,0 0 0-15,0 0 0 0,3 5 0 0,-3-5 0 0,0 0 52 0,0 0 12 0,3-2 0 0,0-1 0 16,3-2 0-16,-3-1 0 16,3 1 0-16,-3-3 0 0,3 0 32 0,0 0 13 0,0 0 3 0,3-2 0 15,-3 2 26-15,3-3 6 0,-3 1 0 0,3-1 1 16,0-2-13-16,-1 0-4 0,1 2 0 0,-3-2 0 16,3 0-20-16,0 2-5 0,0 3-1 0,0-3 0 15,0 6-3-15,-3 0-1 0,3 0 0 0,-3-1 0 16,3 4-11-16,-3 2-3 0,0 2 0 0,3 1 0 15,-3 2-4-15,0 3 0 0,2 0-1 0,-2 3 0 16,0-1-7-16,0 1-8 0,0 2 11 0,-3 3-11 0,3-3 19 16,-3 0-3-16,0 1-1 0,0 2 0 15,-3-3-67-15,0 0-14 0,0 0-2 0,0-2-1 16,-3 2 8-16,0-2 1 0,0-1 1 0,0-2 0 16,-3 0-157-16,0-3-32 0,0-2-7 0</inkml:trace>
  <inkml:trace contextRef="#ctx0" brushRef="#br0" timeOffset="28163.696">20190 15826 2553 0,'-3'-8'53'0,"0"0"12"0,3 0-52 0,-3 3-13 0,3-1 0 0,-3 1 0 16,3 5 78-16,0 0 13 0,0 0 2 0,0 0 1 16,-3-3-51-16,3 3-11 0,0 0-1 0,0 0-1 15,0 0-30-15,0 0 0 0,0 0 0 0,0 0 0 16,0 0-96-1,0 0-21-15,0 0-5 0</inkml:trace>
  <inkml:trace contextRef="#ctx0" brushRef="#br0" timeOffset="29236.194">20291 16014 2066 0,'0'0'43'0,"0"0"10"0,0 0-42 0,0 0-11 0,0 0 0 16,0 0 0-16,0 0 85 0,3 5 15 0,3 0 4 0,-3 3 0 16,0-3-64-16,3 3-13 0,-3 3-3 0,3 0 0 15,0-4 32-15,-3 7 7 0,3-4 1 0,0 1 0 16,0 2-77-16,-3-2-15 0,2 2-4 16,-2 0 0-16,0-2 20 0,0-1 3 0,-3 1 1 0,3-3 0 15,-3 2-13-15,-3-2-3 0,3-2 0 0,-3 2 0 16,3-3 24-16,0-5-11 0,-3 8 11 0,3-8-8 15,-3 5 8-15,3-5 0 0,0 0 8 0,0 0-8 16,0 0 0-16,0 0 0 0,0 0-12 0,0 0 4 16,0 0 8-16,0 0 0 0,0-5 0 0,0-3 0 15,0 3 0-15,3-3 9 0,-3-3-1 0,3 3-8 16,0-2 32-16,3-1 0 0,-3-2 0 0,0 2 0 16,3-2 3-16,-3-3 0 0,3 3 0 0,0 0 0 15,-3-1 0-15,3 1 0 0,0 0 0 0,0 2 0 16,0 1-17-16,0 2-3 0,0 0-1 0,0 3 0 15,0-1-5-15,0 4-1 0,3-1 0 0,-3 0 0 16,0 6-8-16,2 0 8 0,-2-1-8 0,0 1 8 16,0 2-8-16,3 0 0 0,-3 3 9 0,0 0-9 15,0 0 0-15,0 0-15 0,0 3 3 0,0-3 0 16,-3 0-20-16,0 2-3 0,0 1-1 0,0-3 0 16,0 0-8-16,-3 0-1 0,3 0-1 0,-3 0 0 15,0-3 7-15,0-5 2 0,0 5 0 0,0-5 0 0,0 0 29 0,0 0 8 0,0 0 0 0,0 0 0 31,0 0 0-31,0 0 0 0,0 0 0 0,0 0 0 0,0 0 0 0,0 0 0 0,0 0 12 0,0 0-4 16,3-5 40-16,-3-3 8 0,3 0 2 0,0 0 0 16,0 0-48-16,0-3-10 0,0 1 0 0,0 2 0 15,3-3 18-15,0 1 6 0,-3-3 2 0,2 5 0 16,1-3-9-16,0 0-1 0,0 4-1 0,0 1 0 16,0-2-7-16,0 3-8 0,0 0 11 0,0 2-11 15,-3 0 8-15,3 1-8 0,0-1 0 0,-6 3 0 16,6 3 10-16,-3-1-10 0,3 4 8 0,-3-1-8 15,3 3 0-15,-3 0 0 0,0 2 0 0,0 4 0 16,-3-4-45-16,3 4-2 16,-3-1 0-16,3 0 0 0,-3 0-28 0,3-2-5 0,0 2-2 0,-3-5 0 15,3 0-22-15,0 0-5 0,3-3-1 0,0-2 0 16,-1 2 37-16,1-5 7 0,0 0 2 0,3 0 0 16,0-5 64-16,0 2 12 0,3-5 4 0,0 0 0 15,0 0 46-15,3-2 10 0,-3-4 1 0,3 1 1 16,-4 0 22-16,1 0 5 0,0 0 1 0,-3-3 0 15,3 2-18-15,-6 4-3 0,3-3-1 0,-3 2 0 0,-3 3-20 16,0 0-5-16,0 0-1 0,0 3 0 0,-3 2-14 0,0 3-2 0,0 0-1 0,0 0 0 16,-6-2-5-16,-3 4 0 0,0 1-1 0,0 2 0 15,0 3-15-15,-3 3-2 0,3 2-1 0,0 0 0 16,0 3-5-16,1 3-8 0,-1 2 11 0,3-3-11 16,3 1 0-16,0-1 0 0,3-2 0 0,3 0 0 31,0-5 0-31,3 2 0 0,3-5 0 0,-3 0-9 0,5-3 9 15,-2 0-8-15,3 1 8 0,0-4-8 0,3 1 8 0,-3-3-12 16,3 0 12-16,-3 0-12 0,3-3 12 16,0 1-8-16,-4-4 8 0,7 1-8 0,0-3-2 0,0-2 0 0,3-1 0 0,0-8 0 31,5 1-118-31,4-9-23 0,0 1-5 0</inkml:trace>
  <inkml:trace contextRef="#ctx0" brushRef="#br0" timeOffset="29685.194">21854 15754 1824 0,'0'0'76'15,"0"0"-60"-15,0 0 89 0,0 0 19 0,0 0 3 0,0 0 1 16,0 8-52-16,3-2-9 0,0-1-3 0,0 3 0 16,3-3 0-16,-3 3 0 0,0 3 0 0,2-4 0 15,1 4-51-15,-3 2-13 0,3 1 0 0,0-1 0 16,0 3 54-16,0-3 8 0,0 3 2 0,0 2 0 16,0 1-52-16,-3 2-12 0,3 0 0 0,-3 0 0 15,0 0-48 1,0 1-13-16,0-1-3 0,-3 0 0 0,0-5 52 0,0 0 12 0,0-3 0 0,-3-2 0 15,0-1-54-15,0-5-8 16,0 1-2-16</inkml:trace>
  <inkml:trace contextRef="#ctx0" brushRef="#br0" timeOffset="29861.992">21946 15598 2226 0,'0'-10'94'16,"-3"-1"-75"-1,3 0 105-15,-3 3 20 0,3 1 5 0,0-1 1 16,0 2-120-16,0 1-30 0,0 0 0 0,0 5 0 16,3-3 0-16,-3 3 0 0,0 0 0 0,0 0 0 0,0-3 0 0,0 3 0 15,3-2 0-15,3-1 0 16,-3 0-250-16,3 3-56 0</inkml:trace>
  <inkml:trace contextRef="#ctx0" brushRef="#br0" timeOffset="30498.032">22136 15757 1744 0,'6'13'36'0,"-6"-8"8"0,3-2-35 0,0 2-9 0,0 1 0 0,0-1 0 16,3 3 91-16,-3 0 16 0,0-3 3 0,0 3 1 16,0 3-31-16,3-1-7 0,-3 1-1 0,0-1 0 15,0 1-38-15,0 2-8 0,-3-2-2 0,3 2 0 16,-3-2-13-16,3 2-3 0,-3 0-8 0,0 0 12 15,0-2-12-15,0 2 0 0,-3-2 0 0,3-1 0 16,-3 1 0-16,0-1 0 0,3-2 0 0,-3 3 0 16,0-3 0-16,0-3 0 0,3-5 0 0,0 6 0 15,0-6-8-15,0 0 8 0,0 0 0 0,0 0 0 16,0 0-9-16,0 0 9 0,0 0 0 0,0-8-9 16,0 0 9-16,3 0 0 0,0-6 0 0,0 4 0 15,0-3 22-15,0-1 3 0,0 1 1 0,0-3 0 16,3 3 17-16,-3 0 3 0,3 0 1 0,0-3 0 15,0 3 11-15,0 2 2 0,0-2 1 0,0 2 0 16,0 3-49-16,3 0-12 0,-4 0 0 0,1 3 0 16,3 2 0-16,-3 1 0 0,3-1 0 0,-3 0 0 15,3 3 0-15,-3 3 0 0,0-3 0 0,0 5 0 16,0-2 0-16,-3 0 0 0,3 2 0 0,-3 0 0 16,3 1 0-16,-3-1 0 0,0 3 0 0,-3 0 0 15,3 0-48-15,-3-3-13 0,0 3-3 0,0-3 0 0,0 3 52 16,0-3 12-16,-3 3 0 0,3-2 0 0,-3-1 0 0,3-5 0 15,-3 5 0-15,3-5 0 16,0 0-54-16,0 0-8 0,0 0-2 0,0 0 0 0,0 0 52 0,0 0 12 0,0 0 0 0,0 0 0 16,0-5 48-16,3 0 13 0,-3-1 3 0,3 1 0 15,3-3-56-15,-3 0-8 0,3 0-8 0,0 0 8 16,3 0 20-16,-1 0 10 0,1 0 2 0,0 1 1 16,3 1-6-16,-3 1-2 0,0 0 0 0,0-1 0 15,-3 4-9-15,3-1-1 0,0 3-1 0,-3 0 0 16,0 0-2-16,-6 0-1 0,6 0 0 0,0 5 0 15,-3 1-3-15,0 2 0 0,0 0 0 0,0 2 0 16,0 1-8-16,-3 2-11 0,0-2 3 0,0 2 0 16,0 0-42-1,0 0-8-15,2 3-2 0,-2-3 0 0,3 1-85 0,-3-1-18 0,3 0-3 0,0-2-1 16,0-3-53-16,3-1-10 0,-3-1-2 0</inkml:trace>
  <inkml:trace contextRef="#ctx0" brushRef="#br0" timeOffset="31023.485">22625 15977 1328 0,'6'-14'118'16,"0"4"-94"-1,-1-1 120-15,1 3 25 0,-3-2 5 0,3 2 1 16,-3 0-38-16,0 0-7 0,0 3-2 0,-3-1 0 16,3 4-26-16,-3 2-6 0,0 0 0 0,0 0-1 15,0 0-41-15,0 0-8 0,0 0-2 0,0 0 0 0,0 0-44 0,0 0-8 16,3 2-3-16,0 4 0 0,0 1 31 0,-3 1 7 16,3 0 1-16,0 3 0 15,-3-1-45-15,3 4-9 0,0-4-2 0,0 4 0 16,0-1 28-16,0 0 0 0,3 0 0 0,-3 0 0 15,0 3-56-15,0-2-7 0,0-4-1 0,0 3 0 0,0-2 52 16,-3-3 12-16,3 2 0 0,-3-2 0 0,3-2 0 0,-3-6 0 0,0 0 0 16,0 5 0-16,0-5 0 15,0 0 0-15,0 0 0 0,0 0 0 0,0 0 0 0,0 0 0 16,0 0 0-16,-3-5 0 0,3-3 0 0,0 0 0 0,-3-3 0 0,3-2 0 16,0 2 33-16,0-4 10 0,0-1 1 0,0-5 1 15,0 5-21-15,0-3-4 0,3 1 0 0,0-4-1 16,0 7-19-16,0-4 0 0,3 3 0 0,0 0 0 15,0 0 0-15,0 3 0 0,0 0 0 0,2 2 0 16,1-2 0-16,0 5 0 0,0-2 0 0,3-1 0 16,0 3 32-16,-3 0 2 0,3 0 1 0,0 3 0 15,-3 0-26-15,3 2-9 0,0 0 0 0,-4 1 9 16,4 2-1-16,0 2-8 0,0-2 12 0,-3 6-4 16,0-1-8-16,0 0 0 0,0 1 0 0,-3 1 8 15,0 1-8-15,-3 0 12 0,0 3-12 0,0-1 12 16,-3-2-12-16,-3 3 0 0,0 0-12 0,0-1 12 15,-6-2-9-15,0 3 9 0,0-1 0 0,-6-2 0 16,0 0 0-16,-3 0 0 0,1 0 0 0,-4-3 0 16,3 3 0-16,-3-2-10 0,-3 1 10 0,6-4-12 15,0 2-23-15,1-2-5 0,2 0 0 0,0-3-1 16,3 0 32-16,0-3 9 0,3 0 0 0,3-2 0 16,0-3-55-16,3 3-6 0,3-3-2 0,3 0 0 15,0-3-73-15,6 1-16 0,0-3-2 0</inkml:trace>
  <inkml:trace contextRef="#ctx0" brushRef="#br0" timeOffset="31727.024">23083 15892 1606 0,'0'0'33'0,"0"0"9"15,0 0-34-15,0 0-8 0,0 0 0 0,0 0 0 16,0 0 85-16,0 0 15 0,0 0 4 0,0 0 0 16,0 0-39-16,6-3-7 0,-3 1-2 0,3-1 0 15,0-2-24-15,0-1-6 0,0 1-1 0,0-3 0 16,3 0 24-16,-3 0 5 0,3-2 1 0,-3-4 0 15,2-1 14-15,1-4 3 0,-3-2 1 0,3 0 0 16,0-6-58-16,0-2-15 0,3-3 0 0,-6 1 0 16,3-1 54-16,0 3 8 0,0 2 2 0,-6 1 0 15,3 2-52-15,-3 3-12 0,-3 0 0 0,0 0 0 16,-3-1 0-16,0 4 0 0,0-1 0 0,-3 3 0 0,0 1 28 16,-3-1 2-16,3 2 1 0,-3 4 0 15,3-1-15-15,0 6-4 0,3-3 0 0,-3 5 0 16,3 1-12-16,-3-1 11 0,6 3-11 0,0 0 10 15,-3 5-10-15,-3 3 0 0,3 3 0 0,-3 0 8 16,3 4 5-16,3 1 1 0,-3 3 0 0,0-1 0 16,3 3-62-16,-3 1-13 0,3-1-3 0,0 3 0 15,0-1 0-15,0 4 0 0,3-1 0 0,0 3 0 16,0-2 0-16,3 2-1 0,3 0 0 0,-3-5 0 16,6 0-25-16,-3-3-5 0,3-5-1 0,3 0 0 15,-3-6 21-15,3 1 4 0,0-3 1 0,-4 0 0 0,4-3 41 0,0-2 8 0,-3-3 1 0,3 0 1 16,-3 0 39-16,-3-3 7 0,3 0 1 0,-3-2 1 15,-3 2 55-15,0-2 12 0,0 0 1 0,-1 2 1 16,-2-2 4-16,0 0 1 0,3-1 0 0,-6 1 0 16,3 0-22-16,-3 2-4 0,3-2-1 0,-3 0 0 15,0 5-25-15,0 0-6 0,-3-6-1 0,3 6 0 16,0 0-14-16,0 0-3 0,0 0-1 0,0 0 0 16,0 0-2-16,0 6-1 0,-3 1 0 0,0 1 0 15,3 0-12-15,-3 3-3 0,3 0 0 0,0-1 0 16,0 3-8-16,-3-2 0 0,3-1 0 0,0 1 0 15,0 0 0-15,0-1 0 0,0 3 0 0,0-2-11 16,0 0-14-16,0-3-3 0,0-3-1 0,0 0 0 16,0-5-85-16,0 0-17 0,0 0-3 0,0 0-1 15,0 0-121-15,3-5-24 0</inkml:trace>
  <inkml:trace contextRef="#ctx0" brushRef="#br0" timeOffset="31899.133">23577 15498 2298 0,'0'-29'48'0,"0"21"11"0,-3 0-47 0,3-3-12 0,-3 3 0 0,-3-2 0 31,3 2 158-31,-3 2 30 0,0-2 5 0,0 3 2 16,0 0-156-16,1-1-31 0,-1 4-8 0,-3-1 0 0,3 1 52 0,3-1 10 0,3 3 2 0,0 0 0 15,-6 0-52-15,6 0-12 0,0 0 0 0,0 0 0 16,0 0 0-16,0 0 0 0,0 0 0 0,0 0 0 31,0 0-151-31,0 0-33 0,3-3-6 0</inkml:trace>
  <inkml:trace contextRef="#ctx0" brushRef="#br0" timeOffset="33178.095">23839 15561 1660 0,'0'0'70'16,"-6"5"-56"-16,3 1 66 0,-3-1 12 15,3 0 4-15,0 1 0 16,0-1-40-16,0 3-8 0,3-3-2 0,-3 3 0 15,3-3-14-15,-3 1-2 0,3 2-1 0,0-8 0 16,0 5 21-16,0 0 4 0,0-5 1 0,0 0 0 16,0 0-7-16,0 0 0 0,0 0-1 0,0 0 0 15,0 0 7-15,0 0 2 0,0 0 0 0,-3 5 0 16,3-5-8-16,-3 6-2 0,0-1 0 0,0 0 0 0,-3 1-15 0,-2-1-3 0,2 3-1 16,-6 0 0-16,3 0-16 0,-3 2-3 15,3 1-8-15,-3 2 12 16,3-2-12-16,-3 2 0 0,3-2 0 0,3 2 0 0,-3-3 0 0,6 4-13 0,0-4 2 15,0 3 1 1,6-2-25-16,0 0-5 0,0-1 0 0,6 1-1 0,0-1-22 16,0-2-4-16,3-2-1 0,3-1 0 0,0-3-9 15,0-2-3-15,3 0 0 0,-1 0 0 0,4-5 33 16,-3 0 7-16,3 0 0 0,0-3 1 0,3-3 39 0,-4 0 0 16,4-2 0-16,3 0 0 0,-3 0 0 0,0 0 8 0,0-3 2 0,-1 0 0 15,-2 0 23-15,-3 0 5 0,0 0 1 0,-3 0 0 16,-3 0 23-16,0 3 5 0,-3-3 1 0,-4 3 0 15,-2 0 5-15,3 0 2 0,-3-1 0 0,-3 1 0 16,0 3-29-16,0-1-6 0,-3 0 0 0,0 3-1 16,0 1-11-16,-3-1-1 0,1 2-1 0,-1 1 0 15,-3 2-4-15,3 1-1 0,-3-1 0 0,-3 3 0 16,3 3-9-16,-3-3-3 0,0 5 0 0,0-2 0 16,0 5-32-16,0 0-6 0,0-1-2 0,1 4 0 15,-1 2 31-15,3 1 0 0,0-1 0 0,3 0 0 16,3 0 0-16,0-2 0 0,3 2 0 0,3-2 0 15,0-3-57-15,3-1-6 0,3 1-1 0,-3-2 0 16,3-1-18-16,3-5-4 0,-4 3-1 0,4-3 0 16,-3-3 37-16,6 3 7 0,-3-5 2 0,0 2 0 0,0-2 33 15,0-1 8-15,0 1 0 0,-3 0 0 16,3 0 14-16,-4-1 5 0,1 1 1 0,0 0 0 16,-3 2 2-16,0-2 1 0,0 2 0 0,0 0 0 0,-3 3-2 15,3 0 0-15,0 0 0 0,-3 3 0 16,3 0-21-16,0 2 0 0,-3-2 0 0,3 2 0 15,0 3 0-15,0-3 0 0,0 3 0 0,0 3 0 0,-3-3 0 0,3 0 0 16,0 2 0-16,-1-2 0 0,-2 0 0 0,3 0 0 0,-3 0 0 16,0-3 0-16,0 3 0 0,-3-5 0 0,3 2 0 0,-3-5 0 15,0 0 0-15,0 0 0 0,0 0 0 0,0 0 0 16,0 0-12-16,0 0-6 0,0 0-2 0,0 0 0 16,0 0 20-16,0 0 11 0,-6 0-2 0,0-5 0 15,3 0 2-15,0-1 0 0,0-2 0 0,1-2 0 16,2-1-11-16,-3-5 0 0,3 3 0 0,3-3 0 15,-3-2 53 1,2-1 9-16,1 1 2 0,0 2 0 0,3-3-52 0,0 3-12 0,3 0 0 0,0 3 0 16,0 3 0-16,0-1 0 0,0 0 0 0,0 4 0 15,0 1 0-15,3 1 0 0,0 0 0 0,-3 5 0 16,0-3 26-16,-1 6 2 0,1-3 1 0,0 5 0 16,-3-2-19-16,0 2-10 0,0 0 10 0,0 3-10 15,-3 3 0-15,3-1-10 0,-3 1 0 0,-3 2 0 16,3 0-21-16,-3 1-4 0,-3 1-1 0,3-1 0 15,-3-1 15-15,0 0 2 0,0-2 1 0,0 2 0 16,-3-2 18-16,3-4 0 0,0-1 0 0,-3 2 0 16,6-8 0-16,0 0 11 0,0 0-2 0,0 0 0 15,0 0 3-15,0 0 0 0,-3-6 0 0,3 1 0 16,0-3-4-16,3-2-8 0,0-1 12 0,0 0-4 0,3-2 1 0,3 3 0 16,-3-4 0-16,3 1 0 0,0 3-1 0,0-1 0 15,3 0 0-15,-3 1 0 0,0 2 0 16,3 0 0-16,-4 0 0 0,4 3 0 15,-3-1 2-15,0 4 0 0,0-4 0 0,0 4 0 0,-3 2-2 16,0 0-8-16,0 0 12 0,0 2-4 0,-3 4 3 16,0 2 0-16,0-3 0 0,0 6 0 0,-3 2-2 0,3 0 0 0,-3 3 0 15,0 2 0-15,0 1-9 0,0-1 0 16,0 4 0-16,3-1-11 0,-3-3-12 16,0 4-2-16,3-4-1 0,-3 3 0 0,0-5-3 0,3 0-1 15,-3 0 0-15,3-3 0 0,0-2-27 16,0-1-6-16,-3-2-1 0,3-3 0 0,-3-5-153 15,6-2-31-15,0-3-7 0</inkml:trace>
  <inkml:trace contextRef="#ctx0" brushRef="#br0" timeOffset="33445.186">24952 15318 2253 0,'-3'-14'95'16,"0"4"-76"-1,3-1 113-15,-3 3 22 0,0 0 5 0,0 0 1 16,3 3-80-16,0 5-16 0,-3-2-4 0,3 2 0 15,0 0-26-15,0 0-6 0,-5 5 0 0,2 5-1 16,-3 1-15-16,3 2-2 0,0 3-1 0,0 3 0 16,0-4-9-16,0 4 0 0,0 0 0 0,3-1 0 15,-3 1 0-15,3 2 0 0,-3 0 8 0,3 3-8 16,0 0 0-16,0-1 0 0,0 4 0 0,-3 2 0 16,3-3 0-16,0 3 0 0,-3-2 0 0,3 2 0 15,0-8-15-15,-3 0-1 0,3-2-1 0,-3-1 0 16,3-2-27-16,0-2-4 0,-3-4-2 0,3 1 0 15,-3-1-28-15,0-2-6 0,0 0 0 0,0-3-1 16,3 1-88-16,0-6-18 0,0 0-3 0</inkml:trace>
  <inkml:trace contextRef="#ctx0" brushRef="#br0" timeOffset="33653.423">24738 15688 2310 0,'0'0'48'0,"0"0"11"15,0 0-47-15,0 0-12 0,0 0 0 0,0 0 0 16,6 3 53-16,3-3 9 0,3-3 2 0,0 3 0 16,3 0 0-16,-1-3 0 0,7 1 0 0,-3-1 0 15,0 3-11-15,3-5-1 0,-3 2-1 0,0 1 0 16,-1-4-38-16,1 1-13 0,0 0 9 0,-3-1-9 16,-3-2-9-16,3 1-7 0,-3-4-2 0,0 0 0 15,-3-2-164-15,0-3-33 0</inkml:trace>
  <inkml:trace contextRef="#ctx0" brushRef="#br0" timeOffset="47914.782">12448 9536 1219 0,'0'-13'52'0,"0"2"-42"16,0-2 94-16,0 0 20 0,0-3 3 0,0 0 1 15,0-2-38-15,0 2-7 0,0-5-2 0,0 2 0 16,0-2-16-16,3 0-3 0,0 0-1 0,0-3 0 16,0-5-6-16,-1-3-2 0,1-5 0 0,3-3 0 15,0 0 12-15,0-5 3 0,0-2 0 0,3-3 0 16,3-3-32-16,-3 0-7 0,3-5-1 0,3-1 0 15,3 6-28-15,3 3 0 0,-1 0 0 0,7 0 0 16,0 2 0-16,6 0 14 0,-4 1-1 0,7-1 0 16,-6 6-13-16,-3 5 0 0,0 2 0 0,-1 1 0 15,-5 7 0-15,0 4-18 0,-3-1 4 0,0 3 1 16,-3 5 13-16,-4 0 13 0,1 3-2 0,-3-1-1 16,0 4-28-16,0-1-6 0,-3 3 0 0,-3 0-1 15,3 0-39-15,-3 0-7 0,0 3-1 0,0 0-1 16,0 0-163-16,0-1-32 0</inkml:trace>
  <inkml:trace contextRef="#ctx0" brushRef="#br0" timeOffset="48329.696">12858 7882 1337 0,'-14'3'28'0,"14"-3"6"16,0 0-34-16,0 0 0 0,0 0 0 0,0 0 0 15,0 0 58-15,0 0 5 0,2-3 1 0,1-2 0 16,6 2 51-16,0-2 10 0,0 3 3 0,0-4 0 15,3-2-103-15,0 3-25 0,3-3 0 0,0 0 0 16,0 0 56-16,2 0 7 0,4 0 1 0,0 3 0 16,3 0-52-16,-3 2-12 0,3-2 0 0,-1 5 0 15,1 0 22-15,0 0 2 0,-3 5 0 0,0 0 0 16,0 1-39-16,-7 2-7 0,1 2-2 0,0-2 0 0,-3 5 71 16,-3-2 13-16,0 2 4 0,-3 0 0 15,-3 3-52-15,0-2-12 0,0 1 0 0,-3 1 0 16,0 0 0-16,0 0 0 0,0-3 0 0,-3 3 0 15,0 0 0-15,0 0 0 0,0-3 0 0,-3 0 0 0,0 3 0 16,0-3 0-16,0 1 0 0,0-1 0 16,-3-2-100-16,3-1-22 0,0 1-5 0</inkml:trace>
  <inkml:trace contextRef="#ctx0" brushRef="#br0" timeOffset="54111.942">13073 6731 1501 0,'6'11'63'16,"-3"2"-51"-16,0-2 59 15,3 2 11-15,-3 0 2 0,0 3 1 16,2 0-17-16,-2 0-3 0,3 0-1 0,0 2 0 16,-3-2-16-16,3 0-3 0,0 0-1 0,0 0 0 0,0 0-34 0,-3 0-10 0,3 2 0 0,0-2 0 15,0 0 10-15,-3-3-2 0,3 0-8 16,0-2 12-16,-3-1 4 0,3 1 1 0,-3-3 0 0,0-3 0 15,0-2 15-15,-3-3 2 0,0 0 1 0,0 0 0 16,0 0 12-16,0-8 2 0,0 0 1 16,3-5 0-16,-6 0-7 0,3-3-2 0,-3-3 0 0,0 1 0 15,0-4-13-15,0 4-4 0,0-3 0 0,-3-3 0 16,3 0-6-16,0-2-2 0,-3-1 0 0,3-4 0 16,3-1-8-16,-3-5-8 15,3-3 12-15,-3 0-12 0,3 6 19 0,3 2-3 0,-3 3-1 0,0 0 0 16,6 5-7-16,-3 0-8 0,3 3 11 0,0 0-11 15,0 0 0-15,3 2 0 0,0 1 0 0,0-1-12 16,3 3 12-16,-4 1 0 0,4-1 0 0,0 0 0 16,0 5 0-16,-3 1 0 0,3-4 0 0,0 6 0 15,-3 3 0-15,0 0 0 0,0 2 0 0,0 3 0 16,-3 0 0-16,3 3 0 0,-4 2 0 0,1 3 0 16,0 0 0-16,0 5 0 0,0 0 0 0,-3 1 0 15,0 2 16-15,0-3 7 0,-3 3 1 0,0 0 0 16,-3-1-32-16,0 4-7 0,0-3-1 0,-3 2 0 15,0-2-6-15,-3 3-2 0,1-1 0 0,-4 1 0 16,3-3 6-16,-3 2 1 0,0-2 0 0,0 3 0 16,-3-4 17-16,0 4-12 0,0-3 12 0,3 2-10 15,0-2 10-15,1 0 0 0,-1 0 0 0,3 0-8 16,0-3 8-16,3 0 0 0,0-2 0 0,3 0 0 0,0-1-8 0,3 1 8 16,0-3-8-16,3 2 8 0,3-2-20 15,0 0 0-15,3-3 1 0,0 3 0 16,3-2 19-16,0-1 0 0,2-2 0 0,1 2 0 15,0-3-55-15,0-2-7 0,3 0-2 0,-3 0 0 0,0-2 64 16,0-1 0-16,-1-2 12 0,4 0-2 16,0-1-10-16,-3-2-14 0,3 3 3 0,0-3 1 0,0-2 10 0,-4 2 0 0,1-3 0 15,0 0 0-15,-3 1 17 0,0-1 6 0,-3-2 1 0,0 2 0 16,-3 1 28-16,-3-1 5 0,0-2 2 0,-3 2 0 16,0 1-2-16,0-1 0 0,-3 1 0 0,0-1 0 15,-3 3-13-15,0 0-4 0,0 0 0 16,-3 3 0-16,3 2-16 0,-3-2-3 0,0 2-1 0,-3 3 0 15,3 0-20-15,1 3-8 0,-1 0 0 0,0 2 0 16,3 0 22-16,0 3 5 0,0 3 1 0,0-1 0 16,3 6-20-16,3 0 0 0,0 0 0 0,0 3-9 15,3-4-6-15,0 4-1 0,3-3 0 0,3 0 0 16,0-3 16-16,0-2 0 0,2 2 0 0,1-5 0 16,3 2-8-16,0-2 8 0,-3-2-13 0,3 1 5 15,0-4-12-15,-3 0-1 0,0-1-1 0,3-2 0 16,-4 0-22-16,1-5-5 0,0 0-1 0,0-3 0 15,0-3-34-15,0 1-6 0,-3-6-2 0,3-3 0 16,0-2-45-16,0 0-10 0,2-3-1 0,-2-2-1 16,3-1 97-16,0 1 20 0,-3-1 4 0,3-2 1 15,-3 0 27-15,3 3 9 0,-3-1 0 0,0-2 0 0,-1 0 45 16,-2-3 9-16,0-2 1 0,0-1 1 16,0 4 13-16,0 2 2 0,0-3 1 0,-3 3 0 0,0 2-25 15,0 9-4-15,-3-1-2 0,0 3 0 16,0 3 0-16,0 3 0 0,0 2 0 0,0 2 0 0,-3 1-8 15,3 0-2-15,-3 5 0 0,0 0 0 0,0 0-11 0,0 0-2 0,0 0-1 16,3 5 0-16,3 3-10 0,-3 3-1 0,0-1-1 0,3 9 0 16,-3-1-5-16,0 6-1 15,2 2 0-15,-2 4 0 0,3-1-8 0,-3 0 0 0,3 0 0 0,0 3 0 16,0-6 0-16,0 1 0 0,-3-1 8 0,3-2-8 16,-3 0 0-16,3-3 0 0,-3 0-10 15,0 0 10-15,0-2-13 0,0-1 3 16,0 1 1-16,0-3 0 0,0-3 9 0,0-3 0 0,-3 1 0 0,3-3 0 15,-3-3 0-15,0-5 0 0,0 0 0 0,0 0 0 16,0 0 0-16,0 0 9 0,0 0-1 0,-3-8-8 16,0 0 14-16,0 0-4 0,0-5-1 0,-3 0 0 15,0 2-1-15,0-5 0 0,0 3 0 0,-3-3 0 16,0 3-8-16,-3 0 12 0,0 2-12 0,1-2 12 16,-4 5-21-16,0-2-4 0,0 2-1 0,-3 0 0 15,3 2 30-15,-3 1 5 0,3 2 2 0,-2 1 0 16,2 2-37-16,0 0-7 0,0 0-2 0,3 2 0 15,0 1 36-15,3 2 7 0,0 1 2 0,3 2 0 16,0 0-22-16,0 0 0 0,3 2 0 0,3 3-8 16,0-2-8-16,0 5-2 0,3-3 0 0,3 6 0 15,0-4 18-15,0 4 0 0,6-1 0 0,0-2 0 16,0 0-55-16,6 0-7 0,0 0-2 0,0-3 0 0,-1 0 52 16,4-5 12-16,0 0 0 0,0 0 0 15,0-5 0-15,-3 0-12 0,-1-3 12 0,1 0-12 0,0-3 12 16,-3 0 0-16,0-2 0 0,-3 0-9 15,0-3 9-15,-3 0 11 0,0 0-3 0,-3-3 0 0,2 1-8 16,-2-1 0-16,0-2 0 0,0-3 0 0,-3 3 53 0,3-3 9 0,-3 0 2 16,0 0 0-16,0 0-52 0,0 3-12 0,-3 0 0 15,3 0 0-15,-3-1 0 0,-3 4 0 0,3-1 0 0,-3 3 0 16,3-2 22-16,0 2 2 0,-3 0 0 0,3 2 0 16,-3 1-12-16,3 0-3 0,0 5 0 0,0 0 0 15,0 0-9-15,0 0 8 0,0 0-8 16,0 0 8-16,0 0-8 0,0 0 0 0,0 0 0 15,-3 8 0-15,3 0 0 0,3 0 0 0,-3 2 0 0,3 1 0 16,0-3 0-16,0 2 0 0,3 1 0 0,-3 0 0 16,3-1-12-16,0 1 12 0,3-1-12 0,-3-2 12 15,3 3-22-15,0-6 3 0,0 3 1 0,0-3 0 16,0 1 3-16,-1-4 1 0,1-2 0 0,0 0 0 16,0-5 14-16,0 2 0 0,0-2 0 0,-3-3-9 15,3 0 9-15,-3 0 0 0,3-2 0 0,-3-1 0 16,-3 0 8-16,3 1-8 0,-3 2 10 0,0-5-10 15,0 2 18-15,0 1-2 0,-3-1-1 0,0 0 0 16,0 1-3-16,0-1 0 0,0 1 0 0,0 2 0 16,0 0-12-16,0 0 11 0,0 0-11 0,0 3 10 15,0 5-10-15,0 0 0 0,0 0 0 0,0 0 8 16,0 0-8-16,0 0 0 0,0 0 0 0,6 5 0 16,-3 0-31-16,3 3-1 0,3 0-1 0,-4 0 0 0,1 0 49 15,3 0 11-15,-3 0 1 0,3 2 1 16,0-2-29-16,-3 0-20 0,3 0 4 0,0 0 0 15,-3 0-13-15,3-3-3 0,0 1 0 0,-3-1 0 0,3-2 9 0,-3-1 2 16,0 1 0-16,2 0 0 0,-5-1 21 0,3-2-11 16,0 0 11-16,-6 0-8 0,3-2-10 15,3-1-2-15,-3 0 0 0,0-2 0 0,0 2 20 0,-3-2 0 0,3 0 0 16,0-1 0-16,-3-1 0 0,0 1 0 0,3-2 0 0,-3-2 0 16,0 2 27-16,0-3 9 15,0 1 1-15,0-1 1 0,0-2-22 0,3 2-4 0,-3 1 0 16,3-1-1-16,-3 0-11 0,3 1 10 0,0-1-10 0,3 3 10 15,-3 0-10-15,3 0 0 0,-3 3 0 0,3 0 0 16,0 2 0-16,0 1 0 0,0 2 0 0,3 0 0 16,-3 5 0-16,3-2 15 0,-1 2-3 0,-2 3 0 15,3 0-12-15,0 0 0 0,-3 2 0 0,3 1 0 16,-3-3 0-16,0 5 0 0,3-2 0 0,-6-1 0 16,3 1 0-16,-6-1 0 0,3 1 0 0,0-3 0 15,-3 0-18-15,0 0-6 0,0 0-2 0,0 0 0 16,0-8-10-16,-3 5-1 0,3-5-1 0,0 0 0 15,0 0 38-15,0 0 0 0,0 0 0 0,0 0 0 16,0 0 20-16,0 0 11 0,0 0 2 0,0-3 1 16,-3-2-54-16,6-3-12 0,-3 0-1 0,3 0-1 15,0-2 66-15,0-1 12 0,3-2 4 0,0-1 0 16,0 1-32-16,3 0-7 0,0 0-1 0,0-3 0 0,-1 3-8 16,1 2 0-16,0-2 0 0,0 5 8 15,-3 0-8-15,3 0 0 0,0 3 0 0,-3 2 8 16,3 3-8-16,-3 3 8 0,0-1-8 0,0 4 8 15,3-1-8-15,-3 3 12 0,0 0-12 0,3 2 12 0,-3 4-12 0,-4-1 8 16,4-2-8-16,-3 4 8 16,0-1-8-16,3 1 0 0,-3-1 0 0,0 4 8 15,0-5-28-15,0 1-7 0,-3-1-1 0,3 0 0 16,0 0-125-16,0 1-26 0,-3-4-5 0</inkml:trace>
  <inkml:trace contextRef="#ctx0" brushRef="#br0" timeOffset="54668.846">15100 5887 2336 0,'-3'-10'48'0,"3"2"12"0,-3 0-48 0,3 0-12 0,0 0 0 0,0 3 0 16,0-1 93-16,0 6 16 0,0 0 3 0,0 0 1 15,0 0-43-15,0 0-9 0,3 6-1 0,0 2-1 16,0 2-25-16,0 9-5 0,3 2-1 0,-3 3 0 16,0 0-9-16,3-1-3 0,-3 4 0 0,3-1 0 15,-4 1-16-15,4 2 8 0,0 0-8 0,0 3 0 16,-3 2 8-16,3 3-8 0,0 3 0 0,3 0 0 16,-3-6 0-16,0-2-14 0,3-1 2 0,0-1 1 15,-3-4-26-15,3-2-6 16,-3-3-1-16,0 3 0 0,-3-3-85 15,3-3-18-15,-3 1-3 0</inkml:trace>
  <inkml:trace contextRef="#ctx0" brushRef="#br0" timeOffset="55116.458">15186 6295 1545 0,'-6'-3'32'0,"0"1"8"0,0-1-32 0,-3 3-8 0,0-3 0 0,0 1 0 16,1 2 106-16,-4 0 19 0,0 0 4 0,0 5 1 15,-3-2-47-15,0 2-10 0,3 0-1 0,-3 0-1 16,0 6-6-16,0-3-1 0,1 3 0 0,2-4 0 16,-3 7-27-16,3-4-5 0,3 4-2 0,-3-1 0 15,3 0-22-15,0 0-8 0,0 3 0 0,3 0 0 16,3-3-20-16,0 0-9 0,0 1-3 0,3-1 0 15,3 0 45-15,0 0 9 0,0-2 2 0,3-1 0 16,3 1-39-16,0-3-7 0,0-3-2 0,3 3 0 16,3-5 24-16,0 0 0 0,0-6 0 0,2 3 0 15,4-3-56-15,0-2-6 0,0 0-2 0,3-1 0 16,0-2-96-16,-1 3-20 0,4-3-4 0</inkml:trace>
  <inkml:trace contextRef="#ctx0" brushRef="#br0" timeOffset="56123.069">15606 6245 1972 0,'3'-8'41'0,"0"2"9"0,0-2-40 0,0 0-10 0,0 1 0 0,-3 1 0 15,3-2 124-15,-3 0 24 0,-3 3 4 0,3-3 0 16,-3 0-77-16,-3 0-16 0,0 3-3 0,0-3-1 16,0 3 1-16,-3-1 0 0,0 1 0 0,-3 0 0 15,0 0-32-15,-3 2-5 0,3-2-2 0,-5 2 0 16,-1 3-17-16,3-3 0 0,-3 3 0 0,3 3 0 15,-3 0 0-15,3 2 0 0,0 0 0 0,4 3 0 16,-1 0 0-16,0 0 0 0,3 3 0 0,3-1 0 16,0 1 0-16,0-1 0 0,3 4 0 0,0-1 0 15,6 0-48-15,-3 0-12 0,6 3-4 0,-3-3 0 16,6-2 0-16,0 0 0 0,0-1 0 0,3 1 0 16,0-6 0-16,2 0-1 0,1-2 0 0,0 0 0 15,0-3 1-15,-3-3 1 0,3 0 0 0,-3 1 0 16,0-1 51-16,0-2 12 0,-1-1 0 0,-2 1 0 15,-3 0 47-15,3 0 12 0,-3-1 2 0,0 4 1 0,0-4 3 16,0 4 1-16,0-4 0 0,0 6 0 0,0-2-53 16,0 2-13-16,0 0 0 0,0 2 0 0,3 4 54 15,-3-1 8-15,3 0 2 0,-3 1 0 0,0 1-52 0,2 1-12 0,1 3 0 16,0-3 0-16,-3 0 0 0,0 2 0 0,3 1 0 16,-3-3 0-16,0 3 0 0,-3-3 0 0,3-1 0 15,-3-1 0-15,0 2 0 16,3-3 0-16,-3-2 0 0,-3-3 0 0,0 0 0 0,0 0 0 15,0 0 0-15,0 0 0 0,0 0 0 0,0 0 0 0,0 0 0 0,0 0 0 16,0 0 0-16,0-8 0 16,0 2 0-16,0-4 0 0,0 2 0 0,-3-5 0 0,3-1 0 0,0-1 0 15,0-1 0-15,0 0 0 0,0-5 0 0,0 2 0 16,0-2 54-16,0 2 8 0,3-2 2 0,0 3 0 16,-3-1-52-16,3 1-12 0,0 2 0 0,3 3 0 15,-3-3 0-15,3 2 0 0,-3 4 0 0,3-1 0 16,0 3 0-16,2 0 0 0,-2 0 0 0,0 3 0 15,3 3 0-15,0-1 0 0,0 3 0 0,0 3 0 16,0-1 0-16,3 1 0 0,-3 2 0 0,0 3 0 16,3-3 0-16,-3 3 0 0,0 0 0 0,0 0 0 15,-1 0 0-15,-2 0 0 0,0 3 0 0,0-1 0 16,0-2 0-16,0 5 0 0,-3-2 0 0,0 0 0 16,0-4 0-16,-3 4 0 0,3 0 0 0,-3-3 0 15,0-3 0-15,0 0 0 0,0-5 0 0,0 0 0 16,0 0 0-16,0 0 0 0,0 0 0 0,-6 0 0 15,0-2 0-15,0-1 0 0,0-2 0 0,3-3 0 16,0 0 0-16,0 0 0 0,0-3 0 0,3 1 0 16,-3-1 0-16,3 0 0 0,0 1 0 0,3-1 0 0,0 1 21 15,0-1 2-15,0 1 0 0,3-1 0 16,0 0-37-16,0 1-7 0,3-1-2 0,0 3 0 16,0 0 23-16,0 0 0 0,0 3 0 0,0 2 0 0,0-2 20 0,0 5 8 0,0-3 1 15,-1 3 1-15,1 3-18 0,0 0-4 16,0 2-8-16,-3 0 12 0,3 3-12 0,-3 0 0 15,3 3 8-15,-3-1-8 0,0 1 9 0,0 2-1 0,0-2 0 0,0 2 0 16,-3 0-8-16,3 0 0 0,-3 1 0 0,0-1 0 16,0 0-36-16,0 0-8 15,0 1-3-15,0-1 0 0,-3-3-13 0,3 1-4 16,0 0 0-16,0-6 0 0,-1 0-153 0,-2-5-31 0,0 0-7 0</inkml:trace>
  <inkml:trace contextRef="#ctx0" brushRef="#br0" timeOffset="56359.739">16320 5697 1998 0,'0'-24'84'16,"0"3"-67"-1,-3 2 117-15,3 3 23 0,0 3 5 0,0 3 1 16,-3-1-57-16,3 6-11 0,0 2-3 0,0 3 0 16,0 0-30-16,0 0-6 0,0 0-2 0,3 5 0 15,0 6-20-15,0 2-4 0,0 0-1 0,3 3 0 16,0 3-29-16,0-3 0 0,0 5 0 0,3 0 0 15,-3 6 17-15,0 2-2 0,3 5-1 0,0-2 0 16,0 2-14-16,0-2 9 0,-1 2-9 0,1 1 8 0,3-6-8 16,-6-3 0-16,3 1 0 0,-3 2 0 15,3-3-20-15,-3-2-5 0,0 3-2 0,-3-1 0 16,0-2-117-16,-3 0-23 0,0-1-5 0</inkml:trace>
  <inkml:trace contextRef="#ctx0" brushRef="#br0" timeOffset="56597.561">16395 6104 1964 0,'-12'-8'83'0,"0"3"-67"15,3-3 128-15,0 3 26 0,3 0 5 0,0 2 1 16,6 3-64-16,0 0-12 0,0 0-2 0,3-5-1 16,3-1-41-16,6 1-9 0,0 2-2 0,0-2 0 15,6 2-23-15,-4 1-5 0,7-1-1 0,-3 1 0 16,3-4 1-16,-3 1 0 0,0 2 0 0,2-5 0 15,-2 3-7-15,3-3-2 0,0 0 0 0,3 0 0 16,0 0-8-16,-1-2 0 0,7-1 0 0,-3 1 0 16,0-4-36-16,0 1-12 0,-1 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3:21.7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13001 10655 1824 0,'0'0'38'0,"-3"3"8"16,3-3-37-16,-6 5-9 0,3 1 0 0,0-1 0 15,0 3 104-15,0-3 20 0,0 0 3 0,-3 3 1 16,4-2-52-16,-1 2-9 0,0 2-3 0,-3-2 0 16,3 3-51-16,0-1-13 0,0 1 0 0,0 2 0 15,0 0 0-15,3 1 0 0,-3 1 0 0,3 1 0 16,-3 0 0-16,3 0 0 0,0 3 0 0,0-1 0 16,0 3 0-16,0-2 0 0,0 2 0 0,0 0 0 15,0 0 0-15,0 3 0 0,0-3 0 0,3 6 0 0,-3-6 12 0,3 3 0 16,-3 0 0-16,3-1 0 0,0 1-12 0,0-5-16 15,0 2 3-15,0-5 1 0,0 0 12 0,3 0 0 0,-3-1 0 0,2-1 0 16,-2-4 0-16,3 1 0 0,-3-3 0 0,3 0 0 16,0 2 0-16,-3-4 0 0,3-1 0 0,0 0 0 15,3 0 0-15,-3 1 13 0,0-4-2 0,3 1-1 16,0 0-10-16,0-1-14 0,3-2 3 0,3 0 1 16,-1 0 20-16,1 0 4 0,3 0 1 15,3 0 0-15,0-2-15 0,0 2 8 0,0-3-8 16,2 3 0-16,-2-3 8 0,-3 1-8 0,3 2 0 0,0-3 0 15,0 0-10-15,-1 1-8 0,1 2-2 0,0-3 0 16,0 3 33-16,0-2 7 0,0 2 0 0,-4 0 1 16,4 0-33-16,-3 0-8 0,0 0 0 0,0 0-1 15,-3 2 33-15,-3-2 8 0,0 3 0 0,-1-3 1 16,-2 0-21-16,0 2 8 0,-3-2-8 0,0 0 0 16,0 3 0-16,-3-3 0 0,-3 0 0 0,0 0 8 15,0 0-8-15,0 0 0 0,0 0 0 0,0 0 8 16,0 0 24-16,0 0 4 0,0 0 2 0,0 0 0 15,0 0-30-15,0 0-8 0,0 0 0 0,0 0 0 16,0 0-20-16,0 0-4 0,0 0-2 0,3-5 0 0,-6 0 42 16,3-1 8-16,0 1 1 0,-3-3 1 0,0 0 1 0,3 0 0 15,0 0 0-15,-3-5 0 0,3 0-1 0,-3-3 0 16,3-5 0-16,-3-1 0 0,3-1-2 0,0-4-1 0,0-2 0 16,0-3 0-1,0 6-7-15,0-1-2 0,0-2 0 0,-3 3 0 16,3-1-1-16,0 4 0 0,-3-4 0 0,3 1 0 0,-3-1 10 0,0 1 1 15,3-3 1-15,-3 2 0 0,0-2-25 0,0 5 0 0,0 3 0 16,0 0 0-16,1 0 0 0,-1 5 0 16,-3 0 0-16,3 3 0 0,-3 2 0 0,0 1 0 0,0 2 0 0,0 0 0 15,-3 2 0-15,3-1 0 0,0 4 0 0,-3-2 0 16,0 2 0-16,0-2 0 0,0 5 0 0,0-3 0 16,-3 3 0-16,3-3 0 0,-2 3 0 0,2-2 0 15,-3 2 0-15,0 0 0 0,0 2 0 0,0-2 0 16,0 3 24-16,-3-3-1 0,0 3 0 0,0-1 0 15,-2 1-23-15,-1-3 0 0,-3 3 0 0,-3-1 0 16,-3 1-12-16,-2 0 4 0,-7-1 0 0,0 3 0 16,3 1-3-16,1-1 0 0,-1 3 0 0,3 3 0 15,3-4-2-15,3 1-1 0,1 0 0 0,2 0 0 16,3-2-9-16,0 2-1 0,3-3-1 0,-3 0 0 16,6 0-17-16,4 1-3 15,2-4-1-15,6-2 0 0,0 0-116 0,3 3-23 0,6-3-5 16</inkml:trace>
  <inkml:trace contextRef="#ctx0" brushRef="#br0" timeOffset="1245.96">14338 10584 1579 0,'0'0'32'0,"0"0"10"16,0 0-34-16,0 0-8 0,6-3 0 0,-6 3 0 16,0 0 96-16,0 0 16 0,0 0 4 0,0 0 1 0,0 0-35 15,3 3-7-15,-3-3-2 0,3 5 0 16,-3 3-21-16,3 0-4 0,-3 3 0 0,-3-1-1 0,3 4-18 16,-3 4-3-16,0-2-1 0,0 5 0 15,0 3-13-15,0 0-4 0,0 5 0 0,0-3 0 16,0 1-17-16,0-1-4 0,0 1-1 0,0-1 0 15,3-2 14-15,0-3 0 0,0 3 0 0,0 0 0 0,3 0 0 0,-3-1 0 16,3 4 0-16,0-1 0 0,0-2 9 16,0 0 5-16,3 0 1 0,-3 0 0 0,3-3-15 0,-3-3 0 15,0-5 0-15,0 3 0 0,3-5 0 0,-3 0 0 0,0-1 0 0,2-2 0 16,-2-3-9-16,3 3-5 0,-3-2-1 0,0-4 0 16,3 1 27-16,0 0 4 0,-3-1 2 0,3 1 0 15,0-3-10-15,3 0-8 0,-3 0 12 0,3 0-12 16,0-3 17-16,3 3-3 0,0-2-1 0,0-1 0 15,0 3 11-15,-1-3 3 0,1 3 0 0,3-2 0 16,0 2-27-16,0 0 0 0,3 0 0 0,0 0 0 16,0 0 0-16,2 0 0 0,1 2 0 0,3 1 0 15,0 0-9-15,3-1-7 0,-4 1-2 0,4-1 0 16,0 4 29-16,-3-1 5 0,0-2 2 0,-1 2 0 16,-2 0-18-16,0 1 0 0,0-1 0 0,0 0 0 15,-3-2 0-15,0 2 0 0,-1-2 0 0,1 2 0 16,-3 0 0-16,0-2 0 0,-3 0 0 0,3-1 0 15,-3 1-12-15,-3 0-7 0,3-1-1 0,-4 1 0 16,1-1 20-16,0 1 0 0,-3-3 0 0,0 3 0 16,0-3 0-16,0 0 0 0,0 2 0 0,-6-2 0 15,3 0 0-15,-3 0 0 0,6 0 0 0,-6 0 0 0,6 0 0 16,-6 0 8-16,0 0-8 0,3-2 0 16,-3 2 9-16,3-6-9 0,0 4 8 0,-3 2-8 15,3-5 19-15,-3-1-2 0,0 1 0 0,3 0 0 0,-3-1-17 0,0-2 0 16,0 1-11-16,0-1 11 0,0-3 28 0,0-2 13 0,0 2 3 0,0-2 0 15,0-6-18-15,0 1-3 0,0-3-1 0,0-3 0 16,-3-3-6-16,3 1 0 0,0 0-1 0,0-4 0 16,-3 4-3-16,3 2-1 0,0 0 0 0,0-2 0 15,-3 2-3-15,3 3 0 0,0 0 0 0,0-3 0 16,0 0 2-16,0 3 0 0,0-3 0 0,0-2 0 16,0 2-2-16,0 0 0 0,0-2 0 15,0 2 0-15,0 3 0 0,0-1 0 0,0 4 0 16,-3-1 0-16,3 3 0 0,0 3 0 0,-3 3 0 0,0-4 0 15,0 4 0-15,0 2 0 0,0 0 0 0,0-3 0 16,0 3-8-16,-3 3 10 0,3 0-10 0,0-3 10 16,-3 3-10-16,0-1 0 0,3 4 9 0,-3-4-9 15,0 4 0-15,-2-1 9 0,2-2-9 0,-3 5 0 16,0-3 9-16,0 1-9 0,0 2 0 0,-6 0 9 16,3 0-29-16,-3 0-7 0,0 0-1 0,-3 2 0 15,1 1 46-15,-1-3 9 0,-3 2 1 0,0 1 1 16,-3 0-29-16,-3-1 0 0,-2-2 0 0,-4 3 0 15,-3 0 0-15,0-1-10 0,1 4 10 0,-4-4-12 16,6 4 12-16,4-1-10 0,-1 0 10 0,0 0-10 16,3 1-5-16,3-1-1 0,-2 0 0 0,2 1 0 15,3-1-14-15,3 0-3 0,3 1-1 0,3 1 0 16,0 1-77-16,6 0-15 0,1 3-3 0,5-3-1 16,3 2-81-16,2 1-16 0</inkml:trace>
  <inkml:trace contextRef="#ctx0" brushRef="#br0" timeOffset="2623.532">11602 12066 1792 0,'0'0'51'0,"0"0"10"15,0 0-49-15,0 0-12 0,3-6 0 0,3 4 0 16,0-3 36-16,6-1 5 0,0 1 1 0,3-3 0 16,0 3-16-16,0-3-3 0,-1 2-1 0,4-1 0 15,3-1 34-15,3 0 6 0,0-3 2 0,6 3 0 16,-4 0-50-16,4 0-14 0,0 3 0 0,3-3 8 15,-4 3 0-15,-2-1 0 0,0 4 0 0,-3-1 0 16,-3-2-8-16,-4 5-15 0,1-3 4 0,-3 1 1 16,0 2 10-16,-6 0 0 0,3 0 0 0,-6 2 0 15,3 1 32-15,-3 0 9 0,0-1 2 0,-3 3 0 16,0 1-18-16,0 2-3 0,0 0-1 0,-3 0 0 16,3-1-21-16,-3 4 0 0,0 0 0 0,0 2 0 15,0 0 0-15,0 0 0 0,0 3 0 0,0 0 0 0,0 0 0 16,-3 0 0-16,3 0 0 0,0 2 0 15,0 1 0-15,-3 2 0 0,3-3 0 0,-3 6 0 0,3 0 0 16,-3 5 0-16,3 0 0 0,-3 6 0 0,0-4 0 16,3-1 0-16,-3-1 0 0,3 2 0 0,-3-4-16 0,0-1-7 0,0 1-1 0,0-3-1 31,0-3-11-31,3 0-3 0,-3-3 0 0,3 1 0 0,-3 0 39 16,0-1 0-16,0-2 0 0,0 0 0 0,3 0 0 0,-3-3 0 15,0 0 0-15,0 0 0 0,0-2 16 16,3 0 10-16,-3-1 2 0,0-2 1 0,-3-3-21 0,3 3-8 0,0-2 0 0,3 2 9 15,-3-6 3-15,0 3 1 0,3-5 0 0,-6 6 0 16,3-1 11-16,3-5 1 0,-6 3 1 0,0 2 0 16,1-2-8-16,-1-1-2 0,0 4 0 0,-3-4 0 15,0 1-1-15,0-1-1 0,-3 1 0 0,0 2 0 16,0 1-1-16,-3-4 0 0,0 4 0 0,0-4 0 16,-2 4 1-16,-1-4 0 0,0 4 0 0,0-4 0 15,3 3-14-15,-3 1 0 0,3-4 0 0,-2 4 0 16,2-4 0-16,0 1 0 0,0 0 0 0,3-1 0 15,0 1 40-15,0 0 6 0,0-1 1 0,0 1 0 16,0-3-28-16,1 0-6 0,-1 3-1 0,0-3 0 16,3 0 0-16,-3 0-1 0,3-3 0 0,-3 3 0 15,0 0-11-15,3-3 10 0,-3 1-10 0,0-1 10 0,3-2-10 16,1 2 10-16,-1-2-10 0,0-1 10 16,3-2-2-16,-3 1 0 0,3-4 0 0,-3 0 0 15,3-5-8-15,0 1 8 0,0-4-8 0,0 1 8 16,3-6-8-16,0 0 0 0,-3 0 0 0,3-2 8 15,0 2-30-15,3 0-6 0,0 0-2 0,0 0 0 0,0 3 48 0,3-3 10 0,0 3 1 0,0-5 1 32,0 2-30-32,0-5 0 0,0 0 0 0,0-3 0 0,0 3 0 0,0 2 0 0,0-2 0 15,3 6 0-15,-3-1 0 0,0 5 0 0,3 3 0 0,-3-2 0 16,3 5 0-16,-3-3 0 0,0 2 0 0,-3 4 0 16,3-3 0-16,0 2 0 0,-3 0 0 15,0 1 0-15,0 2 0 0,3 0 0 16,-3 0 0-16,0 0 0 0,3 3 0 0,-3-3 8 0,0 3-8 0,0-1 0 15,0 4-22 1,0 2-7-16,0 0-2 0,0-6 0 0,0 6 49 0,3-2 10 0,-3 2 1 0,3-3 1 16,3 0-30-16,-3 1 0 0,2 2 0 0,4 0 0 15,0 0 0-15,3 0 0 0,0 0-12 0,0 0 12 16,3 0-25-16,-3 0 1 0,3 0 1 0,0-3 0 16,0 1-33-1,2-4-6-15,1-2-2 0</inkml:trace>
  <inkml:trace contextRef="#ctx0" brushRef="#br0" timeOffset="8253.394">13216 6398 1474 0,'0'0'31'0,"0"0"6"16,0 0-29-16,0 0-8 0,0 0 0 0,0 0 0 16,0 0 89-16,0 0 17 0,0 0 3 0,0 0 1 15,6 3-30-15,-3-1-7 0,2 1-1 0,4 0 0 16,-3-1-12-16,3 1-2 0,3 0-1 0,-3 2 0 16,3-3-13-16,0 1-2 0,-3 0-1 0,3 2 0 15,0 0-11-15,0-2-2 0,-1 2-1 0,1 1 0 16,3-1 11-16,0 0 2 0,0 0 1 0,3 1 0 15,-3 2-52-15,3 0-10 0,2 2-3 0,1 1 0 0,0-1 24 0,0 4 0 16,3 1 0-16,-3 1 0 16,2 3 0-16,-5-1 0 0,3 1 0 0,-3 2 8 15,0 3 10-15,0-3 2 0,0 3 0 0,-1 2 0 0,-2-2-20 0,3 0 0 16,0 0 0-16,3 2 0 16,-3 1 0-16,3 2 0 0,-1 0 0 0,1 3 0 15,-3 2 0-15,3 3 0 0,0 3 0 0,0 2 0 0,-4-5 0 16,1 0 0-16,0 0 0 0,-3 0 0 0,0 0 55 0,0 3 7 15,-3-3 2-15,0 5 0 0,-3-2-52 16,-3 0-12-16,2-3 0 0,-2 3 0 0,3-3 0 0,-6 0 0 0,3-3 0 16,-3 3 0-16,0 0 0 0,-3 3 0 0,3 0 0 0,-3-1 0 15,3 1 9-15,-3-3-1 0,0-3 0 0,0 3 0 16,0-2-8-16,-3-1 0 0,3-2 9 0,-3 5-9 16,0-3 8-16,0 1-8 0,0 2 8 0,0 0-8 15,0-3 0-15,0-2 0 0,0 0 0 0,0-3 0 16,-3 3-12-16,3-3-1 0,1 0 0 0,-4 3 0 15,3-3 25-15,-3 0 6 0,0 3 1 0,3-1 0 16,-3-2-19-16,3-2 0 0,-3 2 0 0,3 0 0 16,0-5 0-16,-3 2 0 0,0-2 0 0,3 0 0 15,-3-3 0-15,0 0 0 0,3 3 8 0,-3-3-8 16,0 3 9-16,0 0-1 0,3 2-8 0,-3-2 12 16,3 3-4-16,-3-4-8 0,3 1 11 0,-3 0-11 15,3 0 12-15,-2-6-4 0,2 4 0 0,-3-4-8 16,3-2 13-16,-3 0-4 0,0 0-1 0,0 0 0 15,0-3 0-15,0 0-8 0,3 0 12 0,-3-2-4 16,3 2-8-16,-3-2 8 0,0-1-8 0,0 1 8 0,3-1-8 16,-3 1 0-16,3-3 0 0,0 3 0 0,-3-3 0 0,3-3 0 0,0 3 8 0,0-3-8 15,3-5 0 1,0 0 0-16,0 0 0 0,0 0 8 16,0 0-58-16,0 0-12 0,-3-5-2 0,3-3-1 15,0 0-112-15,0-3-23 0,3-2-4 0</inkml:trace>
  <inkml:trace contextRef="#ctx0" brushRef="#br0" timeOffset="8706.633">13704 9264 2039 0,'0'0'42'0,"0"0"11"15,-3-3-42-15,3 3-11 0,-3-5 0 0,3 5 0 16,0 0 99-16,-3-6 17 0,3 6 4 0,0 0 1 16,0 0-37-16,0 0-7 0,0 0-1 0,0 0-1 15,0 0-28-15,0 0-6 0,0 0-1 0,0 0 0 16,0 0-15-16,0 0-3 0,3 8-1 0,0 0 0 0,0 0-12 0,0 3-9 0,3-3 12 0,-3 2-12 15,0 4 9-15,3-4-9 0,-3 3 0 0,0 1 9 16,2-4-9-16,-2 3 0 0,3-2 0 0,0 2 0 16,0-2 0-16,3 2 0 0,-3-2-8 15,3-1 8-15,-3 1 0 0,3-3 0 0,0 0 0 0,3 0 0 16,0-3 0-16,-3 0-9 16,3-2 9-16,0-3-10 0,2 0 10 15,1 0 0-15,0-3 0 0,3 1 0 0,0-6 8 16,0 2 6-16,0-2 2 0,2-2 0 0,-2 2 6 0,0-3 2 0,0 1 0 15,0-4 0-15,-3 4-10 0,0-3-2 0,0-1 0 0,-1 1 0 16,1 0-12-16,0 0 8 0,0-1-8 0,0 4 0 16,-3-3 0-16,3-1-18 0,0 1 2 0,-1 3 1 31,-2-4-117-31,0 4-24 0,0-3-5 0</inkml:trace>
  <inkml:trace contextRef="#ctx0" brushRef="#br0" timeOffset="12270.982">21770 10595 1720 0,'0'0'80'0,"0"0"-71"0,0 0-9 0,0 0 0 0,0 0 0 15,0 0 64-15,0 0 12 0,0 0 1 0,0 0 1 16,0 0-23-16,0 0-5 0,0 0-1 0,-3 8 0 16,0-1-17-16,0 4-3 0,0-3-1 0,0 3 0 15,3-1-8-15,-3 3-3 16,1 1 0-16,-1 4 0 0,0-2-8 0,3 5-1 0,-3-2-8 0,0 5 12 16,0-3-28-16,3 0-7 0,-3 3-1 0,0-1 0 15,0 1 24-15,0 3 0 0,-3-1 0 0,3 1 0 16,-3 2 0-16,0 0 0 0,0 0 0 0,0 3 0 15,0-3 19-15,0 3 8 0,0-3 1 0,0 0 1 16,0-3-46-16,0 1-10 0,0-6-1 16,0 3-1-16,0-6 52 0,3 1 10 0,-3-1 3 0,3-2 0 15,1-3-20-15,2 1-4 0,-3-1-1 0,3-3 0 16,0 1-3-16,0-3 0 0,0 0 0 0,0 0 0 16,3-3 3-16,-3 3 0 0,0-8 0 0,2 5 0 15,-2-5-11-15,6 3 0 0,-3-3 0 0,3 3 0 16,0-1 37-16,3-2 12 0,-3 0 3 0,3 0 0 15,0 0-32-15,3 0-7 0,-3-2-1 0,3 2 0 16,0 0-12-16,0 0 9 0,0 0-9 0,-1 0 8 0,1 0-8 0,0-3 0 16,0 3 0-16,0 0 8 0,0 0-8 0,3-3 0 15,-3 3-12-15,6-2 12 0,-3 2 0 0,2-3 0 16,4 3 0-16,0 0 0 0,0 0 0 16,6 0 10-16,-1 0 1 0,1 0 0 0,0 0-11 15,0 0 0-15,0 0 0 0,-1-3 0 16,1 3 0-16,0-2-16 0,0-1 4 0,0 3 1 0,-1-3 11 15,4 1 0-15,0 2 0 0,3-3 0 0,-1 3 0 16,1 0 16-16,3 0-4 0,-3 0-1 0,-4 0-11 0,1-2 0 0,-3-1 0 0,3 3 0 16,-1-3 0-16,1 1-16 0,6-4 4 15,-3 6 1-15,2-2 11 0,1 2 0 0,-3 0 0 16,3 0 0-16,-7-3 0 0,1 3 0 0,-6-3 0 16,3 1 0-16,-1-1 28 0,1-2 7 15,-3 2 1-15,6-2 1 0,-3 2-8 0,-4-2-1 0,7 2-1 0,-3 3 0 16,0-2-27-16,0-1 0 0,-4 0 0 0,1 3 0 15,-3-2 0-15,0 2 0 0,-3-3 0 0,0 0 0 16,-1 1 0-16,-2 2 0 0,0-3 0 0,3 0 0 16,0 1 0-16,-3 2 0 0,3-3 0 0,0 3 0 15,-1-2 0-15,1 2-14 0,3-3 2 0,-3 3 0 16,0 0 12-16,0 3 0 0,3-3 0 0,-4 2 0 16,1-2 0-16,-3 0 0 0,0 3 0 0,0-1 0 15,0-2 0-15,0 3 0 0,-3-3 0 0,-4 0 0 16,4 3 0-16,-3-3 0 0,3 0 0 0,-3 0 0 15,0 0 0-15,0 0 0 0,3 0 0 0,-3 0 0 16,0 0 0-16,3 0 0 0,-3-3 0 0,0 3 0 16,-1 0 0-16,1-3 0 0,3 3 0 0,-3-2 0 15,0 2 0-15,0 0 0 0,0 0 0 0,0 0 0 16,0 0 0-16,-3 0 0 0,0 0 0 0,3 0 0 16,-3-3 8-16,0 3-8 0,0 0 0 0,0-2 0 0,-3-1 0 15,-3 3 0-15,5 0 0 0,-5 0 0 0,6 0 0 0,-6 0 0 0,3-3 8 16,-3 3-8-16,0 0 0 0,0 0 0 0,6 0 0 0,-6 0 0 15,0 0 8-15,0 0-8 0,0 0 0 0,0 0 0 16,0 0 0-16,0 0 10 0,3-5-10 0,-3 2 8 16,0 3-8-16,0-5 0 0,0 0 9 0,-3-1-9 15,0 1 0-15,3 0 0 0,-3 0 0 0,0-1 8 16,0-2-8-16,3 3 0 0,-3-3 8 0,1-3-8 16,-1 4 0-1,0-4 0-15,3-2 0 0,-3-1 0 0,3 1 9 0,0-3-9 0,0-2 12 0,0-1-12 16,0-2 15-16,0 0-4 0,0 0-1 0,3 0 0 15,0 0 0-15,0-1 0 0,-1 4 0 0,1-3 0 16,0 2-10-16,0 1 10 0,3-4-10 0,-3 1 10 16,3 0-10-16,-3 0 0 0,3-3 9 0,0-2-9 15,0 2 0-15,-3-3 9 0,3 1-9 0,0 2 0 16,-3 0 8-16,3 3-8 0,0-3 0 0,-3 6 0 16,3-1 0-16,-3 3 10 0,3 1-10 0,-3 1 8 15,0 1-8-15,0 2 0 0,0-2 9 0,0 3-9 16,-3-4 8-16,0 4-8 0,0-1 10 0,0-2-10 15,-3 2 9-15,3 4-9 0,-3-1 8 0,3 0-8 16,-3 0 8-16,0 0-8 0,0-3 0 0,0 6 8 16,-3-3-8-16,3 3 0 0,0-3 9 0,-3 2-9 0,0 1 0 0,3 0 0 15,-3 0 0-15,-3-1 8 0,3 1-8 0,-3 0 0 16,0-1 0-16,0 1 8 16,0 2-8-16,-2 1 0 0,2-1 0 0,-3 0 0 15,-3 1 0-15,3-1 0 0,-3 1 0 0,0 2 0 16,0-3 0-16,0 3 0 0,-2 0 0 0,2 0 0 0,0 0 0 15,3 3 0-15,-3-3 0 0,0 0 0 0,0 0 0 0,0 0 0 0,-3 0 0 0,1 0 0 16,-7 2 0-16,3-2 0 0,-3 0 0 0,-3 0 0 16,1 0 0-16,-1 3 0 0,3-1 0 0,-3-2 0 15,3 3 0-15,1 0 0 0,2-1 0 0,0-2 0 16,0 3 0-16,3-3 0 0,-3 0 0 0,3 3 0 16,1-1 0-16,-4-2 0 0,0 0 0 0,-3 3 0 15,0 0 0-15,0-1 0 0,1-2 0 0,-4 3 0 16,3-3 0-16,0 3-10 0,3-3 10 0,-2 0-10 15,2 0 10-15,3 0 0 0,-3 0 0 0,3 0 0 16,-3 0 0-16,1-3 0 0,-4 3 0 0,0-3 0 16,-3 3 0-16,0 0 0 0,-2 0 0 0,-4 0 0 15,3 0 0-15,0 0 0 0,4 3 0 0,-4-3 0 16,3 3 0-16,3-3 0 0,0 0 0 0,1 2 0 16,2-2 0-16,-3 0 8 0,0 0-8 0,-3 3 11 15,3-3-11-15,1 3 0 0,-4-3 0 0,0 0 0 16,3 2 0-16,0-2 0 0,1 3 0 0,2-1 0 15,0-2 0-15,3 0 0 0,0 3 0 0,0-3 0 16,3 0 0-16,4 3 0 0,-4-3 0 0,0 0 0 16,3 2 0-16,-3-2 0 0,3 0 0 0,-3 3 0 15,3-3 0-15,-3 3 0 0,1-3 0 0,-1 0 0 16,0 2 0-16,0-2 0 0,0 3 0 0,0 0 0 0,0-1 0 16,3 1 0-16,-3 0 0 0,4-3 0 15,-1 2 0-15,3 1-9 0,-3 0 9 0,0-3-10 0,3 2 10 0,3 1 0 16,-3-1 8-16,0-2-8 0,3 3 0 0,0 0 0 0,-3-1 0 0,3 1 0 15,0 0 0-15,0-3 0 0,6 0 0 0,-8 2 0 16,2 1 0-16,3 0 0 0,3-3 0 16,-9 2 0-16,6 1 0 0,3-3 0 0,-6 3 0 0,0-1 0 15,6-2 0-15,-6 3 0 0,0 0 0 0,6-3 0 16,-6 2 0-16,6-2 0 16,-6 3 0-16,6-3 0 0,-6 2 0 0,6-2 0 15,0 0 0-15,-6 3 0 0,6-3 0 0,-6 3 0 0,6-3 0 0,-6 0 0 16,6 0 0-16,-6 2 0 0,6-2 0 0,-6 3 0 15,6-3 0-15,-3 5 0 0,3-5 0 0,-3 6 0 16,3-6 0-16,-3 5 0 0,3 3 0 0,-3-3-8 16,3 0 8-16,0 1 0 0,-3-1 0 0,3 0 0 15,0 1 0-15,-3 2 0 0,3-3 0 0,0 3 0 16,-3 0 0-16,3 0 0 0,-3 0 0 0,0 0 0 16,1 2 0-16,-1 1 0 0,0-1 0 0,0 3 0 15,3-2-9-15,-3 2-3 0,0 1-1 0,0-1 0 16,0 3-97-16,0 0-19 0,3-3-4 0</inkml:trace>
  <inkml:trace contextRef="#ctx0" brushRef="#br0" timeOffset="16121.831">20187 11888 855 0,'0'0'36'0,"0"0"-36"31,0 0 57-31,0 0 5 0,0 0 1 0,0 0 0 0,3-2 1 0,-3 2 0 0,6 0 0 0,-6 0 0 16,3-3-14-16,-3 3-2 0,6-2-1 0,-3 2 0 15,-3 0-24-15,6 0-5 0,0 0-1 0,-1 0 0 16,1 0 16-16,0-3 3 0,0 3 1 0,0 0 0 15,3 0-15-15,-3-3-3 0,3 3-1 0,0-2 0 16,0 2-18-16,3 0 0 0,0-3 0 0,0 0 0 16,3 3 0-16,-1-2 0 0,1 2 8 0,6 0-8 15,-3-3 0-15,3 3 10 0,0 0-10 0,0-3 8 16,2 1 0-16,-5 2-8 0,3-3 12 0,0 0-4 16,-3 1-8-16,0-1 0 0,-1 0 0 0,1 1-11 15,0-3 11-15,0 2 0 0,0 0 0 0,3 1 0 16,-3-1 9-16,-1 3 4 0,1-3 1 0,0 3 0 15,-3-2-22-15,0 2-5 0,0 0-1 0,-3 0 0 16,-3 0 41-16,3 0 8 0,-1 0 1 0,-2 0 1 16,-3 0-12-16,3 2-2 0,-3-2-1 0,0 3 0 15,0 0-14-15,0-3-8 0,0 2 10 0,0 1-10 16,0-3 36-16,-3 3 2 0,3-3 0 0,-3 2 0 16,3 1-15-16,-3-3-3 0,3 2-1 0,-3 1 0 15,0 0-10-15,3-3-1 0,-3 2-8 0,-3-2 12 16,3 3 20-16,-3-3 4 0,3 3 1 0,0-1 0 15,-3-2-13-15,3 3-2 0,0 0-1 0,0 2 0 0,-3-5-12 16,2 5-9-16,-2 1 12 0,3-1-12 0,0 0 0 0,0 0 0 16,-3 1 0-16,3-1 0 0,-3 3 36 0,0-3 1 0,3 3 0 0,-3 0 0 15,0 0-21-15,3-3-5 0,-3 3-1 0,0 0 0 16,3 0 3-16,-3 3 1 16,3-3 0-16,-3 2 0 0,0-2-14 0,0 3 8 15,0-1-8-15,0 1 0 0,0 2 18 0,0-2-2 0,3-1-1 0,-3 1 0 16,0 2-15-16,0 0 0 15,0 1 8-15,-3 1-8 0,3-4-11 0,0 5-5 0,0-3 0 0,-3 3-1 16,3-3 31-16,-3 3 6 0,0 3 2 0,3-3 0 16,-3 2-22-16,3 1 8 0,-3-1-8 0,3 3 0 15,-3 0-15-15,3-2-7 0,-3 5-2 0,0-6 0 16,3 1 39-16,-2-1 7 0,2 1 2 0,0-3 0 16,-3 2-24-16,3-2 0 0,0 0 0 0,0 0 0 15,-3 0 0-15,3-3 0 0,-3 3 0 0,0-3 0 16,3 0-15-16,0 1-7 0,-3-1-2 0,3 0 0 15,0-2 39-15,-3 2 7 0,3-3 2 0,0 4 0 16,0-4-16-16,0 1-8 0,0-1 8 0,0 1-8 16,0-3 0-16,0 0 0 0,0 0 0 0,0 0-8 15,0-3 8-15,0 0 0 0,0 1 0 0,-3-1 0 16,3 0 0-16,0-5 0 0,0 6 0 0,0-6 0 16,0 5 0-16,0-5 0 0,0 0 0 0,-3 5 0 15,3-2 0-15,0-3 0 0,-3 5 0 0,0 0 8 16,0 1-8-16,0-4 0 0,-3 4 0 0,3-4 8 15,-3 1-8-15,0-1 0 0,0 1 0 0,0 2 0 16,0 1 0-16,-3-4 9 0,0 4-9 0,0-4 0 16,-3 4 8-16,3-4-8 0,-2 4 0 0,-1-4 0 15,0 3 0-15,-3-2 0 0,0 0 8 0,0-1-8 0,-3 1 0 0,3 0 0 16,-3-1 8-16,4 1-8 0,-4 0 0 0,0-3 8 0,0 0-8 16,0 2 0-16,3-2 8 0,-3 0-8 0,1 3 0 15,-4 0 0-15,0-3 16 0,-3 2-4 0,0 1-1 0,-3 0 0 16,1-3-1-16,-1 5 0 0,0-5 0 0,0 2 0 15,4-2 0-15,-1 3 0 0,0-3 0 16,3 3 0-16,3-3 2 0,0 0 1 0,3 0 0 0,1 2 0 16,-1-2-13-16,3 0 11 0,-3 3-11 0,0-3 10 15,3 3-10-15,-3-3 10 0,3 2-10 0,0 1 10 16,-2 0-10-16,2-3 0 0,0 0 9 16,3 2-9-16,-3 1 0 0,3 0 0 0,0-3 0 15,0 2 0-15,3 1 0 0,0-1 0 0,0-2 0 0,0 6 0 16,6-6 0-16,-3 2 0 0,3-2 0 0,-3 3 0 15,3-3 0-15,0 0 0 0,0 0 0 0,0 0 8 16,0 0-36-16,0 0-8 0,0 0 0 0,0 0-1 16,0 0 50-16,0 0 11 0,0 0 1 0,0 0 1 15,0 0-26-15,0 0 0 0,3 3 0 0,-3-3 0 16,0 0 0-16,6 2-9 0,-6-2 9 0,6-2 0 16,0 2 0-16,-3-6-8 0,3 4 8 0,0-4 0 15,-3 1 0-15,3-3-8 0,0 0 8 0,0 0 0 16,-3-2 0-16,3-3-8 0,0-1 8 0,0-2 0 0,-3-5 0 15,3 0 0-15,0-5 0 0,0-3 0 16,-1 2 0-16,1-2 0 0,3-3 0 0,-3 3 0 0,0-3 0 16,0 6 0-16,0-3 0 0,0 2 0 0,0-2 0 0,-3 3 0 15,0-3 0-15,-3 0 0 0,3-1 0 0,0 1 11 0,-3-2-11 16,3 2 10 0,-3 2-10-16,3 3 0 0,-3 0 0 0,0 3 0 15,0 0 8-15,0 3-8 0,-3-1 0 0,3 3 8 16,-3 0-8-16,0 0 0 0,-3 1 9 0,3 1-9 0,-3-2 0 15,0 3 0-15,0 0 0 0,0 2 8 0,0-2-8 0,0 3 0 0,0-1 0 16,0 0 0-16,1 1 0 0,-1 2 8 0,3 0-8 0,0 0 0 16,-3 3 0-16,3-3 0 0,0 2 0 0,0 4 0 15,0-3 0-15,0 2 0 0,0 0 0 0,0-2 0 16,3 5 0-16,0 0 0 0,-3-3 0 0,3 3 0 16,-3-2-22-16,3 2-9 15,0 0-1-15,0 0-1 0,-3-3 51 0,3 3 10 0,0 0 3 0,0 0 0 16,0-3-31-16,0 3 0 0,0 0 0 0,-3-5 0 15,3 5 0-15,0 0 0 0,0 0 0 0,0-3 0 16,0 3 0-16,0-2 0 0,0 2 0 0,0-3 0 16,0 3-24-16,3-2-4 0,0-1 0 0,0-2-1 15,0 2 45-15,3 0 10 0,0 1 2 0,0-1 0 16,3-2-28-16,-3 2 0 0,2-2 0 0,4 2-11 16,-3-2-25-1,3-3-6-15,0 3-1 0,3-3 0 0,3-6-154 0,-3 1-31 0</inkml:trace>
  <inkml:trace contextRef="#ctx0" brushRef="#br0" timeOffset="18981.5">9382 7295 2310 0,'3'8'97'0,"3"-3"-77"15,0 3-68-15,5 0-12 16,1-3-4-16,6 3 0 0,0 0 64 0,3-2 15 0,3-1 1 0,0 0 1 31,2 3-17-31,-2-3 0 0,6 1 0 0,-3-4-9 0,3 4-3 0,-1-6-1 0,4 2 0 0,3-2 0 16,2 0 22-16,1 3 5 0,6-3 1 0,2 0 0 15,1 0-15-15,0-3 8 0,-1 1-8 0,10-1 0 16,-1 0 0-16,4 1 0 0,5-4 0 0,7 4 0 16,-4-1-8-16,4-2-8 0,5 0-2 0,6-3 0 15,-2 0 18-15,-1 2 0 0,4-2 0 0,11-2 0 16,-6-1 14-16,3 3 6 0,4-5 2 0,14 2 0 16,-12-2-14-16,6 0-8 0,3 0 8 0,18-6-8 15,-17 3 15-15,5-2-2 0,3-1 0 0,18-4 0 16,-18 4 0-16,6-5 0 0,3 3 0 0,21-5 0 15,-18 4-1-15,3 4 0 0,6-3 0 0,17 0 0 16,-20 2-12-16,3 1 0 0,0 2 0 0,24-6 0 16,-24 4 14-16,3-1 0 0,6-2 0 0,20-3 0 15,-26 3 2-15,3 0 1 0,0-3 0 0,30 0 0 16,-31 1-1-16,7 1 0 0,0 1 0 0,27-5 0 16,-30 7-6-16,2-2-2 0,1 5 0 0,24-5 0 15,-30 8-8-15,6-3 0 0,-1 3 9 0,25-3-9 16,-30 3 12-16,-3 2-1 0,0-2-1 0,26-3 0 15,-29 5-10-15,3 1 0 0,0-1 0 0,18 1-11 0,-21 2 39 0,-3 0 7 16,0 0 1-16,18 0 1 0,-24 3-8 0,-3 2-1 16,0-2-1-16,14 5 0 0,-19-3-27 0,-1 3 0 0,3 3 0 15,12-3 0-15,-21 5 0 0,0-2 0 0,0 2 0 16,12 0-11-16,-21 3 11 0,0 0 0 0,0 0 0 0,7 3 8 16,-16-3-8-16,-3 5 0 15,3-3 8-15,4 6-8 0,-16-3 0 0,0 1 0 0,1 2 0 16,2 2 0-16,-9-2 0 0,-2 5 0 0,-1 0 0 0,1 6 0 15,-7-3 0-15,-5 2 11 0,-1 3-11 0,4 6 12 16,-13-6-12-16,4 0 0 0,-7 0-12 0,4 3 12 16,-6-6 0-16,-4 3 0 0,-2-2 0 0,-1 7 0 15,-2-2 0-15,-3 5 0 0,0 0 0 0,-1 5 0 16,-5-2 0-16,-3-3 0 0,-3 3 0 0,3-1 0 16,-10 1 12-16,1 0 9 0,0-1 3 0,0 4 0 15,-3-4-12-15,-3 6-3 0,3-2 0 0,-3 2 0 16,-1-6-9-16,-2 1 0 0,0-3 9 0,0 3-9 15,0 0 0-15,0 2 8 0,0 5-8 0,-3-2 0 16,3-5 12-16,-3 2-3 0,0-4 0 0,0 4 0 16,0-5-9-16,0 3 12 0,-3 2-12 0,3 0 12 15,-3-2-1-15,3 2 0 0,-4-2 0 0,1 0 0 16,3-3-11-16,-3-3 0 0,0-5 0 0,0 6 0 16,3-1 0-16,-3 0 0 0,0 3 0 0,0 1 0 15,0-4 0-15,3-2 0 0,-3-1 0 0,0 1 0 16,0-5 0-16,0-1 0 0,0-2 0 0,0 0 0 0,3-3 0 15,-3-3 0-15,0 4 0 0,3-4 0 0,-3 3 0 0,0-2 0 16,3-1 0-16,-3 1 0 0,3-1 0 0,-3-2 0 0,0 0 0 16,0 3 0-16,0-6 0 0,0 0 0 0,0-2 0 0,0-1 0 31,0 1-49-31,0-1-12 0,-1-2-3 0,1 0 0 16,0-2-88-16,0-1-19 0,0 0-3 0</inkml:trace>
  <inkml:trace contextRef="#ctx0" brushRef="#br0" timeOffset="19579.293">22538 9007 1876 0,'0'0'39'0,"0"0"9"16,0 0-38-16,0 0-10 0,0 0 0 0,0 0 0 0,0 0 23 0,0 0 2 0,0 0 1 0,0 0 0 15,3 5 26-15,0 1 6 0,3-4 1 0,0 4 0 16,-3-1-21-16,3 0-4 0,0 0-1 0,0 1 0 15,-3-1-12-15,3 3-2 0,0 0-1 0,-3 2 0 16,3-2 0-16,-3 3 0 0,0 0 0 0,3 2 0 16,-3-3 5-16,3 4 1 0,-3-1 0 0,3 0 0 15,0 0-24-15,2-2 0 0,-2 2 0 0,3-2 0 16,0-1 16-16,0-2 3 0,3 3 0 0,0-3 0 16,3 0 21-16,-3-6 5 0,3 4 1 0,-3-4 0 15,2 1-37-15,4 0-9 0,-3-3 0 0,3-3 0 16,-3 0 53-16,0 1 9 0,3-4 2 0,-3-2 0 15,2 0-45-15,4-2-9 0,-3-3-2 0,3-3 0 16,-3 0-8-16,3-3 8 0,0 1-8 0,-1-3 8 16,4-3-8-16,3 0-17 0,0 0 4 0,3 0 1 15,-1 3-105-15,1 0-21 0,0 0-4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4:44.8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19321 2860 972 0,'0'0'41'0,"0"0"-33"16,0 0 46-16,3 0 9 0,3 0 1 0,-3 0 1 15,-1 0-3-15,4 0-1 0,0 0 0 0,-3 6 0 16,3-6-16-16,0 0-3 0,-3 0-1 0,3 0 0 16,0 0-41-16,0 0 0 0,0 0-8 0,3 0 8 15,0 0 22-15,0 0 12 0,3 0 2 0,0 0 1 16,0 0-18-16,2-6-4 0,1 6-1 0,3 0 0 16,-3-2 4-16,6 2 1 0,-3 0 0 0,0 0 0 15,2 0-7-15,-2 0-2 0,0-6 0 0,3 6 0 16,-6 0-10-16,3 0 12 0,-3 0-12 0,-3 0 12 15,-1 0-1-15,1 0 0 0,-3-2 0 0,0 2 0 0,-3 0 5 0,3 0 0 16,-3 0 1-16,-3 0 0 0,3 0 4 0,-3 0 1 16,3 0 0-16,-3 0 0 15,-3 0-3-15,3 0-1 0,3 0 0 0,-3-3 0 0,-3 3 1 16,6 0 0-16,0 0 0 0,-6 0 0 0,3 0-2 0,-3 0 0 0,6 0 0 0,-6 0 0 16,6 3 5-16,0-3 1 0,-3 0 0 0,-3 0 0 15,5 0-3-15,-5 0-1 0,6 2 0 16,-6-2 0-16,3 6-6 0,-3-6-1 0,3 8 0 0,-3-8 0 15,3 2-3-15,0 4-1 0,-3-6 0 0,3 7 0 16,0-4-8-16,-3 8 12 0,3-9-12 16,0 6 12-16,-3-2-4 0,3 2-8 0,0-3 12 0,-3 5-4 15,3-2-8-15,-3 0 0 0,3 3 0 0,0-1 0 16,-3 4 8-16,3-6-8 0,0 5 8 0,0-3-8 16,-3 4 0-16,3 2 0 0,0-3 8 0,0 0-8 15,0 3 0-15,0-3 0 0,0 3 0 0,0-3 8 16,0 3-8-16,0 0 0 0,3 0 0 0,-3 0 0 15,0 2 0-15,0-2 0 0,0 0 0 0,-3 5 0 16,3-5 0-16,0 5 0 0,0 0 0 0,-3 1 0 16,3 1 0-16,0-1 0 0,0-1 0 0,-3 3 0 15,3-6 0-15,0 1 0 0,0-4 0 0,-1 7 0 16,1-12 0-16,0 9 0 0,0-9 0 0,0 1 0 16,-3 5-9-16,3-8-7 0,-3 0-2 0,3 0 0 15,0-1 18-15,-3 1 0 0,3-2 0 0,-3-1 0 16,0-5 0-16,0 5 0 0,0-5 0 0,0 0 0 15,0 0 0-15,0 6 0 0,0-6 0 0,0 0 0 16,0 0 48-16,0 0 12 0,0 0 4 0,-3 5 0 0,3-5-52 16,-3 8-12-16,3-8 0 0,-6 0 0 15,0 2 0-15,-2 1 0 0,2-3 0 0,-3 3 0 0,0-1-13 16,0-2-6-16,0 3-1 0,-3 0 0 0,0 2 32 0,0-5 7 0,-3 8 1 16,3-5 0-16,-3 2-20 0,1 0 0 0,2 0 0 15,-3 1 0-15,0-1 0 0,-3 3 0 0,3-5 0 0,-3 2 0 16,0 0 0-16,1 1 0 0,-1-1 0 0,0 0 0 15,0-2 0-15,0 2 0 0,3 0 0 0,0 1 0 16,0-1 8-16,4 0-8 0,2-2 0 0,0 2 0 16,0 3 8-16,3-8-8 0,0 5 0 15,0-2 0-15,0 2 0 0,0-2 0 16,6-3 0-16,-3 5 0 0,3-5 0 0,-3 8 0 0,3-8 0 16,0 0 0-16,-3 3 0 0,3-3 0 0,0 0 0 0,0 0 0 15,0 0 0-15,0 0 0 0,0 0 0 0,0 0 0 16,0 0 0-16,0 0 0 0,0 0 0 0,0 0 0 15,0 0 0-15,0 0 0 0,0 0 0 0,0 0 0 16,0 0 0-16,0 0 8 0,0 0-8 0,0 0 0 16,-3-3 12-16,0-2-12 0,-3 2 12 0,3-5-12 15,0 0 14-15,0 3-4 0,0-3-1 0,0-8 0 16,-3 6 0-16,3-1 0 0,0-5 0 0,-3 3 0 16,3-3 1-16,-2 3 0 0,-1-3 0 0,3-3 0 15,-3 4 1-15,0-4 0 0,3 1 0 0,-3-4 0 16,0 1 2-16,3-3 1 0,-3 1 0 0,3-4 0 15,-3 1-2-15,3-1-1 0,0-2 0 0,0 3 0 0,0 4 1 0,3-4 1 0,-3 2 0 0,3 3 0 16,-3 0-1-16,3 2 0 0,0 1 0 16,-3-1 0-16,3 1 0 0,0 2-1 15,0 0 0-15,-3-2 0 0,0-1 1 0,3 3 1 16,-3-2 0-16,3 2 0 0,-3 0-3 0,3 0-1 0,-3-3 0 0,3 9 0 16,-3-9-9-16,3 9 0 0,-3-6 9 0,0 3-9 15,3 5 0-15,-3-6 0 0,0 7 0 0,3-1 8 16,-3 0-8-16,3 2 0 0,-3 4 0 0,3-9 0 15,-3 8 0-15,3 3-10 0,0 0 10 0,0 0-10 32,0 0-21-32,0 0-4 0,0 0-1 0,0 0 0 0,6 0-124 15,0-5-24-15,0 10-6 0,3-10-952 0</inkml:trace>
  <inkml:trace contextRef="#ctx0" brushRef="#br0" timeOffset="1256.161">20788 2921 1116 0,'0'0'24'0,"-6"-2"6"0,3 2 1 0,3 0 0 0,-3-6-31 0,3 6 0 0,0 0 0 0,-6-2 0 0,6 2 82 0,0 0 10 16,0 0 3-16,0 0 0 0,0-8-17 0,0 8-3 15,0 0-1-15,3 0 0 0,0-8-25 0,3 8-5 16,3-6 0-16,0 4-1 16,3 2-11-16,0-3-1 0,0 3-1 0,3 0 0 15,-1-3-13-15,4 3-2 0,0 0-1 0,3 0 0 0,0 0-6 16,0 0 0-16,-3 0-8 0,2 0 12 0,-2-5-4 0,3 3 0 16,0 2-8-16,0-6 12 0,0 4-2 0,2 2-1 15,1-6 0-15,0 6 0 0,-3-2-1 0,0 2 0 16,0 0 0-16,-1-6 0 0,-2 6 8 0,-3-2 2 15,0 2 0-15,0 0 0 0,0 0 5 0,-6 0 1 16,3 0 0-16,-3 0 0 0,-4 0 0 0,4 2 0 0,-3-2 0 16,0 6 0-16,-3-6-12 0,-3 0-3 15,6 0 0-15,-6 0 0 0,3 2-9 0,3 4 0 0,-3-4 0 16,-3-2 0-16,3 6 53 0,0-4 9 0,0 6 2 0,0 3 0 16,0-3-52-16,-3 0-12 0,3 0 0 0,0 5 0 15,0-3 0-15,-3 4 0 0,3 1 0 16,0 4 0-1,-3 5-19-15,3-3-6 0,0 3-2 0,0 0 0 0,0 2 27 0,0-5 0 0,0 6 0 0,0-1 0 16,0-5 21-16,0 3 3 0,0 0 1 0,0 2 0 31,0 1-41-31,0-1-8 0,0 3-1 0,0 1-1 0,3-7 26 0,-3 6 0 0,2-5 0 0,-2 3 0 16,0-9 0-16,0 1 0 0,0-1 0 0,0 1 0 16,0-3 0-16,-3-6 0 0,3 3 8 0,-3-2-8 15,0-3 0-15,-3 3 0 0,3-6 0 0,-3 3 0 16,0-3 21-16,0 0 0 0,3-5 0 0,-6 3 0 15,0 5-21-15,1-8 0 0,-1 0 0 0,0 3-8 16,0-3 8-16,0 0 0 0,0 0 8 0,-3 0-8 16,3 0 13-16,-3 0-1 0,0 0-1 0,-3-3 0 15,0 3-11-15,-3 0 0 0,-3 0 9 0,1 0-9 16,-1 0 0-16,-6 3 8 0,0-3-8 0,0 5 0 0,-2-2-8 0,-1 2-7 16,0-2-1-16,3-1 0 0,0 6 16 15,1 0 0-15,2 0 0 0,0-5 0 0,3 5 12 16,0 0 6-16,3-3 1 0,-3 3 0 0,3-3-19 0,4 0 0 15,-1 1 0-15,0-1 0 0,3 0 0 0,0 3 0 16,3-5 0-16,0 2 0 0,0-2 0 16,6-3 0-16,0 0 0 0,0 0 0 0,0 5 0 0,0-5 0 15,0 0 0-15,0 5 0 0,0-5 0 0,0 0 0 16,3 8 0-16,-3-8 0 0,6 0 0 0,0 0 0 16,-3 0 0-16,-3 0 0 0,6-5 0 0,-3 0 0 0,0-1 0 0,0 1 0 15,0 0 0-15,0-3 0 0,-3-3 9 0,0 1-9 16,0-1 9-16,0-2-9 0,-3 0 8 0,0-3-8 15,0 0 8-15,0 0-8 0,-3-5 8 0,0-3-8 16,0 3 13-16,-3-8-2 0,3 0-1 0,-6-3 0 16,3-3 1-16,0 1 0 0,0 0 0 0,0-1 0 15,1 4 1-15,-1 4 0 0,-3 3 0 0,3-5 0 16,3 5-12-16,-3 3 0 0,3-5 0 0,-3 7 0 16,3-7 0-16,3 5 0 0,-3 2 0 0,3-2 0 15,3-3 33-15,-3 6 2 0,3-1 0 0,0 6 0 16,0-6-27-16,0 9-8 0,3-4 0 0,0 4 0 0,0 2 0 15,0 3 0-15,0-3 0 0,3 0 0 0,3 0-14 0,0 5-3 16,3 1-1-16,0-4 0 16,3 4-105-16,2 2-21 0,1 0-4 15,3 0-1010-15</inkml:trace>
  <inkml:trace contextRef="#ctx0" brushRef="#br0" timeOffset="2584.813">19389 4461 1256 0,'0'0'28'0,"0"0"5"0,0 0 2 0,-6-2 0 0,6 2-35 0,0 0 0 0,-3-3 0 0,3 3 0 15,0-3 79-15,0 3 9 0,3-8 1 0,0 3 1 16,3 2-21-16,0-2-4 0,0 2-1 0,3 1 0 15,0-4-19-15,3 4-4 0,0-1-1 0,0 3 0 0,2-5-9 16,4 0-3-16,0 2 0 0,6 0 0 16,0 3-13-16,0-2-3 0,2 2-1 0,4 0 0 15,0 0-11-15,-3 0 8 0,-1 0-8 0,1 0 8 16,-3 2 12-16,-6-2 1 0,0 0 1 0,-3 3 0 0,0 0-22 16,-1-1 0-16,-2 1 0 0,-3 2 0 0,0-2 0 0,0 2 0 15,-3-2 0-15,0 2 0 0,0 0 56 0,-3 3 6 16,0 0 2-16,0-5 0 0,0 5-52 0,-3 0-12 15,0 2 0-15,0-2 0 0,0 0 0 0,0 3 0 16,-3 2 0-16,3 3 0 0,0 2 0 0,0 1 0 16,-3 2 0-16,3 6 0 0,0-6 0 0,0 5 0 15,0 1 0-15,0-6 0 0,0 3 0 0,0-1 0 16,0 1 0-16,0-3 0 0,0 1 0 0,0-4 0 0,0 1 0 0,0-1 0 16,3 1 0-16,-3-1 0 0,0 1 0 15,3-1 0-15,-3 1 0 0,0-1 0 0,3-2 0 16,-3 3 0-16,3-1 15 0,0-7 0 0,-3 7 0 0,3-7 0 15,-3-1-24-15,3 1-5 0,-3 0-1 0,0-3 0 16,0-3 15-16,0 3 0 0,0-6 0 16,0-2 0-16,-3 8 0 0,3-8 0 0,-3 3 0 0,-3 0 0 15,6-3 0-15,-6 5 0 0,0-5 0 16,0 3 0-16,0-3 48 0,-3 2 13 0,3-2 3 0,-3 0 0 16,0 0-64-16,0 0-15 0,0 3-1 0,-2-3-1 15,-1 3 17-15,0-3 0 0,-3 5 8 0,-3-2-8 16,0-1 8-16,-3 3-8 0,0-2 0 0,-2 2 9 15,2 1-9-15,-3-1 0 0,0-2 9 0,0 2-9 16,4 0 9-16,-1 0-9 0,0 1 12 0,3-1-12 16,0 0 0-16,3 1 0 0,0-4 0 0,3 4 0 15,1-4 0-15,-1 1 0 0,3 0 0 0,0-1 0 16,0-2 37-16,3 0 1 0,0 0 0 0,6 0 0 16,-6-2-22-16,0-1-4 0,0 0 0 0,3 1-1 0,-3-9-2 0,3 3 0 15,0 0 0-15,0-2 0 0,0-1-9 16,0-5 8-16,0 0-8 0,3-5 8 0,0-3-8 0,0-2 8 15,0-1-8-15,0-2 8 0,3-3-8 0,-3 1 0 16,3 2 0-16,0-3 0 0,-3 0 0 16,3 3 0-16,0 0 12 0,-3-6-4 0,3 4-8 0,-3-1-9 15,3 0 9-15,-3 0-13 0,3 3 13 0,0 6 0 16,0-1 0-16,0 3 0 0,0 5 0 0,0 0 0 0,0 0 0 16,0 5 0-16,0 1 0 0,3-1 0 15,-3 3 0-15,3 0 0 0,0 0 0 0,3 3-11 0,-3 0 11 0,3 0-10 31,3-1-98-31,-1 1-19 0,4 2-4 0,3 3-637 0,3 0-128 0</inkml:trace>
  <inkml:trace contextRef="#ctx0" brushRef="#br0" timeOffset="3628.517">20916 4490 1382 0,'0'0'30'0,"0"0"6"0,0 0 2 0,0 0 2 0,-6 0-32 0,6 0-8 0,0 0 0 0,0 0 0 15,0 0 61-15,0 0 11 0,0 0 3 0,0 0 0 16,0 0-34-16,0 0-6 0,0 0-2 0,0 0 0 15,6-5-4-15,0 5-1 0,3 0 0 0,3 0 0 16,0 0-7-16,0-3-1 0,3 3-1 0,-1 0 0 16,4 0-10-16,-3-5-1 0,3 2-8 0,3 1 12 15,0-4-12-15,3 6 0 0,-1-2 0 0,4-1 0 16,0 1 8-16,0-1 6 0,-1 3 1 0,1-3 0 16,-3 3 27-16,-3 0 6 0,0 0 0 0,-3 0 1 15,-1 0-39-15,-5 0-10 0,0 0 0 0,-3 0 0 16,-3 3 0-16,0-3 0 0,0 3 0 0,0-1 0 15,-6-2 53-15,3 5 9 0,3-2 2 0,-3 2 0 16,0 3-64-16,-3 0 0 0,3-5-9 0,-3 5 0 16,3 2 9-16,-3 1 11 0,3 0-3 0,-3 2 0 15,3 0-8-15,-3 3 0 0,3 2 0 0,-3 1 0 16,3 2 0-16,0 6 0 0,-3-9 0 0,3 6 0 0,0-3 0 0,0 3 0 16,0 0 0-16,0-3 0 0,0 0 0 0,-3 3 0 15,3-8 0-15,-3 5 0 0,3-5 0 16,-3 5 0-16,3-5 0 0,-3 2 0 0,0 1 0 0,3-1 0 15,-3 1 0-15,0-1 0 0,0-2 0 0,0 0 0 16,0-3 0-16,-3 3 0 0,3-5 0 16,-3-1 0-16,0 1 0 0,0 0 0 15,0-6 0-15,0 3 0 0,0-3 0 0,-3 0 0 0,0 3 0 0,0-8 0 16,0 3 0-16,-3 0 0 0,3-1 0 0,-3 1 0 16,-3 0 0-16,0-3 0 0,0 2 37 0,-3 1 3 15,1-3 0-15,-4 3 0 0,-3-3-27 0,3 2-5 0,-6 1 0 16,0 0-8-16,4-1 20 0,-7 3-2 0,6-2-1 0,-3 0 0 15,3 2-17-15,0-2 0 0,1 2 0 0,2-2 0 16,3 2 0-16,-3 0 0 0,3 0-8 0,0 1 8 16,-3-1 0-16,6 0 0 15,-2 1 0-15,2-4 10 0,0 4-2 0,3-4-8 0,0 1 12 0,3 0-4 16,0-1-8-16,6-2-9 0,-6 0 9 0,6 0-13 16,0 0 13-16,0 0 0 0,0 0 0 0,0 0 0 15,0 0 0-15,0 0 0 0,0 0 0 0,0 0 0 16,0 0 0-16,3-5 13 0,0 2-2 0,0-5-1 15,0 3-10-15,0-3 8 0,0-3-8 0,3 1 8 16,-3-3-8-16,0-1 10 0,0-4-10 0,0-6 10 16,0 0-2-16,0-2 0 0,3-3 0 0,-3-3 0 15,0 0 1-15,0 3 0 0,3-3 0 0,-3 1 0 16,-3-1-9-16,3 0 10 0,-3-2-10 0,3-1 10 16,-3 1 10-16,0 0 3 0,0 2 0 0,0 3 0 0,0 2-23 15,0 1 0-15,0 5 0 0,0 2 0 0,2 3 0 16,-2 3-12-16,0 2 2 0,0-5 0 0,0 6 10 15,0 2 14-15,3-3-3 0,0 3-1 16,-3 3-59-16,3 0-12 0,0-3-3 0,3 5 0 16,0-5-154-16,3 6-31 0,0-4-7 15,3 1 0-15</inkml:trace>
  <inkml:trace contextRef="#ctx0" brushRef="#br0" timeOffset="4802.677">22261 4599 1728 0,'0'0'38'0,"0"0"8"0,0 0 2 0,0 0 0 0,0 0-39 0,0 0-9 0,0 0 0 0,0 0 0 16,0 0 104-16,0 0 20 0,0 0 3 0,-2 8 1 16,2-3-103-16,-3 6-25 15,3-4 0-15,-3 4 0 0,3 0 56 0,0 5 7 0,-3-3 1 0,0 5 0 16,3 1-52-16,0-1-12 0,-3 1 0 0,3 5 0 16,-3-3 0-16,3 0 0 0,-3 0 0 0,0 0 0 15,3 1 0-15,-3-1 0 0,0-3 0 0,0 3 0 16,0 1 0-16,0 1 0 0,0-4 0 0,3 2 0 15,-3 0 0-15,3-5 0 0,-3 0 0 0,3 0 0 16,0 2 0-16,0-10 0 0,3 3 0 0,0-1 0 16,0 1 0-16,0-3 0 0,3 0 0 0,0 0 0 15,3-3 0-15,0 3-13 0,-1-5 2 0,4 2 1 16,3-2 10-16,3 2 14 0,0-5-3 0,3 3-1 16,0-3-10-16,5 2 0 0,1-2 0 0,0 3 0 15,0-3 0-15,0 3-12 0,-1-3 2 0,-2 2 1 0,0-2 9 16,-3 3 0-16,3-1 0 0,-3-2 0 0,-4 3 0 15,4-3 11-15,-3 0-1 0,3 0 0 0,-3 3-10 0,0-3 0 16,-3 0 0-16,2 0 0 0,-2 0-12 0,0 0-4 16,0 0 0-16,-3 0-1 0,-3 0 17 15,3 0 0-15,-6 0 0 0,0 0 0 16,-6 0 0-16,9-3 0 0,-9 3 0 0,6 0 0 16,-6 0 0-16,3-3 0 0,-3 3 0 0,5-2 0 15,1-1 9-15,-3 1-9 0,-3-1 8 0,3-2-8 16,-3-1 15-16,0 1-3 0,0-3 0 0,0 0 0 0,0 0 12 15,-3-2 1-15,0-1 1 0,0-2 0 0,0-3-2 16,1-3 0-16,-1-2 0 0,0-3 0 0,0 3-4 16,0-3 0-16,0 1-1 0,-3-4 0 15,6 3-5-15,-3 3-1 0,0-3 0 0,0 1 0 0,3 1-1 0,0-1-1 16,-3 1 0-16,3-4 0 0,0 5-1 0,0-8 0 0,0 5 0 0,3-3 0 16,0 4 10-16,0-1 3 0,0 3 0 0,3-1 0 15,-3 4-23-15,3 2 0 0,0 0 0 0,-4 3 0 16,1 2 0-16,3 1 0 0,-3 2 0 0,3 0 0 15,-3 0 0-15,0 5 0 0,0-7 0 0,0 4 0 16,0 4 0-16,-3-3 0 0,0 5 0 0,0-3 0 16,0 3 0-16,0 0 0 0,-3-3 0 0,3 3 0 15,-3 0 0-15,0-8 0 0,-3 8 0 0,0 0 0 16,0-5 0-16,-2 2 0 0,-4 3 0 16,0 0 0-16,0 0 0 0,-3 0 0 0,-3 0 0 0,-3 0 0 15,3 0 0-15,-2 3 0 0,-1 2 0 0,0-5 0 16,0 3 0-16,0 2 0 0,0-5 0 0,0 3 0 15,4 0 14-15,-4-3-2 0,-3 2 0 0,3-2 0 0,3 3-12 16,-3-3-16-16,4 0 3 0,-1 0 1 0,0 2 12 16,3-2 0-16,0 0 0 0,3 3 0 15,0-3 0-15,0 0 0 0,3 0 0 0,-2 0 0 0,5 3 0 0,-3-3 0 16,3 0 0-16,0 2 0 16,3-2-54-16,3 0-8 0,-6 0-2 0,0 3 0 15,3 2 0-15,-3-5 0 0,6 0 0 0,-6 3-682 16,0-3-137-16</inkml:trace>
  <inkml:trace contextRef="#ctx0" brushRef="#br0" timeOffset="7705.069">14588 3257 1920 0,'0'0'0'0,"0"0"0"0,0 0 153 0,-3 0 31 16,3 0 7-16,-6-5 1 0,6 5-103 0,0 0-20 0,0 0-4 0,-6 0-1 15,0 5-51-15,0-2-13 0,3 5 0 0,-3 2 0 16,3 6 22-16,-3-3 2 0,0 11 0 0,0-3 0 16,0 6-24-16,0 2 8 0,0 5-8 15,-3-2 0-15,3-3 0 0,1 6 0 0,-4-6 0 0,3 0 0 16,0 0 0-16,-3 0 0 0,3 3 0 0,-6-3 8 16,6 0-8-16,-3 0-12 0,3 0 4 15,0 0 0-15,0-2-9 0,0-1-2 0,0-7 0 0,3-1 0 16,-3-4-189-1,6-1-39-15,3 11-7 0,0-14-2 0</inkml:trace>
  <inkml:trace contextRef="#ctx0" brushRef="#br0" timeOffset="7945.846">14606 3479 1958 0,'3'-15'43'0,"0"-7"9"0,0-7 1 0,0 6 3 15,0-4-45-15,0 6-11 0,-1 2 0 0,1 1 0 0,-3 7 104 0,3-2 20 16,-3 2 3-16,3 6 1 0,-3 0-52 0,0 2-9 15,0 3-3-15,0 0 0 0,0 0-15 0,0 0-3 16,0 0-1-16,0 11 0 0,-3 2-21 0,3 8-4 16,0 0 0-16,-3 8-1 15,3 1-19-15,-3 1 0 0,1 4-13 0,-1-1 5 0,3-5 8 0,-3 6 9 16,3-6-1-16,-3 0-8 0,0 0 0 16,3 3 0-16,-3-1 0 0,3 1 0 15,-3 3-44-15,0-6-16 0,3 0-4 0,-3 0 0 16,3-3 4-16,-3-4 0 0,0 1 0 0,0-4 0 15,0-1-131-15,0-4-25 0,0 2-6 0</inkml:trace>
  <inkml:trace contextRef="#ctx0" brushRef="#br0" timeOffset="8207.563">14332 3781 1926 0,'-9'0'42'0,"0"0"9"0,0-5 1 0,0 2 3 0,0 1-44 0,0-1-11 0,3 0 0 0,0 3 0 15,6 0 98-15,-6-2 18 0,6 2 3 0,0 0 1 16,0 0-45-16,0-6-9 0,3 1-2 0,3 0 0 16,0 2-37-16,6-2-8 0,0 0-2 0,3-1 0 15,6 1 34-15,0 0 6 16,2 2 2-16,1-5 0 0,3 3-37 0,-3-1-7 0,3 1-2 0,-1 0 0 16,-2-3-13-16,3 3 8 0,-3-3-8 0,3 2 0 15,-4 1 0-15,4 0-12 0,0 0 1 0,-3 2 0 0,0-2 11 16,-4-1 0-16,1 4 0 0,-6-1 0 15,0 0-156-15,-3 3-28 0,-3 0-7 0</inkml:trace>
  <inkml:trace contextRef="#ctx0" brushRef="#br0" timeOffset="8406.235">14424 3826 1820 0,'-6'3'76'16,"-3"-1"-60"-16,3 1-16 0,0 0 0 0,6-3 112 0,0 0 19 0,0 0 4 0,0 0 1 15,0 0-49-15,0 0-10 0,6 2-1 0,3-2-1 16,3-2-18-16,0-1-3 0,3-2-1 0,0 2 0 16,3-2-15-16,-1-3-3 0,1 5-1 15,3-10 0-15,0 5-21 0,0 0-4 0,3-8-1 0,2 6 0 32,4-1-29-32,3 1-7 0,0-1 0 0,2 3-792 0,1 0-159 0</inkml:trace>
  <inkml:trace contextRef="#ctx0" brushRef="#br0" timeOffset="9042.532">15567 3352 1552 0,'6'-10'44'0,"0"5"10"0,0-1-43 0,0 1-11 0,0-3 0 0,3 3 0 16,-3-1 118-16,0 1 22 0,0 0 4 0,-3 2 0 16,-3 3-54-16,0 0-11 0,0 0-3 0,0 0 0 15,0 0-38-15,-3 0-8 0,-6 0-2 0,0 0 0 16,0 3-17-16,-3 5-11 0,-3 0 12 0,3 2-12 15,-3 1 8-15,0 2-8 0,3 3 0 0,1 3 0 16,-1-4 0-16,6 1 0 0,0 0 0 0,3 0 0 16,3 3 0-16,3-9 0 0,0 9-11 0,3-9 11 15,3 4-10-15,3-1 10 0,-1-3-8 0,4 4 8 16,0-1 0-16,3-5-8 0,0 0 8 0,0 2 0 16,3 1 0-16,-4-1 0 0,1-2 0 0,-3 3 0 15,0 0 0-15,-3-4 14 0,0 1-2 0,0 3 0 0,-3-3-12 16,-6 0 0-16,0 0-12 0,-3 5 12 0,0-5 0 15,-3 0 0-15,-3 3 12 0,-3-1-3 0,-3 3-1 0,0 1 0 16,0-4 0-16,-6 3 0 0,3 3 0 0,-2-5-8 16,-4-1 12-16,0 1-4 0,3 2-8 0,-3-5 0 15,3 0 9-15,-3 0-9 0,4-3-12 0,2 3-6 16,0-8-2-16,0 0 0 16,3 0-107-16,0 0-21 0,3-8-5 0</inkml:trace>
  <inkml:trace contextRef="#ctx0" brushRef="#br0" timeOffset="9276.527">15627 3331 2419 0,'0'0'53'0,"0"0"11"0,0-8 3 0,3 0 1 0,-3 3-55 0,6 0-13 0,-3-3 0 0,2 5 0 16,4-2 105-16,3 2 19 0,0-5 3 0,0 6 1 15,3-4-103-15,0 4-25 0,3-1 0 0,-3 3 0 16,3-5 56-16,-1 2 7 0,1-2 1 0,0 2 0 15,6-2-44-15,-3 2-8 0,3 1-1 0,-1-1-1 16,4 0-10-16,-3 1 0 0,-3 2 0 0,3-3 0 16,-1 3 0-16,1 0-12 0,0 0 0 0,-3 0 1 15,0 0-196 1,-3-5-39-16</inkml:trace>
  <inkml:trace contextRef="#ctx0" brushRef="#br0" timeOffset="13282.544">19621 8422 1337 0,'-15'-5'28'0,"9"5"6"0,0-3-34 0,6 3 0 0,0 0 0 0,-3-2 0 16,3 2 102-16,0 0 14 0,-3-6 2 0,3 6 1 15,0 0-47-15,3-5-10 0,-3 2-2 0,3-2 0 16,3 2-37-16,-3-2-8 0,3 3-2 0,3-1 0 16,-3 0-13-16,6-2 0 0,0 2 0 0,0 3 0 15,0-2 0-15,3-1 0 0,0 0 0 0,2 3 0 16,-2 0 54-16,3-2 8 0,0-1 2 0,0 3 0 16,3-3-52-16,0 1-12 0,-1-1 0 0,4 0 0 15,0 1 0-15,0-1 0 0,3-2 0 0,-4 2 0 16,1 1 0-16,0-1 0 0,-3 0 0 0,-3 1 0 15,0-1 0-15,0 3 0 0,-7-3 0 0,1 3 0 16,0-2 0-16,-3 2 0 0,-3 0 0 0,0 0 0 16,0 0 35-16,-3 0 4 0,-3 0 1 0,0 0 0 15,0 0-13-15,0 0-3 0,0 0 0 0,3 5 0 16,-3-5-24-16,3 5 0 0,0 1 0 0,-3-1 0 16,3 0 0-16,0 0 0 0,-3 1 0 0,3 2 0 15,0-3 56-15,-3 0 7 0,6 3 1 0,-6-2 0 16,3 1-64-16,0 1-26 0,0 0 2 0,-3 3 0 15,3-3 24-15,0 2 0 0,0-2 9 0,-3 3-9 0,3-3 21 16,-3 5-2-16,3-2-1 0,-3 2 0 16,0-2-18-16,3 2 0 0,0-3 0 0,-3 6 0 15,0-3 0-15,3 3 0 0,-3 3 0 0,0-1 0 16,0 4 0-16,0 1 0 0,0 1 0 0,0 0 0 16,0 0 0-16,0 0 0 0,0-3 0 0,-3 3 0 0,3-3 0 0,0 0 0 15,-3 0 0-15,3-2 0 0,-3 2 33 0,0-5 3 16,3 2 1-16,-3 1 0 0,0-1-8 0,0 3-1 0,3 1-1 15,-3 1 0-15,0 1-35 0,3 0-8 0,-3 0 0 0,3 0-1 16,-3-1 27-16,3 1 6 0,0-3 0 0,0 1 1 16,-3-1-17-1,3-3-17-15,0 3 3 0,0-2 1 0,0-1 13 0,0-2 0 16,0 0 9-16,0 3-9 0,-3-3 8 0,3 2-8 0,0 1 0 0,0 2 9 16,-3 0-9-16,3 0 10 0,0 0-10 0,0 3 10 15,0-5-10-15,0 2 0 16,0 0 0-16,3 0 0 0,-3-2 0 0,0-1 0 0,3 3 0 0,-3-2 0 15,3-1 0-15,-3-2 12 0,0-2-12 0,3 4 12 16,-3-2-12-16,0 0 8 0,3 0-8 0,-3 2 8 16,0 3-8-16,3-2-14 0,-3 2 3 0,3 0 1 15,-3 0 23-15,0 1 5 0,3-4 1 0,-3 3 0 16,3-2-31-16,-3-1-5 0,3 1-2 0,-3-3 0 16,3 0 19-16,-3 2 0 0,3-5 0 0,-3 3 0 15,3-3 0-15,-3 1 0 0,0-1 0 0,0 0 0 16,3 0 20-16,-3 1 8 0,0-1 2 0,3 0 0 15,-3 3-22-15,0-3-8 0,2 0 0 0,-2 3 9 16,0 0-9-16,3-3 0 0,-3 3 0 0,0 0 0 16,3-3 0-16,-3 1 0 0,0-1 0 0,3 0 0 15,-3 0 0-15,0-2 0 0,3-1 8 0,-3 4-8 16,0-4 0-16,0-2 0 0,0 3 9 0,0-3-9 0,-3 0 0 0,3 0 0 16,0 0 0-16,0-1 0 0,-3 1 0 15,3 0 0-15,0-2 0 0,-3 2 0 16,0-3 0-16,3 3 0 0,-2-6 0 0,-1 6 8 0,3-8-8 0,0 6 0 0,0-6 8 15,-6 5-8-15,6-5 0 0,-3 5 0 16,3-5 0-16,-6 6 0 0,0-4 0 0,0 1 9 16,0 0-9-16,0-3 10 0,-3 2-10 0,0-2 8 0,-3 0-8 0,0 0 8 15,0 0-8-15,-3 0 8 0,0 0-8 0,-2 0 8 16,-1 3-8-16,0-3 0 0,-3 0 0 0,0 2 0 16,3 4 0-16,-2-4 0 0,-1 1 0 0,0 2 0 15,3 1 0-15,0-1 0 0,3 0 0 0,0 0 0 16,1 3 0-16,2-2 0 0,0-1 0 0,0 3 0 15,3-3 0-15,-3 1 0 0,3-1 0 0,3 0 0 16,-3 0 0-16,0 1 0 0,3-1 0 0,-3 0 0 16,3 1 0-16,0-1 0 0,3-2 0 0,-3 2 0 15,4 0 0-15,-1-2 0 0,3-3 0 0,-6 5 0 16,3-2-8-16,3-3 8 0,0 0 0 0,-6 5 0 16,6-5 0-16,0 0 0 0,0 0 0 0,0 0 0 15,0 0 0-15,0 0 18 0,-3 3-3 0,3-3-1 16,-6 0-14-16,6 0-18 0,-6-3 4 0,0-2 1 15,0 2 13-15,3-5 0 0,-3 0 0 0,3 0 0 16,-3-2 0-16,0-1 0 0,3-2 0 0,-6 2 0 16,3-2 0-16,3 0 0 0,-3-3 0 0,0 0 0 15,0 0 0-15,3-2 0 0,-3 2 0 0,0-3 0 0,1-2 0 16,-1 0 0-16,3 0 0 0,-3-6 0 16,3 1 0-16,-3-3 0 0,3 0 0 0,0-6 0 0,0 6 0 15,-3 3 0-15,6-3 0 0,-3 2 0 0,3 3 0 0,-3 0 0 16,3 1 0-16,0-1 0 0,0 0 0 0,0-5 0 0,0 0 0 0,0 0 0 15,3-3 0-15,-3 0 0 0,3-2 0 0,0-1 0 16,3 6 8-16,-3 3-8 0,0-1 0 0,3 4 0 16,-3 1 13-1,3-1-4-15,0 1-1 0,-3-1 0 0,2-1-8 16,-2-3 0-16,0 1 0 0,3-3-11 0,-3 0 11 0,0 2 0 0,0-2 8 0,-3 0-8 16,3 5 8-16,0 3-8 0,-3 0 10 0,3-3-10 15,0 5 11-15,-3-2-11 0,3 0 12 16,-3-3-12-16,3 1 8 0,-3-1-8 0,3-5 0 0,0-1 0 15,0 1 8-15,-3-2-8 0,3 2 0 0,-3-1 0 16,0 4 9-16,3 2-9 0,-3 3 0 0,0 2 9 16,0 1-9-16,0-1 0 0,0 4 0 0,0-4 8 15,0 0-8-15,0 1 0 0,0-1 0 0,0 1 8 16,0-3-8-16,0 0 0 0,3-3 0 0,-3 0 8 16,0 3-8-16,3 0 8 0,-3-1-8 0,3 1 8 15,-3 3-8-15,3-1 0 0,0 3 9 0,-3 3-9 16,3 0 0-16,0 2 8 0,-3-2-8 0,3 5 0 15,0-2 0-15,-3 2 0 0,3-3 0 0,-3 3 8 16,3 0-8-16,-3 0 0 0,0 0 0 0,0 0 0 16,0 0 0-16,0 0 0 0,0-2 0 0,0 2 0 15,0 0-24-15,0 3-8 0,0-3-3 0,0 3 0 16,0-1-24-16,0-2-5 0,3 3 0 0,0-3-1 16,3 0-115-16,0 3-22 0,3-3-5 0</inkml:trace>
  <inkml:trace contextRef="#ctx0" brushRef="#br0" timeOffset="15161.261">21782 8441 1690 0,'0'0'35'0,"0"0"9"0,0 0-36 0,0 0-8 0,-3-6 0 0,0 1 0 16,-3 3 90-16,0-4 16 0,0 4 3 0,-2-4 1 15,-1 4-42-15,0-4-8 0,-3 4-1 0,0-4-1 16,-3 4-18-16,-3-1-4 0,0 0-1 0,-3 1 0 16,1-1-8-16,-4 3-2 0,0-2 0 0,-3-1 0 15,0 0-5-15,1-2 0 0,-1 0-1 0,-3-1 0 16,3 1-3-16,-3 0-1 0,1 2 0 15,-4-2 0-15,3 2-7 0,0-2-8 0,-2 2 11 0,2 1-11 16,3-1 25-16,0 0-1 0,4 1-1 0,-1 2 0 16,6-3-23-16,3 3 0 0,0 0 0 0,3 3 0 15,0-3 0-15,3 2 0 0,3 1 0 0,0 0 0 16,0-1 0-16,1 1 0 0,5-3 0 0,-3 8 0 16,0-3 0-16,0 0 0 0,0 3 0 0,3-2 0 15,-3 2 0-15,3-3 0 0,3 3 0 0,-3 0 0 16,0 0 0-16,0 0 0 0,0 0 0 0,0 0 0 15,0-1 0-15,0 1 0 0,0 0 0 0,0 3 0 16,0-1 0-16,-3-2 0 0,3 0 0 0,0 3 0 16,0 0 0-16,0-1 0 0,-3 3 0 0,3 1 0 15,0-1 0-15,-3 3 0 0,3 0 0 0,0 5 0 16,-3 0 0-16,3 3 0 0,0 2 0 0,0 3 0 16,0-2 0-16,0-1 0 0,0 3 0 0,0-2 0 0,3 2 0 15,-3-5 0-15,0 5 0 0,3-3 0 16,-3 3 0-16,0 0 0 0,3 1 0 0,-3 4 0 0,0-2 0 0,0-1 0 15,3 7 0-15,-3-7 0 0,3 1 0 16,-3-3 0-16,0-2 0 0,3 2 0 0,-3-3 0 0,0 1 0 16,0-4 0-16,0 7 0 15,0-1 0-15,0 0 0 0,0 0 0 0,0 0 0 0,0 0 36 0,0-2 2 0,0-1 1 0,0 0 0 16,0-2-39-16,0 0 0 0,0-3 0 0,0 3 0 16,-3-3 0-16,3 0 0 0,-3 1 0 0,0-1-8 15,3 0 8-15,-3 3 0 0,0 0 0 0,3-1 0 16,-3-2 0-16,0 3 0 0,3 0 0 0,-3 0 8 15,3 0-8-15,-3-6 0 0,3 3 0 0,0-2 0 16,-3-1 0-16,3 1 8 0,0-3-8 0,-3 0 8 16,3 0 1-16,0 0 1 0,-3-1 0 0,3 4 0 15,0-3-1-15,-3 2 0 0,3 3 0 16,0-2 0-16,0 2-9 0,0-2 8 0,0 2-8 0,0 0 8 16,0-2-8-16,-3 2 0 0,3-5 0 0,0 2 0 15,0 1 12-15,-3-3 1 0,3-1 0 0,0-1 0 16,0 1-5-16,-3-1 0 0,3-4-8 0,0 4 12 15,0-1-12-15,0 0 9 0,0-2-9 0,0 2 8 16,0-3-25-16,0 4-6 0,0-1-1 0,0 0 0 16,0-2 43-16,3 2 8 0,-3 3 1 0,3-3 1 15,0 0-19-15,-3-2-10 0,3 2 10 0,0-2-10 16,0 2 8-16,0-3-8 0,0 1 0 0,0-3 0 16,0 0 8-16,0 0-8 0,3-3 0 0,-3 3 9 0,0-3-9 15,0-2 0-15,3 2 0 0,-3 1 0 0,-1-4 8 16,4 1-8-16,-3 2 8 0,0-2-8 0,3-1 10 0,0 1-10 0,0-3 12 15,-3 3-12-15,3-3 18 0,0 2-3 0,3-2-1 0,-3 0 0 16,3 0-14-16,0-2 0 0,3-1 0 16,0 0 0-16,0 1 0 15,2-3 0-15,1 2 0 0,3 0 0 16,0-2 0-16,0 0 0 0,0-1 0 0,3-2 0 0,-4 3 0 0,1 0 0 0,3-3 0 0,0 3 0 16,-3-1 0-16,0-2 0 0,-3 3 0 0,2 0 0 15,-2-3 0-15,0 3 0 0,-3-1 0 16,3 1 0-16,0-3 0 0,-3 3 0 0,3-3 0 15,-3 3 0-15,0-1 0 0,-1 1 0 0,1 0 0 0,-3-1 0 16,3 4 0-16,0-4 0 0,-3 4 0 0,0-1 0 16,0-2 0-16,0 2 0 0,-3 1 0 0,3 2 0 15,-3-3 0-15,0 0 0 0,0 1 0 0,-3 2 0 16,2-3 0-16,1 3 0 0,-3-3 0 0,0 1 0 16,-3 2 0-16,6 0-12 0,0 0 12 0,-6 0-10 15,0 0 10-15,3-3 0 0,0 0 0 0,-3 3-8 16,0 0 8-16,3-2 0 0,0-4 0 0,0 1 0 15,-3 5 0-15,3-5 0 0,-3 0 0 0,3 2 0 16,-3-5 0-16,0 3 0 0,0-3 0 0,0 2 0 16,0-1 0-16,0-1 0 0,0-3 0 0,0 0 8 15,0-2-8-15,-3 0 0 0,0-3 0 0,3-2 8 16,-3-1-8-16,3 1 0 0,0-6 0 0,-3 0 0 16,3-3 0-16,0 1 0 0,-3-6 0 0,3 3 0 15,0 5 0-15,-3-2 0 0,3 2 0 0,0 0 0 16,0 3 0-16,-3 0 0 0,3 0 0 0,0 0 0 15,0-3 0-15,0 0 0 0,0 0 0 0,0-5 0 0,0 3 0 0,0-4 0 16,3-1 0-16,-3-1 0 0,0 5 0 16,3 4 0-16,-3-4 0 0,0 3 8 15,3 3-8-15,-3 0 0 0,0-3 0 0,3 3 0 0,-3-3 0 0,0-2 0 0,3-1 0 16,-3-2 0-16,0 3 0 0,3-3 0 0,-3-3 0 16,0 3 8-16,3 5-8 0,-3 0 0 0,0 0 0 0,3 3 0 15,-3 3 0-15,0-1 0 0,3 1 0 0,-3 2 0 16,0-3 0-16,3 3 8 0,-3-2-8 0,0-1 0 15,3 1 0-15,-3-3 0 0,3-1 0 0,-3 1 8 16,3-3-8-16,0 3 0 0,0-3 0 0,0 3 0 16,0 0 0-16,0 0 0 0,0 2 0 15,-3 1 8-15,3 2-8 0,0 0 8 0,0 0-8 16,-3 3 8-16,3-3-8 0,0 0 8 0,0 0-8 16,-3 1 8-16,0-1-8 0,3 0 8 0,-3-5-8 0,0 2 8 15,3 1-8-15,-3-4 0 0,0 1 8 0,0-3-8 16,0 6 0-16,0-3 8 0,0 2-8 0,0 1 0 15,0 2 0-15,0 0 0 0,0 3 0 0,0-1 8 16,0 1-8-16,0 3 0 0,0-1 0 0,0 3 0 16,3 0-16-16,-3 0-7 0,0 3-1 0,0 0-1 15,0-1 39-15,0 1 8 0,0 2 2 0,3-2 0 16,-3 3-24-16,3-4-13 0,-3 4 1 0,3-1 1 16,3 0-93-16,-1-2-20 0,1 2-3 0</inkml:trace>
  <inkml:trace contextRef="#ctx0" brushRef="#br0" timeOffset="17200.904">23083 9949 2026 0,'0'0'57'0,"0"0"14"0,0 0-57 0,0 0-14 0,0 0 0 0,0 0 0 15,0 0 55-15,0 0 8 0,-3-5 1 0,-3 2 1 16,0 0-1-16,6 3 0 0,-6 0 0 0,0-2 0 16,0 2 0-16,3 0 0 0,-3-3 0 0,-3 3 0 15,3 0-51-15,-2 0-13 0,-1 0 0 0,-3 0 0 16,0 0 54-16,-3 0 8 0,-3 0 2 0,-3 0 0 15,0-3-52-15,1 3-12 0,-4 0 0 0,-3-2 0 16,0 2 0-16,0-3 0 0,1 3 0 0,-4-3 0 16,3 3 0-16,3 0 0 0,0-2 0 0,1-1 0 15,-4 1 0-15,3-1-13 0,-3 0 2 0,0 1 1 16,1-4 10-16,-1 4 14 0,-3-4-3 0,3 4-1 16,-2-1-10-16,-1 0 0 0,0-2 0 0,0 3 0 15,3-1 0-15,1 0-11 0,2 1 3 0,-3-4 0 16,3 4 8-16,-3-4 0 0,1 4 0 0,-1-4 0 15,0 4 0-15,3-4 0 0,-3 4 0 0,1-1 0 0,2 3 0 16,0-2 0-16,0 2 0 0,0 0 0 0,7 0 0 16,-4 0 0-16,3 0 0 0,-3 0 0 15,3 0 0-15,-3 0 0 0,3 0 0 0,-5-3 8 16,2 3-8-16,-3-3 0 0,0 3 0 0,-3 0 0 16,7 0 0-16,-4 0 0 0,0 0 0 0,0 3 0 0,3-3 0 0,0 3 9 0,4-1-9 0,-1 1 10 15,0-1-10-15,0-2 0 0,3 3-10 16,0 0 10-16,0-3 0 0,-2 2 0 0,2-2 0 0,0 0 0 15,-3 0 8-15,3 0-8 0,3 0 0 0,-3 3 0 16,3 0 0-16,-3-3 0 0,4 0 0 0,2 2 0 16,-3 1 0-16,3 0 0 0,0-1 0 0,3 1 0 15,0 0 0-15,0-1 0 0,6-2 0 0,-6 3 0 16,6-3 0-16,0 0 0 0,-3 3 0 0,3-3 0 16,-3 5 0-16,3-5 0 0,0 5-13 0,-3 0 5 15,3 3 8-15,0-2 9 0,3 2-1 0,-3-1-8 16,3 1 0-16,-3 0 0 0,3 3-15 0,0 0 5 15,0 2 10-15,0-3 0 0,3 4 0 0,-3-4 0 16,0 3 0-16,3-2 12 0,-3 2-2 0,0 0-1 16,0 1-9-16,0-1-14 0,0 0 3 0,0 3 1 15,0 0 10-15,-3 0 0 0,3-3 0 0,0 6 0 16,-3-1 0-16,0 3 0 0,3 3 0 0,-3 0 0 16,3 2 0-16,-3 3 0 0,3 0 0 0,-3 1 0 15,2-1 0-15,-2-3 0 0,0 1 0 0,3-4 0 16,-3 1 0-16,0-3 0 0,3 1 0 0,-3-1 0 15,0 0 0-15,0 0 0 0,-3 0 0 0,3 6 0 16,0-6 0-16,-3 3 0 0,3 0 0 0,0-3 0 0,-2 0 0 0,2-3 9 16,0 1-9-16,2-1 0 15,-2-2 10-15,3-2-10 0,-3-1 8 0,3-3-8 0,0 1 0 0,0 0 0 16,3-1 0-16,-3-2 0 0,0-3 0 0,3 3 0 0,0-2 8 16,-3 1-8-16,3-1 0 0,0-1 0 0,0-2-10 15,-3 2 10-15,3-2 0 0,0-1 0 0,0 1 0 0,0 0 0 16,3-3 0-16,-3 2 0 0,3-2 0 0,0 3 0 15,0 0 0-15,-1-3 0 0,1 0 0 0,0 0 0 16,0-3 0-16,3 3 0 16,0-3 0-16,0 3 0 0,3 0 8 0,-3-2-8 0,3 2 0 0,0 0 0 15,2-3 0-15,1 3 0 0,3-3 0 0,0 3 0 16,-3 0 0-16,3-2 0 0,-1 2 0 0,1-3 0 16,-3 3 0-16,3 0 0 0,0-3 0 0,-3 3 0 15,2 0 0-15,-2-2 0 0,3-1 0 0,0 0 0 16,-3 3 0-16,3-2 0 0,3-1-9 0,-1 0 9 15,1 1 0-15,3-1 0 0,0 1 0 0,0-4 11 16,2 4-11-16,-2-1 0 0,3 0 0 0,-3 1 0 16,-1-1 0-16,-2 0 0 0,0-2 0 0,0 5 0 15,-3-3 0-15,3 1 0 0,-1-1 0 0,1 3 0 16,0-2 0-16,0-1 0 0,0 0 0 0,-1 3 0 16,-2-2 0-16,3-1 0 0,-3 3-12 0,0-3 12 15,0 3 0-15,-4 0 0 0,1-2 0 0,3-1 0 16,-6 3 0-16,3 0 0 0,-3 0 0 0,3 0 0 15,-4 0 0-15,4 0 0 0,-3 0 0 0,3 0 12 0,0 0-12 0,0 0 0 16,-3 0 0-16,3 0 0 16,-1 0 0-16,4 0 0 0,-3 0 0 0,3-3 0 15,-3 3 0-15,0 0 0 0,0-2-12 0,-1-1 12 0,1 3 0 16,0 0 0-16,-3-3 0 0,0 3 0 0,0-2 0 16,0-1 0-16,-3 3 0 0,2 0 0 0,-2-3 0 0,0 3 0 15,3-2 0-15,-3 2 12 0,3-3-12 0,-3 1 0 0,3-1 0 16,0 0 0-16,-4 1 0 0,1-1 0 0,0 0 0 15,-3-2 0-15,3 2 0 0,-3-2 0 0,0 2 0 0,0-2 0 16,-3 2 0-16,3-2 0 0,-3 3 0 0,0-4 0 16,0 4 0-16,-3-4 0 0,3 4 0 0,-3-1 0 15,3-2 0-15,-4 2 0 0,1 0 0 16,0 1 0-16,-3-1 0 0,3 1 0 0,0-4 0 0,0 4 0 16,-3-4 0-16,3 4 0 0,0-4 0 0,-3 4 0 15,3-4 0-15,-3 1 0 0,3 0 0 0,-3 2 0 16,3-2 0-16,-3-3 12 0,0 3-12 0,0-3 12 15,0 2-12-15,0-4 0 0,0 2 0 0,0 0 0 16,0-3 8-16,0 1-8 0,0-1 8 0,-3 1-8 16,0-1 20-16,3-2-2 0,-3 0 0 0,0-1 0 15,3-2-2-15,-3 1 0 0,0-1 0 0,-3-3 0 16,3-2-4-16,0-3 0 0,-2 0-1 0,2 1 0 16,-3-4-2-16,0 1 0 0,0-3 0 0,0-1 0 15,0 4-9-15,0 2 0 0,0 3 0 0,0 0 0 16,0 2 0-16,0 1 0 0,3-1 0 0,0 3 0 15,0 1 0-15,0-1 0 0,0 2 0 0,0-1 0 0,3 1 16 16,-3 1 5-16,3 0 1 0,-3 2 0 16,3-2-35-16,-3 2-7 0,0 1-2 0,3-1 0 15,-3 1 37-15,0 2 7 0,3 0 2 0,-3 0 0 0,0 3-39 16,3-1-7-16,-3 1-2 0,0 0 0 0,0 2 32 0,0 0 5 16,3 1 2-16,0 2 0 15,0 0-39-15,0 0-7 0,0 0-1 0,-5-3-1 16,5 3-11-16,0 0-1 0,-3 3-1 0,3-3 0 15,0 0-168-15,-6 2-34 0,6-2-6 0</inkml:trace>
  <inkml:trace contextRef="#ctx0" brushRef="#br0" timeOffset="19791.816">19199 9663 1337 0,'-42'0'62'0,"33"3"-62"0,0-3 0 0,0 0 0 0,0 2 0 16,3-2 51-16,0 0 3 0,6 0 1 0,0 0 0 15,0 0-7-15,0 0-2 0,-6 3 0 0,6-3 0 16,0 0-15-16,0 5-3 0,0 1-1 0,3-1 0 16,3 0 8-16,0 1 1 0,3-1 1 0,0 0 0 15,0 0-3-15,6-2-1 0,-3 2 0 0,3 1 0 16,0-1-33-16,2 0 0 0,1 1 0 0,-3-4-12 15,3 4 34-15,3-4 7 0,-3 3 2 0,3-2 0 16,-1 2-19-16,1-2-3 0,0 0-1 0,3-1 0 16,3 4-8-16,-1-4 8 0,4 1-8 0,3 0 8 15,0-1-8-15,-1 3 12 0,1-2-12 0,3 2 12 16,0 1-4-16,-7-4 0 0,4-2 0 0,3 3 0 16,0 0 0-16,2-1-8 0,1-2 12 0,3 6-4 15,-1-4 11-15,-2 1 1 0,0 0 1 0,2-1 0 16,-5-2-9-16,6 0-1 0,-4 0-1 0,1 0 0 15,0 0 5-15,0 0 1 0,2 3 0 0,-2-1 0 16,-3-2 0-16,-4 0 0 0,1 0 0 0,0 0 0 16,-3 0-16-16,-1 0 0 0,1-2 0 0,0 2 0 15,-3-3 0-15,2 3 0 0,-2 0 0 0,0-2 0 16,0 2 27-16,-3 0-1 0,-1 0 0 0,-2 2 0 0,0-2-16 16,-3 0-10-16,0 0 12 0,0-2-12 0,0 2 32 15,-1 0 0-15,1-3 0 0,0 0 0 0,0 3-32 16,0 0 0-16,3 0 0 0,-3 0 0 0,2 0 0 15,-2 0 0-15,3 3 0 0,-3 0 0 16,0-3-15-16,0 2-9 0,0 3-3 0,-4-2 0 0,1 0 27 0,0-1 0 0,0 4 0 16,0-4 0-1,-3 4 0-15,3-4 0 0,-3 4 0 0,0-4 0 0,-4 4 19 0,4-4 5 0,-3 1 2 0,3 2 0 16,-3-2-26-16,3 2 0 0,0-2 0 0,-3 2 0 16,3-2 0-16,-3 2 0 0,3 0 0 0,-3 0 0 15,0 1 0-15,-1-1 0 0,1 0 0 0,-3 1 0 16,3 2 0-16,-3-3 0 0,3 3 0 0,-3 0 0 15,0 0 56-15,-3 0 7 0,3 0 1 0,0 0 0 16,-3-1-52-16,3 4-12 0,0 0 0 0,-3-1 0 16,0 1 0-16,3 2 0 0,-3-2 0 15,0 2 0-15,3-3 0 0,-3 4 0 0,0-4 0 16,3 3 0-16,-4 1 0 0,1-1 0 0,0 0 0 0,0 0 0 16,0 3 0-16,0 0 0 0,0 5 0 0,0 0 0 15,0 1 0-15,-3 1 0 0,3 1 0 0,0 3 0 16,-3-3 54-16,3-3 8 0,-3 0 2 0,3 0 0 15,-3 0-52-15,0-2-12 0,3-1 0 0,-3 1 0 16,3-3 0-16,-3-3 0 0,3 3 0 0,-3-3 0 16,0 3 0-16,0-3 0 0,0 0 0 0,0 3 0 15,0-3 0-15,0 1 0 0,0 2 0 0,-3-3 0 16,3 3 0-16,0-3 0 0,0 0 0 0,-3-2 0 16,3-1 0-16,-3 1 0 0,3-1 0 0,-3-2 0 0,0 0 0 15,3 0 0-15,-3-2 0 0,0-1 0 0,-3 0 0 0,3 3 0 16,0-5 0-16,-3 2 0 0,0-2 0 0,4-1 0 15,-4 1 0-15,-3 0 0 0,3-1 0 0,-3-2 0 0,0 3 0 16,0-3 0-16,0 3 0 0,-3-1 0 16,0-2 0-16,-3 3 0 0,3-3 34 15,-3 2 4-15,-2 1 1 0,-1-3 0 0,0 3-31 0,0-1-8 0,0 1 0 0,-3 0 0 16,1-1 0-16,-4 4 8 0,-3-4-8 0,3 4 0 16,-3-4 22-16,1 4 0 0,-4-4 0 0,0 3 0 15,3-2-22-15,0 0 0 0,-2 2 0 0,2-2 0 16,3 2 0-16,-3-2 0 0,0-1 0 0,-2 4 0 15,2-4 0-15,-6-2 0 0,0 3 0 0,1-1 0 16,-4 1 0-16,3-3 0 0,-3 3 0 0,4-1 0 16,-4 1 0-16,6-3 0 0,-2 3 0 0,-1-1 0 15,0-2 0-15,0 3 0 0,-2-3 0 0,-1 0 0 16,3 0 0-16,0 3 0 0,4-1 0 0,-1-2 0 16,3 3 0-16,0-3 0 0,3 3 0 0,1-3 0 15,2 0 0-15,-3 0 0 0,0 0 0 0,0 0 0 16,1 0 0-16,-1 0 0 0,0 2 0 0,0-2 0 15,-3 3 0-15,4-3 0 0,-1 3 0 0,0-1 0 16,3-2 0-16,0 5 0 0,3-2 0 0,-2 0 0 16,2-1 0-16,0 1 0 0,3 0 0 0,0-1 0 15,-3 1 0-15,3 0 0 0,0-3 0 0,1 2 0 16,-1-2 0-16,3 0 0 0,-3 3 0 0,3 0 0 16,-3-3 0-16,3 2 0 0,-3-2 0 0,3 3 0 15,-3-3 0-15,4 3 0 0,-1-3 0 0,0 2 0 0,0-2 0 16,0 0 0-16,-3 3 0 0,3-3 0 0,3 2 0 0,-3-2 0 15,3 0 0-15,-3 0 0 0,4 0 0 16,-1 0 0-16,0 0 0 0,0 0 0 0,0-2 0 16,0-1 0-16,0 1 0 0,0-1 0 15,0 0 0-15,3 1 0 0,-3-4 0 0,0 1 0 0,0-3 0 0,0 3 0 0,1-3 0 0,-1 0 0 16,-3-3 0-16,3 1 0 0,0-1 0 0,-3-2 0 16,3-3 0-16,-3 0 0 0,0 0 0 0,3-5 0 15,-3 0 0-15,0-3 0 0,1-5 0 0,-1 3 0 16,3-1 0-16,-3 1 0 0,3-1 0 0,0 1 0 15,0 2 0-15,0 0 0 0,0 3 0 0,0-3 0 16,3 0 0-16,-3-2 0 0,3-1 0 0,0-4 0 16,3-1 0-16,0-3 0 0,0-2 0 15,0 0 0-15,3 3-10 0,-2 2-6 0,2 3-2 0,0 0 0 16,0 3 29-16,0-1 5 0,0 1 2 0,0-1 0 16,-3-2-18-16,3 0 0 0,0-3 0 0,-3 3 0 15,3 0 0-15,-3 3 0 0,3 2 0 0,-3 0 0 16,3 3 0-16,-3 5 0 0,3 0 0 0,-3 3 0 15,3 2-12-15,-3 1-5 0,3-1-2 0,0 3 0 16,0 0 19-16,0 3 0 0,0 0 0 0,0-1 0 16,0 1 0-16,0 2 0 0,0 3 0 0,0 0 0 15,3-2-16-15,-3 2 4 0,0-6 1 0,3 4 0 16,0-1-17-16,3 0-4 0,0 1-1 0,-1-1 0 16,4-2-179-16,3-3-35 0,0 0-7 0</inkml:trace>
  <inkml:trace contextRef="#ctx0" brushRef="#br0" timeOffset="21605.861">21857 8652 1824 0,'0'0'38'0,"0"0"8"0,0 0-37 15,0 0-9-15,0 0 0 0,0 0 0 0,0 0 81 0,-6 0 15 0,6 0 2 0,-6-2 1 16,-3 2-5-16,3 0-1 0,0-3 0 0,0 0 0 16,0 3-74-16,-3-2-19 0,0-1 0 0,0 3 0 15,3-2 55-15,-6 2 7 0,3-3 2 0,-2 0 0 16,-1 1-52-16,0-1-12 0,0 0 0 0,-3 1 0 15,0-1 0-15,-3 0 0 0,-3 1 0 0,-2-1 0 16,2 3 0-16,-3-3 0 0,-3 3 0 0,0 0 0 16,4 0 0-16,-1 0 0 15,-3 0 0-15,0 0 0 0,0-2 0 0,-2-1 0 0,-1-2 0 16,-3 2 0-16,-3-2 0 0,1 2 0 0,-7 1 0 0,3-1 0 16,1 0 0-16,-1 1 0 0,3 2 0 0,-6-3 0 15,4 0 0-15,-4 1 0 0,0-1 0 0,-2 0 0 16,2 1 0-16,3-1 0 0,1 3 0 0,-4 0 0 15,3-2 0-15,4-1 0 0,-4 0 0 0,0 3 0 16,4-2 0-16,-4-1 0 0,0 0 0 0,0 3 0 16,7-2 0-16,-1 2 0 0,0 0 0 0,3-3 0 15,4 0 0-15,-4 1 0 0,0-1 0 0,0 0 0 16,4 1 0-16,-4-1 0 0,0 0 0 0,0 1 0 16,3-1 0-16,1 1 0 0,2-1 0 0,-3 0 0 15,6 1 0-15,0 2 0 0,1-3 0 0,-1 0 0 16,3 3 0-16,0-2 0 0,0-1 0 0,-3 0 0 0,3 3 0 15,-2-2 0-15,2-1 0 0,-3 3 0 0,3-3 27 0,-3 3 2 16,3-2 1-16,-2 2 0 16,2-3-48-16,0 3-10 0,-3 0-1 0,3 0-1 15,3 0 53-15,-3 0 10 0,3 3 3 0,1-3 0 0,2 2-7 16,-3-2-1-16,3 3 0 0,0 0 0 0,3-1-28 16,-3-2 0-16,3 3 0 0,-3 0 0 0,3-1-10 0,0-2-8 15,1 6-2-15,-1-4 0 0,3-2 20 0,0 3 0 0,6-3 0 0,-6 3 0 16,0-1 0-16,0 3 0 0,3-2 0 0,3-3 0 15,-3 5 0-15,0 3 0 0,3-2 0 0,-3 2 0 16,3-3 0-16,0 3 0 0,3 2 0 0,-3 1 0 16,0 0 0-16,3 4 0 0,-3-1 0 0,0 4 0 15,3 1 0-15,-3 2 0 0,0 3 0 0,0 0 0 16,0-3 0-16,0 2 0 0,0 1 0 0,0 0 0 16,0-3 0-16,0 0 0 0,0 1 0 0,0-1 0 15,0-3 0-15,0 3 0 0,0-2 0 0,-3 2 0 16,3 0 0-16,0 3 0 0,-3-3 0 0,3 3 0 15,0-3 0-15,-3 0 0 0,3 1 0 0,0-1 0 16,0-3 0-16,-3-2 0 0,3 0 0 0,0-3 0 16,0 1 0-16,3-4 0 0,-3 1 0 0,0-1 0 15,3-2 0-15,0 3 0 0,-3-6 0 0,3 3 0 16,3-3-8-16,-3 1 8 0,3-1 0 0,0-2 0 16,0 2 0-16,3-3 0 0,0 1 0 0,-1 2 0 15,1-5 0-15,3 3 0 0,0 0 0 0,3-3 0 16,0 2 0-16,6-2 0 0,0 0 0 0,5 3 0 0,1 0 0 15,6-1 0-15,0 1 0 0,2 0 0 16,-2-1 0-16,0 1 0 0,0 0 0 0,2 2 0 0,1-5 0 0,0 2 0 0,0-2 0 16,5 3 0-1,-2 0 21-15,3-1-1 0,-4 1-1 0,7 0 0 0,-6 2-31 0,-1-5-5 16,-2 3-2-16,6-3 0 0,-4 2 31 0,7 1 5 0,-3 0 2 0,2-3 0 16,1 0-34-16,-6 2-6 0,-1-2-2 0,4 3 0 15,0-3 23-15,-1-3 0 0,1 1 10 0,0 2-10 16,-1 0 0-16,1 0 0 0,0 0 0 0,-1 0 0 15,-2 0 0-15,-3-3 0 0,0 3 0 0,5-3 0 16,-5 1 0-16,3 2 0 0,2-3 0 0,-2 3 0 16,-3 0 0-16,-1 0 0 0,1 3 0 15,-3-3 0-15,0 0 0 0,-4 0 0 0,1-3 0 16,3 3 0-16,-3 0 0 0,2 0 0 0,-2 0 0 0,6 0 0 16,-6 0 0-16,-1 3 0 0,1-3 0 0,-3 5 0 15,0-5 0-15,-3 3 0 0,2-3 0 0,-2 2 0 16,-3 1 20-16,3-3-2 0,0 0-1 0,0 3 0 15,-4-3-17-15,1 0 0 0,3 2 0 0,-3-2 0 16,-3 3 0-16,0-3 0 0,-1 0 0 0,-2 0 0 16,0 2 0-16,-3-2 0 0,3 0 0 0,-6 3 0 15,3-3 0-15,-3 0 0 0,-3 0 0 0,3 0 0 16,-3-3 0-16,0 3 0 0,-3 0 0 0,2-2 0 16,-2 2 0-16,-3 0 0 0,3-3 0 0,-3 3 0 15,3-2 0-15,-3-4 0 0,3 4 0 0,-3 2 0 0,0-8 0 16,-3 5 0-16,3-2 0 0,-3-3 0 0,3 2 0 15,-3 1 0-15,3-3 0 0,-3 3 0 0,0-6 0 0,3 3 0 16,-2-2 0-16,-1-1 0 0,3-2 0 0,-3 0 0 0,3-3 0 16,0-3 0-1,-3-2 0-15,3 0 0 0,0-3 0 0,3 0 0 16,-3 1 55-16,3-4 7 0,0 3 2 0,-3-2 0 0,2 5-52 0,4 0-12 16,-3 2 0-16,3-2 0 0,0 0 0 0,-3 2 0 15,3 1 0-15,-3-1 0 0,0 1 0 16,3 2 0-16,-3-3 0 0,0 1 0 0,0-1 0 0,0 3 0 0,0-2 0 0,0 2 0 15,-3 0 0-15,3 3 0 0,-3 0 0 0,0-1 0 16,0 4 0-16,0 2 0 0,0 0 0 0,-3 0 0 16,0 3 0-16,3-3 0 0,-3 2 0 0,0 4 0 15,-3-4 0-15,3 4 0 0,-6-1 0 0,3 1 0 16,-3-4 0-16,-3 4 0 0,1-1 0 0,-4 0 0 16,0 1 54-16,0-4 8 0,-6 4 2 0,0-1 0 15,0 0-103-15,-2 1-20 0,-1 2-4 16,-3-3-1-16,6 3 52 0,-3 0 12 0,3 0 0 0,-2 3 0 15,-1-3-29-15,0 0-3 0,3 0-1 0,-3 2 0 16,-2-2-102-16,2 0-20 0,-3 0-4 0</inkml:trace>
  <inkml:trace contextRef="#ctx0" brushRef="#br0" timeOffset="22258.233">15633 8970 2138 0,'-12'0'60'0,"3"0"15"0,3 3-60 0,0-1-15 0,0 1 0 0,0 0 0 16,0 2 62-16,-3 3 10 0,3 0 1 0,-3 5 1 15,0 5-27-15,0 6-6 0,0 3-1 0,-3 4 0 16,4 1-24-16,-4 3-6 0,3 2-1 0,-3 2 0 15,3 1-26-15,0 0-6 0,0-1-1 0,0 6 0 16,3-2 71-16,0-1 13 0,0 3 4 0,0-3 0 31,3-5-103-31,0-2-20 0,0-3-4 0,0-1-1 0,0-4 0 0,0-3 0 0,3-1 0 0</inkml:trace>
  <inkml:trace contextRef="#ctx0" brushRef="#br0" timeOffset="22529.305">15829 9208 2404 0,'9'-48'68'0,"3"6"15"15,-3 5-67-15,0 5-16 0,0 6 0 0,-3-1 0 16,-3 9 78-16,0 2 12 0,-3 3 2 0,-3 5 1 16,3 0-24-16,-6 5-5 0,3-2 0 0,-3 5-1 15,0 3 1-15,0-1 0 0,-3 6 0 0,3 0 0 16,-3 8-52-16,-3 8-12 0,3 2 0 0,0 3 0 15,3 6 0-15,-3 4 0 0,3 1 0 0,-3 2 0 0,4-2 0 16,-4-3 0-16,3 0 0 0,0 3 0 0,0 0-12 16,3 5-6-16,-3 0-1 0,3 2 0 15,-3-4-21-15,0-6-4 0,0 0 0 0,0-3-1 16,-3-5-13-16,0 0-2 0,0-5-1 0,-3 0 0 16,3 0-119-16,-3-6-23 0,1 1-5 0</inkml:trace>
  <inkml:trace contextRef="#ctx0" brushRef="#br0" timeOffset="22800.826">15386 9597 1941 0,'-27'-50'40'0,"15"31"10"0,0 1-40 0,3 2-10 0,-3 0 0 0,3 0 0 16,-3 3 101-16,3 0 19 0,0 5 3 0,3-3 1 16,0 6-44-16,1-3-9 0,2 3-2 0,3 2 0 15,0-2-24-15,0 2-5 0,3 3 0 0,0-5-1 16,2 5-14-16,4-3-2 0,0 3-1 0,3-3 0 15,0 1-2-15,3-1 0 0,0 0 0 0,6-2 0 16,0 3-6-16,5-4-2 0,1 4 0 0,3-4 0 16,3 4-12-16,-1-1 0 0,4 0 0 0,-3 1 0 15,0 2 0-15,-4-6 0 0,-2 4 0 0,-3 2 9 16,3-3-9-16,-6 0-14 0,-1 1 3 0,1 2 1 16,-3-3-87-16,0 3-18 0,-3 3-3 0,-3-3-1 15,-3 2-83-15,-3-2-17 0,-6 0-3 0</inkml:trace>
  <inkml:trace contextRef="#ctx0" brushRef="#br0" timeOffset="23044.182">15344 9531 2017 0,'-36'13'42'0,"0"0"10"0,10-2-42 0,-1 0-10 0,0-4 0 0,6 1 0 16,3 0 73-16,3-2 13 0,4-1 2 0,-1 0 1 15,6-2-21-15,3 2-5 0,3-5-1 0,3 5 0 16,3-2-21-16,0 2-4 0,6-2-1 0,-1 2 0 15,4-2-14-15,3 2-3 0,3-5-1 0,0 3 0 16,0 0 12-16,2-1 2 0,-2 1 1 0,6-3 0 16,0 2-20-16,3-2-4 15,-1 0-1-15,7 0 0 0,-3 0-8 0,3-2 0 16,2-1 9-16,1 1-9 0,0-4 0 16,-7 4 0-16,1-4 0 0,0 1 0 0,3-3-109 15,-1-3-17-15,1 1-3 0</inkml:trace>
  <inkml:trace contextRef="#ctx0" brushRef="#br0" timeOffset="23433.174">16627 9211 2192 0,'0'0'92'15,"-3"0"-73"1,-3-3 61-16,0 0 12 0,0 3 2 0,0-2 1 15,0 2-25-15,-3 2-5 0,0-2-1 0,0 6 0 16,-3-4-50-16,3 4-14 0,-3 2 0 0,1 0 0 0,-4-1 8 0,0 1-8 16,0 3 0-16,0 0 8 15,0-1-8-15,3 1 0 0,0-1 0 0,3 4 0 16,3-4 0-16,4 1-9 0,2-3 9 0,0 2-10 0,2 1 10 0,7-1-12 0,0 1 12 0,3 2-12 16,3 0 12-16,0 1-8 0,0-1 8 15,3 0-8-15,0 0 8 16,-4 1 0-16,4-1 0 0,3 0 0 0,-3-2 10 0,0 2 1 0,-3 0 0 15,3-2 0-15,-3 2-11 0,-4-2 0 16,1-1 0-16,-3 3 0 0,-3-2 0 16,-3-1 0-16,-3 1 0 0,-3 0 0 0,0-1 0 0,-3-2 0 0,-6 3 0 0,0-1 0 15,1 1 0-15,-4 0 0 0,0-1 0 0,-3 1 0 16,0-1 0-16,-3-2 0 0,3 3-12 0,-5-3 12 16,2-3-20-16,-3 0 4 0,3 1 1 0,-3-4 0 15,0-2-87-15,4 0-18 0,2 0-3 0</inkml:trace>
  <inkml:trace contextRef="#ctx0" brushRef="#br0" timeOffset="23665.666">16585 9280 2067 0,'0'-8'87'15,"3"2"-70"1,-3 4 89-16,3-4 18 0,-3 4 3 0,6-4 1 15,-3 4-20-15,6-4-4 0,0 4-1 0,0-1 0 0,6 1-63 0,0-4-12 16,2 6-2-16,1-2-1 16,3-4 11-16,0 4 3 0,3-1 0 0,0-2 0 15,-4-1-11-15,1 1-3 0,0 2 0 0,0-4 0 16,0 1-71-16,-3-2-14 0,2 0-4 0,-2 0 0 16,0 1-153-16,0-4-31 0</inkml:trace>
  <inkml:trace contextRef="#ctx0" brushRef="#br0" timeOffset="28571.067">19347 14034 1507 0,'-32'6'71'0,"17"-4"-63"0,0 1-8 0,3-3 0 0,0 3 0 15,0-3 69-15,0 0 13 0,3 0 2 0,0 0 1 16,0 0-22-16,1 0-5 0,2 0-1 0,0 0 0 15,3 0-15-15,3 0-3 0,0 0-1 0,0 0 0 16,0 0-14-16,0 0-2 0,0 0-1 0,0 0 0 16,3 5-13-16,3-2-8 0,0 2 10 0,-1 0-10 15,7-2 10-15,0-1-10 0,3 4 10 0,0-4-10 16,3-2 0-16,3 3 0 0,0 0 0 0,2-3 0 16,1 2 20-16,0-2-3 0,3 0 0 0,6-2 0 15,-4 2-27-15,10-6-6 0,0 4 0 0,2-4-1 16,-2-2 17-16,0 3 0 0,-1-3 0 0,4 3 0 15,0-3 0-15,-3 0 0 0,2 3 0 0,1-3 0 16,0 3 17-16,-4-3 7 0,4 2 2 0,-3-2 0 16,-4 3-42-16,1-3-8 0,-3 3-1 15,0 0-1-15,-1-1 42 0,4 1 9 16,-3 2 2-16,2-2 0 0,-2 2-27 0,0-2 0 0,-3 2 0 0,2-2 0 16,-5 0-16-16,0 2-9 0,-3-2-2 0,0 2 0 15,-1 1 27-15,1-1 0 0,3 0 0 0,-3 1 0 16,3-1 18-16,-1 3 9 0,1-3 1 0,0 1 1 15,3 2-46-15,-3-3-10 0,2 3-1 0,1 0-1 16,-3 0 29-16,0-3 0 0,0 1 0 0,-1 2 0 16,1 0 0-16,3-3 0 0,-3 3 0 0,2 0 0 15,-2 0 0-15,3 0 0 0,0 0 0 0,-1 0 0 16,-2 0 0-16,-3 0 0 0,3 0 0 0,0 0 0 16,-4 3 0-16,-2-3 0 0,-3 0 0 0,3 0 0 0,0 2 23 0,-3 1 10 15,0-3 3-15,-1 5 0 0,1-2-7 0,0 0-1 16,3-1 0-16,-3 1 0 0,-3 0-28 0,3-1 0 0,-4 1 0 15,4 2 0-15,-3-2 0 0,0 0 0 0,-3-1 0 0,0 1 0 16,-3-1 0-16,0 1 0 0,-3-3 0 16,0 3 0-16,-3-1 16 0,0 1-4 15,-3-3 0-15,0 0 0 0,0 0 4 0,0 0 1 16,0 0 0-16,0 5 0 0,0 1-1 0,-3-1-1 0,3 3 0 0,-3-3 0 16,0 0-15-16,3 1 8 0,-3-1-8 0,3 0 0 15,-3 1 0-15,3-1 0 0,-3 0 0 0,0 0 0 16,3 3 8-16,-3-2-8 0,0-1 0 0,3 0 0 15,-3 1 0-15,3-6 8 0,-3 5-8 0,0 0 0 16,0 0 8-16,0 1-8 0,0-1 11 0,0 0-11 16,0-2 11-16,0 2-11 0,0 1 10 0,0-4-10 15,0 4 9-15,-3-4-9 0,3 3 8 0,0 1-8 16,0-1 9-16,0 0-9 0,0 1 10 0,0-1-10 16,0 0 10-16,0 3-10 0,0-3 10 0,0 3-10 15,0 0 12-15,0 0-3 0,-3 0-1 0,4 3 0 16,-1-3 0-16,0 2-8 0,3 1 12 0,-3-1-4 15,0 4 0-15,3-4-8 0,-3 1 12 0,3 2-4 16,0 0 0-16,0 1-8 0,0 1 12 0,0 1-4 16,0 0 0-16,0 0-8 0,0 3 12 0,0-1-4 15,0 1 8-15,0-1 0 0,0 1 1 0,0-1 0 16,0-2-17-16,-3 0 0 0,3 2 0 0,-3-2 0 16,3 0 0-16,-3 0 0 0,0 0 0 0,3 2 0 15,-3-2 0-15,3 3 0 0,-3-1 0 0,3 1 0 0,-3 2 0 16,3 3 0-16,-3 0 0 0,3 2 0 0,0-2 0 0,-3 0 0 15,3 0 0-15,0-1 0 0,0-1 0 16,0-1 0-16,0 0 0 0,0-3 0 16,0 1 55-16,0 0 7 0,0-1 2 0,0 3 0 0,0-2-52 0,-3-1-12 15,0 1 0-15,3 2 0 0,-3 0 0 0,0 0 0 16,0 0 0-16,0 1 0 0,0 1 0 0,0-1 0 0,0-1 0 0,0 3 0 16,0-6 0-16,0-2 0 0,-3 0 0 0,3 2 0 15,0-2 0-15,3 0-15 0,-3-3 3 0,0 6 1 16,3-3 11-16,0 0 11 0,-3 2-3 0,3 1 0 15,0-3-8-15,0 5 0 0,0-3 0 0,0 3 0 16,-3-2 0-16,3-1 0 0,0 1 8 0,-3 2-8 16,0-5 0-16,3 3 0 0,-3-1 0 0,3-2 0 15,-3 0 0-15,0-3 0 0,0 3 0 16,0-3 0-16,3 0 0 0,-2 1 0 0,-1-4 0 0,0 3 0 16,3 1 0-16,0 2 0 0,-3-3 0 0,3 3 0 15,0 0 0-15,0-1 0 0,0 1 0 0,0 0 0 16,0 3 0-16,0-1 0 0,0 1 0 0,0-1 0 15,0-2 0-15,0 0 0 0,0 3 0 0,0-6 0 16,0 3 0-16,0-3 0 0,0 0 0 0,0-2 0 16,0-1 0-16,-3 1 0 0,0-3 0 0,3 2 0 15,-3-2 0-15,0 0 0 0,0 0 0 0,0 0 0 16,0-3 8-16,3 3-8 0,-3-2 8 0,-3 2-8 0,3-3 0 0,0 3 8 16,0-3-8-16,0 3 0 0,3-3 0 0,-3 3 0 15,0-5 0-15,0 5 0 0,0-3 0 0,0 0 0 0,3 3-9 0,-3-2 9 16,0-1 0-16,3-5 0 0,-3 5 10 0,0 1-2 15,3-6-8-15,-3 5 0 0,0 0 0 0,0 0 0 16,0 1 0-16,0-1 0 0,0-2 0 0,0 2 0 16,-3 0 0-16,3-2 0 15,-3 2 0-15,0 0 0 0,0-2 0 0,1 2 0 0,-1 1 0 0,0-1 0 16,-3 0 0-16,0 1 0 0,0-1 0 16,-3 0 0-16,3-2 0 0,0 2 0 0,-3-2 0 0,0 2-8 15,0-2 8-15,0-1 0 0,-2 1-9 0,-1 0 9 16,0-1 0-16,-3-2 0 0,3 0 0 0,-3 0 0 15,0 3 0-15,0-3 0 0,1 0 0 0,-4 0 0 16,3 0-11-16,0-3 11 0,0 3-8 0,0 0 8 16,-2 0 0-16,-1-2-10 0,-3-1 10 0,0 0 0 15,-3 1-12-15,-3-1 4 0,4 0 8 0,-4-2-13 16,-3 5-30-16,3-3-5 0,1 3-2 0,-4-2 0 16,3 4 69-16,0-2 13 0,4 0 4 0,-4 3 0 15,0 0-36-15,0-1 0 0,-2-2 0 0,-1 3 0 16,3 0-24-16,-3-1-9 0,1-2-2 0,-1 3 0 15,3 0 55-15,0-1 10 0,1 4 2 0,-1-4 1 16,0 3-33-16,0-2 0 0,0 2 0 0,1 1 0 16,-1-1-27-16,0 0-2 0,0 1-1 0,-2-1 0 15,5-2 48-15,0-1 10 0,3 3 1 0,-3-2 1 16,4 0 3-16,-1 2 1 0,3-2 0 0,0 2 0 16,-3 0-55-16,6-2-11 0,-2 2-3 0,-1-2 0 0,3 2 35 15,0-2-8-15,0-1 8 0,0 1 0 16,1 0-26-16,2-1-2 0,3 1 0 0,-3 0 0 0,3-3 28 0,0 0 0 15,0 2 0-15,3-2 0 0,0 3 0 0,0-3 0 0,0 0 0 16,0 0 0-16,4 0 0 0,-1 0 0 0,0 0 0 16,0 0 0-16,6 0 0 0,-6 0 0 15,0 0 0-15,6 0 0 0,-6 0 0 0,0 0 0 16,6 0 0-16,-6-3 0 0,6 3 14 0,-6 0 8 0,0 0 2 0,6 0 0 16,-6-2-24-16,6 2 0 0,-6 0 0 0,6 0 0 15,-6-3 0-15,0 3 0 0,6 0 0 0,-6-3 0 16,6 3 0-16,-6 0 0 0,0-2 0 0,6 2 0 15,-6 0 0-15,0-3 0 0,0 0 0 0,1 1 0 16,-1-1 0-16,0 0 0 0,0-2 0 0,0 3 0 16,0-4 0-16,0 4 0 0,3-4 0 0,-3-2-8 15,0 3 8-15,0-3 0 16,0 0 0-16,-3 0 0 0,3 0 0 0,0-5 0 0,0 3 0 0,0-4 0 16,-3 1 0-16,3 0 0 0,0 0 0 0,0-3 0 15,1 0 0-15,-4 0 0 0,3 3 0 0,0-3 0 16,0 0-20-16,0 3 0 0,0-6 1 0,0 3 0 15,0 0 19-15,3 1 0 0,0-1 0 0,-3-3 0 16,3 1 0-16,0-6 0 0,-3 0 0 0,3-2 0 16,3-1 0-16,-3 1 0 0,3-3 0 0,-3-1 0 15,3 4 0-15,0 0 0 0,0-1 0 0,0 1 0 16,-3-1 0-16,3 3 0 0,0 1 0 0,3-7 0 16,-3 1 0-16,0-2 0 0,3-4 0 0,-3 1 0 0,3 2 0 0,-3 0 0 15,3 1 0-15,0 1 0 0,-3 1 0 0,3 3 0 16,0-3 0-16,-3 0 0 0,3 0 0 0,-3-6 0 0,3 1 0 0,0-3 0 15,-3 5 0-15,3-2 0 0,0 2 0 0,0 0 0 16,-3 3 0-16,3 0 0 0,0 2 0 0,0 1 0 16,-3 2 0-16,3-2 0 0,-3-1 0 15,3 1 0-15,-3-3 28 0,3 0 8 0,0-6 3 0,0 3 0 16,0 3-30-16,0 0-9 0,0 0 0 0,0 0 0 16,0 2 8-16,3 4-8 0,-3-4 0 0,2 3 0 15,1-2 0-15,0 2 0 0,0-2 0 0,0-1 0 16,0 1 8-16,0-1-8 0,0 1 0 0,0-1 0 15,0 1 0-15,-3 5 0 0,3 0 8 0,-3-1-8 16,3 1 0-16,-3 3 8 0,0-1-8 0,3 1 0 16,-3-1 9-16,0 3-9 0,0 0 0 0,0 1 9 15,0-1-9-15,-3 2 8 0,3 1-8 0,0-3 8 16,-3 6-8-16,3-4 0 0,0 1 0 0,-3 0 8 16,3 2-8-16,-3 1 0 0,3-1 0 0,0 1 0 15,-3 2-9-15,3-3-4 0,-3 3-1 0,2 0 0 16,1 0-110-16,0-2-21 0,0-1-5 0</inkml:trace>
  <inkml:trace contextRef="#ctx0" brushRef="#br0" timeOffset="29671.462">15046 14579 2172 0,'0'0'61'0,"0"0"15"0,0 0-61 0,0 0-15 0,0 0 0 0,0 0 0 16,0 0 59-16,0 0 9 0,0 0 1 0,0 0 1 15,0 8-3-15,0-5-1 0,0 5 0 0,-3 0 0 16,3 0-34-16,-3 2-6 0,3 4-2 0,-3 4 0 15,0 3-24-15,0 6 0 0,0 5-9 0,-3-1 9 16,3 4 0-16,0 2 14 0,0 0-1 0,0 2 0 16,-2-1-13-16,2-1-18 0,0-3 4 0,-3 6 1 15,3-6 13-15,0 0 0 0,0 1 0 16,0-3 0 0,0-6-54-16,3 1-8 0,0-9-2 0,-3 1 0 0,3-4-117 0,-3-4-24 15</inkml:trace>
  <inkml:trace contextRef="#ctx0" brushRef="#br0" timeOffset="29898.429">15320 14619 2322 0,'3'-16'66'0,"-3"3"14"0,0 2-64 0,-3 1-16 0,3 2 0 0,-3 0 0 32,0 3 94-32,0 2 16 0,3 3 3 0,-6-3 1 15,0 3-57-15,-3 0-11 0,3 3-2 0,-3 2-1 0,0 1-22 0,1 4-4 0,-1 3-1 0,0 3 0 16,0 3-8-16,0 5-8 0,0 2 9 0,0 9-9 15,0-1 0-15,0 6 0 0,3 2 0 0,-3 3 0 16,3-8 0-16,0 0 0 0,0 0 0 0,0 0 0 31,3 0-33-31,0 0 0 0,0 0 0 0,-2 3 0 16,2-3-91-16,0-5-17 0,0-1-4 0</inkml:trace>
  <inkml:trace contextRef="#ctx0" brushRef="#br0" timeOffset="30181.641">14680 15061 2250 0,'-9'0'64'0,"6"-5"14"15,3 5-62-15,0 0-16 0,0 0 0 0,3-3 0 16,0-2 28-16,3 0 2 0,3-1 1 0,0 1 0 15,3 2 5-15,3-2 0 0,3 0 1 0,-1-3 0 16,4 2-1-16,3 1-1 0,0-3 0 0,0 0 0 16,0 3-4-16,2-3-1 0,-2 0 0 0,6 0 0 15,0 0-30-15,2 0 0 0,1 0 0 0,3-2 0 16,-3 2 0-16,2-3-21 0,-2 1 3 0,0 2 1 16,-6 0-17-16,-4 0-3 0,1 3-1 0,-3-1 0 15,-3 4-133-15,-3-1-26 0,-3 0-6 0</inkml:trace>
  <inkml:trace contextRef="#ctx0" brushRef="#br0" timeOffset="30417.129">14900 15103 2131 0,'-15'8'44'0,"1"-2"11"0,2-1-44 0,6 0-11 0,0-2 0 0,6-3 0 15,0 0 37-15,0 0 6 0,0 0 1 0,3 2 0 16,6-2-18-16,0 3-3 0,3-3-1 0,-1 0 0 15,1 0 17-15,3-3 3 0,0 1 1 0,0-1 0 16,6-2-33-16,3 0-10 0,-1-1 0 0,4 1 0 16,0 0 29-16,6-3-1 0,-1 2 0 0,4 1 0 15,-3-3-28-15,0 0 0 16,-1-2 0-16,4 2 0 16,0 0-16-16,0-3-10 0,2 1-2 0,1-1 0 0,0-2-131 15,2 0-26-15,1-3-6 0</inkml:trace>
  <inkml:trace contextRef="#ctx0" brushRef="#br0" timeOffset="30700.71">16198 14450 2169 0,'-21'8'45'0,"12"-3"11"0,3-2-45 16,6-3-11-16,-6 2 0 0,1 1 0 0,5-3 71 0,-6 3 12 0,6-3 2 0,-6 5 1 15,3 3-12-15,0 0-2 0,0 2-1 0,0-2 0 16,3 3-21-16,-3 2-4 0,6 0-1 0,-3 3 0 16,0 3-16-16,0 2-3 0,3 3-1 0,-3 2 0 15,3 3-9-15,-3 3-3 0,0 2 0 0,3 1 0 16,-3-1-4-16,0 1-1 0,3-1 0 0,-3 0 0 16,0 1-8-16,-3-1 12 0,3 1-12 15,-3 2 12-15,3-3-12 0,-3-2 0 0,3 2 9 16,-3-2-9-1,0-6-36-15,3-2-12 0,0-3-3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5:44.9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16725 6107 1192 0,'0'0'24'0,"0"0"8"0,0 0-32 0,0 0 0 0,0 0 0 0,0 0 0 15,-6 3 80-15,6-3 11 0,-3 0 1 0,3 0 1 16,-6 2-16-16,6-2-3 0,-6 0-1 0,3 3 0 16,3-3-42-16,-6 3-9 0,6-3-2 0,0 0 0 15,0 0 4-15,0 0 0 0,0 0 0 16,0 0 0-16,0 0-11 0,0 0-1 0,0 0-1 0,0 0 0 16,3 7 1-16,0-4 1 0,0 2 0 0,3-2 0 15,0 0 0-15,3-1 0 0,0-2 0 0,3 3 0 16,0 0 1-16,0-3 0 0,3 0 0 0,-1 2 0 15,4 1-2-15,0 0-1 0,3-3 0 0,0 0 0 16,0 2-3-16,2-4-8 0,-2 2 12 0,6-3-4 16,0 0 0-16,0 1-8 0,-1-1 12 0,7 3-4 15,0 0-8-15,3 0 12 0,-1 0-12 0,4 0 12 16,-3 0-4-16,0 0-8 0,-1 0 12 0,1-3-4 16,0 1-8-16,-1 2 8 0,4-3-8 0,0 3 8 15,-1 0-8-15,-2 0 0 0,6 3 9 0,-3-3-9 16,-4 0 0-16,1 0 8 0,0 0-8 0,-1 0 0 15,4 2 0-15,-3-2 0 0,0 3 0 0,2 0 8 16,-2-3-8-16,-3 2 0 0,2 4 0 0,-5-6 0 16,0 2 0-16,-3-2 0 0,0 3 0 0,-1-3 8 15,-2 0-8-15,0 0 0 0,3 0 0 0,0 3 0 16,-4-3 0-16,1 0 0 0,3 0 0 0,-3 2 8 16,0-2-8-16,-1 0 0 0,4 0 0 0,-6 0 8 15,3 0-8-15,-3 0 0 0,-3-2 0 0,5 2 0 0,-2-3 0 16,0 0 0-16,0 1 0 0,3-1 0 0,-1 0 0 0,4 3 0 0,-3-2 0 15,3 2 0-15,0-3 0 0,-1 3 0 0,1-3 0 16,0 3 0-16,0-2 0 0,-3-1 0 0,-4 0 0 0,4 3 0 16,-3-5 0-16,3 2 8 0,-3 1-8 0,0-1 0 15,-1 1 0 1,1 2 0-16,0-3 0 0,0 0 0 0,-3 3 0 0,0-2 0 0,0 2 0 0,2-3 0 16,-5 3 0-16,3-3 0 0,-3 1 0 0,0 2 0 15,0-3 0-15,0 3 0 0,0 0 0 0,-1-3 0 16,-2 3 0-16,0 0 0 0,0-2 0 15,-3 2 0-15,0 0 0 0,0 0 0 0,0-3 0 0,0 3 0 16,-3 0 0-16,3 0 0 0,-3 0 0 0,0 0 0 16,0 0 0-16,-3 0 0 0,2 0 0 0,1 0 0 15,0 0 0-15,0 3 8 0,0-3-8 0,-3 0 0 16,3 2 0-16,0-2 0 0,0 0 0 0,0 3 0 16,0-3 0-16,-3 3 0 0,3-1 0 0,-6-2 8 15,6 3 1-15,-3 0 1 0,3-1 0 0,-6-2 0 16,6 3 4-16,-6-3 1 0,3 3 0 0,0 2 0 15,3-3-1-15,-3 4 0 0,-3-6 0 0,3 5 0 16,3 0 3-16,-3 1 1 0,0-4 0 0,0 4 0 16,-1-1-1-16,-2 0 0 0,3 3 0 0,0-3 0 15,0 3-3-15,-3-2-1 0,3 2 0 0,-3 0 0 16,3-1-1-16,-3 1 0 0,0 0 0 0,3 0 0 0,-3 3 0 16,0-1-1-16,3 1 0 0,-3 0 0 0,0-1 1 0,0 1 1 0,0 2 0 0,0-2 0 15,0-1-1-15,0 1 0 0,0-3 0 16,0 5 0-16,0-5 0 0,0 2-1 0,0 1 0 0,0 0 0 15,0-1-11-15,3 1 12 0,-3 2-12 16,0 0 12-16,0-2-12 0,0-1 8 16,0 1-8-16,0 0 8 0,-3 2-8 15,3-3 0-15,0 4 0 0,0-1 0 16,-3 0 8-16,3 3-8 0,0 0 8 0,-3 2-8 0,3-2 8 0,0 3-8 0,0-1 0 0,0 1 8 16,0-1-8-16,0-2 0 0,0 3 9 0,0-3-9 15,3-1 8-15,-3 1-8 0,0-2 8 0,3 1-8 16,0-1 9-16,-3-1-9 0,3 3 12 0,-3-3-12 15,3 0 12-15,0-2-4 0,-3 2 0 0,3 0-8 16,-3 1 10-16,3-1-10 0,-3 0 8 0,0 3-8 16,3 0 8-16,-3 0-8 0,0 2 0 0,0-2 8 15,0 3 0-15,0-1-8 0,0 1 12 0,0 2-4 16,0-3 0-16,0-2-8 0,0 0 12 0,0 0-4 16,0 0-8-16,0 0 10 0,3-3-10 0,-3 0 10 15,0 0-10-15,3 1 12 0,-3-1-12 0,3 0 12 16,-3 0-12-16,0 0 12 0,3 1-12 0,-3-1 12 15,0 0-12-15,3 0 8 0,-3 3-8 0,0 0 8 16,0 0-8-16,0 3 0 0,0-4 0 0,0 4 0 16,0-3 0-16,3 2 0 0,-3-2 8 0,0 3-8 15,3-3 0-15,-3-1 0 0,0-1 0 0,3 2 0 16,-3-1 0-16,3-1 0 0,0 2 0 0,-3-3 0 16,3 3 0-16,0-3 0 0,-3 0 0 0,3 3 0 15,0 0 0-15,-3-3 0 0,3 3 0 0,0 0 0 0,-3 2 0 16,3 1 0-16,0-1 0 0,-3 1 0 0,3 2 0 0,-3 0 0 0,0 0 0 0,3 1 0 15,-3-1 0-15,0-3 0 0,3 3 0 16,-3-2 0-16,3 0 0 0,-3-4 0 0,0 4 0 16,3-1 0-16,-3-2 0 0,0 3 0 0,3-3 0 0,-3 5 0 31,0-3 0-31,0 1 0 0,0 2 0 0,0 0 0 0,0 0 0 0,0 1 0 0,0-1 0 16,0 3 0-16,0-3 0 0,0-3 0 0,0 3 0 0,0-2 0 15,0 2 0-15,0-5 0 0,0 0 8 16,0 2-8-16,-3-2 0 0,3 0 0 0,0-3 0 0,-3 3 0 15,3 0 0-15,-3 0 0 0,3 0 0 0,-3 2 8 16,3-2-8 0,-3 0 0-16,3 3 0 0,-3-1 0 0,3 1 0 0,-3-3 0 0,0 2 0 0,0 1 0 15,0-1 0-15,3-2 0 0,-3 0 0 0,0 0 0 16,3 0 0-16,-3 0 0 0,0-3 0 0,3 0 0 16,-3 3 0-16,0-3 0 0,3-2 0 0,-3 2 0 15,3 0 0-15,0 0 0 0,-3-2 0 0,3 2 0 16,0 0 0-16,-3 1 0 0,3-1 8 0,-3 0-8 15,0 0 0-15,3 3 0 0,0-3 0 0,-3 3 0 16,3-2 0-16,-3 1 0 0,3 1 0 0,-3 0 0 16,3 0 0-16,-3-3 0 0,0 1 0 0,3-1 0 15,-3 0 0-15,3 0 0 0,-3-2 0 0,3 2 0 0,0-2 0 16,-3-1 0-16,0 1 0 0,3-1 0 16,-3 1 0-16,0 0 0 0,3-1 0 0,-3 1 0 0,3-3 0 0,-3 0 0 15,0 0 0-15,3-1 0 0,-3 1 0 0,0 3 0 16,3-3 0-16,-3 0 0 0,3 0 0 15,-2 0 0-15,2 0 0 0,-3 0 0 0,3 0 0 0,-3 2 0 0,3-5 0 0,-3 3 0 16,3-2 0-16,0 2 0 16,-3-3 8-16,3 0-8 0,0-2 0 15,0-3 0-15,-3 5 9 0,0 0-9 16,3-5 0-16,0 6 8 0,0-6-8 0,-6 5 0 0,6-5 0 0,-3 3 8 0,0 2-8 0,-3-2 0 16,0-1 8-16,3 1-8 0,-3 0 10 0,0 2-10 15,0-5 9-15,-3 2-9 0,3 1 8 0,-3 0-8 16,3-3 8-16,-3 2-8 0,3 1 8 0,-3-3-8 15,1 3 0-15,-1-3 0 0,0 2 8 0,0 1-8 16,0-3 0-16,0 3 0 0,-3-3 0 0,3 2 0 16,-3-2 0-16,0 3 0 0,0-3 8 0,-3 3-8 15,4-1 0-15,-7-2 0 0,6 3 0 0,-6 0 0 16,3-1 0-16,0 1 0 0,-3-3 0 16,3 2 0-16,-2 1 0 0,-1-3 0 0,0 3 0 0,3-3 0 15,-3 2 0-15,3-2 0 0,-3 3 0 0,3-3 0 16,-2 0 0-16,2 0 0 0,0 0 0 0,0 0 0 15,0 3 0-15,0-3 0 0,-3 0 0 0,0 2 0 16,1-2 0-16,-4 0 0 0,0 3 0 0,-3-3 0 16,3 0 0-16,-3 3 0 0,1-3 0 0,-4 2 0 15,3-2 0-15,0 0 0 0,3 0 8 0,-2 0-8 16,-1 0 0-16,3 0 0 0,0-2 0 0,-3-1 0 16,3 3 0-16,-2 0 0 0,-1 0 0 0,-3 3 0 15,3-3 0-15,-3 2 0 0,1-2 0 0,-4 0 0 16,6 0 0-16,-6 0 0 0,3-2 0 0,1 2 0 0,-1-3 0 0,0 3 0 0,3-3 0 15,-2 3 0-15,-1 0 0 0,-3-2 0 0,0 2 8 0,0-3-8 16,-2 3 0-16,2 0 0 0,-3-3 0 0,0 3 0 16,4-2 0-16,-1-1 0 0,0 3 0 15,0-3 0-15,1 1 0 0,-1 2 0 16,0-3 0-16,-3 3 0 0,1 0 0 0,2 0 0 0,-3 0 0 0,0 0 0 16,1 0 0-16,2-2 0 0,0-1 8 15,0 3-8-15,4 0 0 0,-4 0 0 0,3 0 0 16,-3 0 0-16,0 0 0 0,1 0 0 15,-1 0 0-15,-3 0 0 0,3 0 0 0,1-3 0 0,-1 3 0 16,0 0 0-16,3 0 0 0,3 0 0 16,1 0 0-16,-1 0 0 0,0 0 0 0,0 0 0 0,0 3 0 15,1-3 0-15,-1 0 0 0,3 3 8 0,0-3-8 0,-3 0 0 16,6 2 0-16,-2-2 0 0,2 0 0 0,0 3 0 16,3-3 0-16,0 0 0 0,0 0 0 0,3 0 0 15,-3 0 0-15,7 2 0 0,-4-2 0 0,3 0 0 16,3 0 0-16,-3 0 0 0,3 0 0 0,0 3 0 15,6-3 0-15,-6 0 0 0,6 0 0 0,-6 0 0 16,6 0 0-16,-6 0 0 0,0 0 0 0,6 0 0 16,-6 0 0-16,6 0 0 0,-6 0 0 0,6 0 0 15,-6 0 0-15,6 0 0 0,-6 0 0 0,6 0 0 16,-6 0 0-16,6 0 0 0,-6 0 0 0,6 0 0 16,-3-3 0-16,3 3 0 0,-6-2 0 0,6 2 0 0,-6-3 0 15,6 3 0-15,-5-2 0 0,2-1 0 0,0-2 0 16,0 2 0-16,0-2 0 0,0 2 0 15,0-2 0-15,0-1 0 0,0 1 8 0,0-3-8 0,0 0 8 0,0 0-8 16,0 0 8-16,0 0-8 0,0-2 8 0,0 2-8 16,3-5 0-16,-3 5 8 15,0-3-8-15,0-2 8 0,0 2-8 0,0 1 8 16,3-1-8-16,-3 1 8 0,0-1-8 0,0 0 8 0,3-2-8 0,-3 3 10 0,3-4-10 16,-3 1 10-16,3 0-10 0,-3-3 0 0,3 0 9 0,0 0-9 15,-3 0 0-15,3-2 0 0,-3-1 0 0,3-2 8 16,0 0-8-16,0-3 0 0,0 0 0 0,0 1 8 15,0-1-8-15,-3 0 0 0,3 3 0 0,0-3 0 16,-3 0 0-16,3 0 0 0,0 3 0 0,0-3 8 16,0 1-8-16,-3-4 0 0,3 1 0 0,0-1 0 15,0-2 0-15,0-3 0 0,0 1 0 0,0-1 0 16,-3 0 0-16,3 3 0 0,0 0 0 0,0 2 0 16,-3-2 0-16,3 3 0 0,0-1 0 0,-3 1 0 15,0-3 0-15,3-3 0 0,-3 3 0 0,0-5 8 16,0 4-8-16,0-1 0 0,-3 2 0 0,4-1 8 15,-1 4-8-15,-3 0 8 0,3-1-8 0,0 3 8 16,-3-2-8-16,3 2 0 0,0-2 8 0,0-1-8 16,0-2 8-16,0 0-8 0,0 0 8 0,0-3-8 15,0 6 0-15,0-1 9 0,0 3-9 0,0-2 0 16,3 5 9-16,0-1-9 0,-3 1 0 0,3 3 9 16,-3-1-9-16,3 1 0 0,0-1 0 0,-3 1 0 15,3-3 0-15,0 2 0 0,0-2 8 0,3 0-8 16,-3 0 0-16,0-1 0 0,0 1 0 0,0 0 8 0,0 0-8 0,0 2 0 15,0 1 0-15,0-1 0 0,0 3 0 0,0 1 0 16,3-1 8-16,-3 2-8 0,0 1 0 0,0-3 0 0,3 0 0 16,-6 3 0-16,6 0 0 0,-3-3 0 0,0 3 0 0,0-3 0 15,0 0 0-15,0 0 0 0,0 0 0 16,0-2 0-16,0-1 0 16,-3-2 0-16,3 0 8 0,0 2-8 0,0-2 0 0,-3 3 0 0,3-3 0 15,-3 2 8-15,3 1-8 0,-3 2 0 0,0 0 0 0,0 0 0 16,3 3 8-16,-3-3-8 15,0-3 0-15,3 3 8 0,0 1-8 0,-3-1 0 0,3 0 0 0,-3-3 0 16,3 3 0 0,-3-2 0-16,3-1 0 0,0 1 0 0,0-1 0 0,0 1 0 0,0-1 0 0,0 1 0 15,0 2 0-15,0 0 0 0,3 0 0 0,-3 0 0 16,3 3 0-16,0 2 0 0,-3-2 0 0,3 3 0 16,0-1 0-16,0 3 0 0,0-2 0 0,0 2 0 15,0-3 0-15,0 3 0 0,3 0 0 0,-3 0 0 16,0-2 0-16,0 2 0 0,0 2 0 0,0-2 0 15,0 3 0-15,0-3 0 0,0 0 0 0,0 3 0 16,0-3 0-16,3 0 0 0,-3 3 0 0,0-3 0 16,0 0 0-16,0 3 0 0,2-3 0 0,-2 0 0 15,0 2 0-15,3-1 0 0,-3-1 0 0,0 0 0 16,3 0 0-16,-3 0 0 0,3 0 0 0,-3 3 0 16,0-3 0-16,3 0 0 0,-3 2 0 0,3-2 0 15,-3 3 0-15,0 0 0 0,3-3 0 0,0 3 0 16,-3-1 0-16,3 4 0 0,0-4 0 0,-3 1 0 15,3 2 0-15,0-2 0 0,0 0 0 0,-3 2 0 0,3-2-8 0,0 2 8 16,-1-2 0-16,1 2 0 0,3 1 0 16,-3-1 0-16,0 0 0 0,3 1 0 0,-3-4-8 15,3 4 8-15,-3-1 0 0,3 1 0 16,3-1-13-16,-3 0 1 0,3-2 1 0,0 0 0 16,2-1-32-16,1 1-6 0,0-3-2 0</inkml:trace>
  <inkml:trace contextRef="#ctx0" brushRef="#br1" timeOffset="15551.073">21708 8113 1276 0,'0'0'54'0,"0"0"-43"16,0 0 56-16,0 0 11 15,0 0 2-15,0 0 1 0,0 0-3 0,0 0-1 0,-6 2 0 0,3 1 0 16,3-3-13-16,-6 3-2 0,0-3-1 0,0 2 0 15,0 1-14 1,0-3-3-16,0 0-1 0,0 3 0 0,0-3-10 0,-3 0-1 0,3 0-1 0,0 0 0 16,-2 0 2-1,2 0 1-15,-3 0 0 0,0 0 0 0,3 0-4 0,-3 0-1 0,0 0 0 0,0 0 0 16,0 0-9-16,0 0-1 0,0 0-1 0,0 0 0 16,-3 0-3-16,3 0-1 0,-2 0 0 0,-1 0 0 15,0 0-2-15,0 0 0 0,-3 0 0 0,0 0 0 16,3-3-2-16,-3 3-1 0,0 0 0 0,0 0 0 15,-2 0-1-15,-1 0 0 0,-3 0 0 0,3 0 0 16,-3-3-8-16,0 3 10 0,1-2-10 0,-4 2 10 16,0 0-10-16,0 0 0 0,3 0 0 0,-6 0 8 15,4-3-8-15,-1 3 0 0,0 0 9 0,0-3-9 16,-3 3 0-16,1-2 8 0,2 2-8 0,-6-3 0 16,0 0 0-16,1 1 0 0,-1 2 0 0,-3-3 8 15,3 0-8-15,0 3 0 0,1-2 0 0,-4-1 0 16,3 0 0-16,0 3 0 0,-2-2 0 0,-1-3 0 15,0 2 9-15,3 0-9 0,-2 1 12 0,-1-4-12 16,0 4 0-16,3-1 0 0,-2-2 0 0,2 2 0 16,0 0 0-16,0 1 0 0,4-1 0 0,-4 0 10 15,0 3-10-15,0-2 0 0,4-1 0 0,-4 3 0 16,-3-2 0-16,6 2 0 0,-3-3 0 0,1 0 0 0,5 3 0 0,-3 0 0 0,3-2 0 16,0 2 0-16,1 0 0 0,2-3 0 15,-3 3 0-15,0 0 0 0,0 0 0 0,4 0 0 0,-4 0 0 16,0 3 0-16,-3-3 0 0,3 0 0 0,1 2 0 0,-1-2 0 15,0 0 0-15,0 0 0 0,0 0 0 0,0 0 0 16,1 3 0-16,2 0 0 0,0-3-9 16,-3 5 9-16,3-5 0 0,0 2-8 15,1 1 8-15,2 0 0 0,-3-1-8 16,3 1 8-16,0 2 0 0,0-2 0 0,1 0-8 0,-1-1 8 0,3 4 0 0,0-4 0 16,0 1 0-16,3 2 0 0,-3-2 0 0,0-1 0 15,3 4 0-15,1-4 0 0,-1 1 0 0,0 0 0 16,3-1 0-16,0 1 0 0,0 0 0 0,0-3 0 15,3 2 0-15,-3 1 0 0,3 0 0 0,0-3 0 16,0 2 0-16,6-2 0 0,-6 0 0 0,0 3 0 16,6-3 0-16,-6 0 0 0,6 0 0 0,0 0 0 15,-6 0 12-15,6 0-4 0,0 0-8 0,0 0 12 16,-6 3-4-16,6-3 0 0,0 0-8 0,-5 2 12 16,5-2-4-16,0 0 0 0,-6 3-8 0,6-3 12 15,-6 2-4-15,3 4 0 0,3-6-8 0,-6 5 12 16,3-2-12-16,0 2 9 0,-3 0-9 0,3 1 8 15,0-1-8-15,0 0 0 0,0 0 9 0,0 1-9 16,0-1 0-16,3 3 0 0,-3 0 0 0,0 0 8 0,3 0-8 16,-3 2 0-16,3 1 0 0,-3 0 0 15,3-1 0-15,0 1 0 0,0 2 0 0,0 3 0 16,0-3 0-16,0 3 0 0,0 0 0 0,0 0 0 16,0 0 0-16,0-1 0 0,0 1 0 0,0 0 0 15,0 0 0-15,0 0 0 0,0 2 0 0,0 1 0 16,0-3 0-16,0 2 0 0,0-2 0 0,0 3 0 0,0-1 0 15,0 3 0-15,0 1 0 0,0-1 0 0,0 3 0 0,0-3 0 0,0 5 0 16,0-2 0-16,0 0 0 0,0-3 0 0,0 0 0 0,0 3 0 16,0-3 0-16,0-2 0 0,0 2 0 15,0 0 0-15,0 0 0 0,0-2 0 0,0-1 0 0,3 3-8 16,-3-2 8-16,0-1 0 0,3 4 0 0,0-4 0 16,0 3 0-16,-3-2 9 0,3-1-1 0,0-2-8 15,0 3 0-15,-3-1 0 0,3-2-10 0,-3-3 10 16,0 3 0-16,3-3 0 0,-3-2 0 0,0 2 0 15,0-2 0-15,3-1 0 0,-3 1 0 0,0-3 0 16,3 3 0-16,-3-4 0 0,0-1 0 0,0 2 0 16,0-3 0-16,3 3 0 0,-3-5 0 0,0 2 0 15,3 0 24-15,-3-5 12 0,0 5 2 0,3 1 1 16,-3-6-11-16,0 2-3 0,0-2 0 0,0 0 0 16,3 6-33-16,-3-6-8 0,0 0 0 0,0 0-1 15,3 2 27-15,-3-2 6 0,0 0 0 0,3 3 1 16,-3-3-17-16,0 0 0 0,3 3 0 0,-3-3 0 15,6 0 0-15,-3 2-9 0,0-2 1 0,-3 0 0 16,5 3 8-16,1-3 0 0,0-3 0 0,-3 3 0 16,3-2 0-16,-3 2 0 0,3 0 0 0,0-3 0 15,0 3 0-15,3-3 0 0,0 1 0 0,0-1 0 16,0 0 0-16,3 1 0 0,0-1 0 0,0 0 0 0,2 1 0 16,1-1 0-16,3 1 0 0,0-1 0 0,0 3 0 0,0-3 0 15,0 1 0-15,2-1 0 0,1 3 0 0,0-3 0 16,-3 1 0-16,3-1 0 0,0 3 0 0,-3-3 0 0,2 3 0 15,-2 0 0-15,3-2 0 0,-3 2 0 0,3 0 0 0,0 0 0 16,2-3 0-16,-2 3 0 0,3 0 0 16,3 0 0-16,-3 0 0 15,2 0 0-15,1 3 0 0,0-3 0 0,-3 0 0 16,3 0 0-16,-4 0 0 0,4 0 0 0,0 0 0 0,0 2 0 0,-3-2 0 16,5 0 0-16,-2 0 0 0,3 0 0 0,0 0 0 0,2 0 0 15,-2 0 0-15,0 3 0 0,0 0 0 0,0-3 0 16,-4 0 0-16,1 2 0 0,0-2 0 0,0 0 0 15,-4 0 0-15,4 0 0 0,3 0 0 0,0 0 0 16,-3 0 0-16,2 3 0 0,1-3 0 0,0 0 0 16,-3 0 0-16,-1 3 0 0,1-3 0 0,0 0 0 15,-3 2 0-15,-3-2 8 0,3 0-8 0,-1 0 0 16,-2 0 0-16,3 0 0 0,3 0 0 0,-3 0 0 16,-1 0 0-16,4 3 0 0,-3-3 0 0,6 3 8 15,-6-3-8-15,2 2 0 0,1 1 0 0,0-3 0 16,-3 2 0-16,0-2 0 0,-4 0 0 0,7 0 0 15,-3 3 0-15,0-3 0 0,0 0 0 0,2 3 0 16,-2-3 0-16,0 2 0 0,3-2 0 0,0 6 0 16,-7-6 0-16,4 2 0 0,0 1 0 0,0 0 0 15,-3-3 0-15,0 2 0 0,-1-2 0 0,-2 3 0 16,3-3 0-16,0 0 0 0,0 3 0 0,0-3 0 16,-1 0 0-16,1 2 0 0,3-2 0 0,-3 3 0 15,0-3 0-15,0 3 0 0,-1-1 0 0,1 1 0 0,-3-3 0 16,3 0 0-16,-3 2 0 0,-3-2 0 15,0 3 0-15,2-3 0 0,-5 3 0 0,3-3 8 0,-3 2-8 0,0-2 0 0,0 0 0 16,-3 0 0-16,0 0 0 0,0-2 0 0,0 2 0 0,0 0 0 16,0 0 0-16,-3 0 0 15,2-3 0-15,-2 3 8 0,0-3-8 0,-3 3 0 16,3 0 0-16,-6 0 8 0,6-2-8 0,-6 2 0 0,3 0 0 0,-3 0 8 16,6-3-8-16,-6 3 0 0,3-2 0 0,-3 2 0 15,3-3 8-15,-3 3-8 0,0 0 8 0,0-5-8 16,0 2 0-16,0 3 9 0,0-8-9 0,0 3 0 15,0-1 8-15,-3 4-8 0,0-6 0 0,3 3 0 16,-3-1 9-16,0-2-9 0,3 0 0 0,-3 0 9 16,0 0-9-16,0 1 8 0,3-4-8 0,-3 0 8 15,0 1 0-15,3-3-8 0,-3 2 12 0,0-2-4 16,3-3 0-16,-3 0 0 0,3 0 0 0,0-2 0 16,-3-1 1-16,3-2 0 0,0 0 0 0,0-3 0 15,0 5-9-15,0-2 8 0,0 0-8 0,3 0 8 16,-3 0-8-16,3 2 0 0,-3-2 9 0,3 0-9 15,0 2 0-15,-3-2 0 0,3 3 0 0,0-3 8 16,-3-3-8-16,3 3 0 0,0-3 0 0,0-3 0 16,0 3 0-16,0 1 0 0,0-1 0 0,0 0 0 15,0 3 0-15,0 2 0 0,0 1 0 0,-3-1 8 16,3 3-8-16,0 1 0 0,0-4 0 0,-3 3 0 0,3 0 0 16,0 3 0-16,-3-3 0 0,3 0 0 0,-3 0 8 0,0 1 0 0,0-4 0 0,0 3 0 15,0 0-8-15,0 3 8 0,0-3-8 0,0 3 8 16,0 0-8-16,0-1 0 0,0 1 0 0,0 3 8 15,0-1-8-15,-3 3 0 0,3-2 0 0,0 2 0 16,0 0 0-16,-3 0 0 0,3 2 0 0,0 1 0 16,0 0 0-16,0 0 0 0,0 2 0 15,0-2 0-15,0 5 0 16,0-3 0-16,0 3 0 0,0 0 0 0,0-5 0 0,0 5 0 0,0 0 0 0,-3-3 0 16,3 3 0-16,0 0 0 0,0-5 0 0,0 5 0 15,0 0 0-15,-3-6 0 0,3 4 0 0,0 2 0 16,-3-3 0-16,3 3 0 0,-3-3 0 0,0 1 0 15,3 2 0-15,-3-5 0 0,-3 2 0 0,3 0 0 16,0 1 0-16,-3-1 0 0,3-2 0 0,-3 2 8 16,0 0-8-16,0 1 0 0,0-4 0 0,-2 4 0 15,2-1 0-15,-3 1 0 0,-3-1 0 0,3-2 8 16,-3 2-8-16,0 0 0 0,0 1 0 0,-6-1 0 16,-3 0 0-16,-5 1 0 0,-1-4 0 0,-6 4 0 15,-3-4-14-15,1 4-1 0,-7 2 0 0,-3-5 0 16,1 2-117-16,-7-5-24 0,0 3-5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6:50.416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16546 5057 964 0,'0'0'20'0,"-6"0"5"15,6 0-25-15,-6 0 0 0,1 0 0 0,-1 0 0 16,0 0 89-16,0 0 13 0,0 0 2 0,-3 0 1 16,3 0-20-16,0 0-4 0,0 0-1 0,0 0 0 0,3 2-16 15,-3-2-4-15,0 0-1 0,6 0 0 0,-6 3-18 0,6-3-3 0,-6 0-1 0,0 2 0 16,6-2-15-16,0 0-3 16,-6 3-1-16,6-3 0 0,0 0-2 0,0 0-1 0,0 0 0 0,0 0 0 31,0 0-3-31,0 0 0 0,6 5 0 0,0-2 0 0,3 2 11 0,0-5 1 0,0 0 1 0,3 3 0 15,0-3 2-15,-3 0 0 0,3 0 0 0,0 0 0 16,-1 0-9-16,1-3-2 0,0 3 0 0,3 0 0 16,0-8-5-16,0 6-2 0,3-1 0 0,0 0 0 15,-1 1-9-15,4-3 10 0,0 2-10 16,0 0 10-16,0-2-10 0,0 0 0 0,2 2 0 0,-5 0 0 16,3 1 0-16,-3-1 8 0,3 0-8 0,-3 1 0 15,0 2 0-15,-4-3 0 0,1 0 8 0,-3 3-8 16,3 0 0-16,0-2 0 0,-3 2 0 0,3-3 0 15,0 3 0-15,-3 0 0 0,2 0 0 0,1 0 0 16,-3-5 0-16,3 5 0 0,0 0 0 0,-3 0 8 16,0 0-8-16,3 0 0 0,-3 0 0 0,3 0 0 15,-4 0 0-15,1 0 0 0,0 0 9 0,0 0-9 16,-3 0 8-16,3 0-8 0,-3 0 10 0,0 0-10 16,0 0 19-16,0 0-3 0,0-3 0 0,-3 3 0 15,0 0 2-15,0 0 0 0,-1 0 0 0,1 0 0 16,0 0 0-16,-3 0 0 0,3 0 0 0,-6 0 0 15,3 3-1-15,0-3 0 0,3 0 0 0,-6 0 0 16,3 5-2-16,0-5-1 0,3 0 0 0,-6 0 0 16,3 3-2-16,0-1-1 0,3-2 0 0,-3 3 0 15,-3-3-2-15,3 3 0 0,3-1 0 0,-3 1 0 0,3 0-1 16,-6-3 0-16,3 2 0 0,3 4 0 0,-6-6 6 0,3 2 1 0,-3-2 0 16,3 8 0-16,3-8-5 0,-3 6-1 15,0-4 0-15,0 3 0 0,3-2-1 0,-3 2 0 16,0 3 0-16,0-5 0 0,-1 0-8 0,1 2 8 0,0-2-8 0,0 2 8 15,0 0-8-15,0 0 0 16,-3-5 9-16,3 8-9 0,0-2 8 16,0-1-8-16,-3-5 10 0,3 5-10 0,0 1 11 0,-3 1-11 15,0-7 12-15,3 8-12 0,-3-2 10 0,3-1-10 0,0 0 8 0,-3 3-8 16,3-2 8-16,-3 1-8 0,0-1 8 0,0-1-8 16,3 3 8-16,-3-3-8 0,0 1 0 0,0 1 8 15,0-1-8-15,0 2 0 0,0-3 0 0,0 6 0 16,0-6 0-16,0 0 0 0,-3 3 8 0,3 0-8 15,-3 3 0-15,3-6 0 0,0 3 0 0,-3 2 8 16,0 1-8-16,3 0 0 0,-3-1 0 0,0 3 8 16,3 1-8-16,-3-1 0 0,3 0 0 0,-3 3 0 15,3 0 0-15,-3-6 0 0,3 6 0 0,0 0 0 16,-3-3 0-16,3 1 0 0,0-1 0 0,0 0 0 16,0-2 0-16,0 2 0 0,0-2 0 0,0 2 0 15,0-3 0-15,0 4 0 0,0-4 0 0,0 3 0 16,0-2 0-16,0 0 0 0,0-1 0 0,0 1 0 15,0 2 0-15,0-2 0 0,0-1 0 0,0 3 0 16,0 1 0-16,3-1 0 0,-3 3 0 0,0 0 0 16,3 2 0-16,-3-2 0 0,0 2 8 0,0 1-8 15,3 0 0-15,-3-1 0 0,3 1 0 0,0-1 0 16,-3-2 0-16,3 0 0 0,0 0 8 0,-3-3-8 16,3 3 0-16,-3-3 0 0,0 0 9 0,3 1-9 15,-3-4 0-15,0 3 9 0,3-2-9 0,-3 0 0 0,0 2 11 0,3-3-11 16,-3 4 10-16,0 1-10 0,0-1 8 0,3 2-8 0,-3 2 0 15,0 1 0-15,0-4 8 0,3 4-8 0,-3-1 0 0,0 1 9 16,3 0-9-16,-3-4 0 16,0 4 9-16,0-1-9 0,3-4 0 0,-3 2 0 15,3-3 0-15,-3 0 0 0,3-2 0 0,0 2 0 0,-3 0 0 0,3-2 0 16,-3 2 0-16,3-3 0 0,-3 4 0 0,0-4 8 16,3 4-8-16,-3-1 0 0,0 0 0 0,0 0 0 15,0 3 0-15,0 0 0 0,0 2 0 0,0 1 0 16,0 0 0-16,0-1 0 0,0 1 0 0,0-1 8 15,0 1-8-15,0-4 0 0,3 4 0 0,-3-3 8 16,0-3-8-16,3 0 0 0,-3 1 0 0,0-1 0 16,3 0 0-16,-3-2 0 0,3 2 0 0,-3 0 0 15,0-2 0-15,3 2 0 0,-3 0 0 0,3 0 0 16,-3 1 0-16,0 1 0 0,3 1 0 0,-3 0 0 16,0 3 0-16,3-1 0 0,-3 3 0 0,0 1 0 15,0-4 0-15,3 3 0 0,-3 0 0 0,0 1 0 16,0-4 0-16,0 1 0 0,0-1 0 0,0-2 0 15,0 0 0-15,0 0 0 0,0 0 0 0,0 0 8 16,0-1-8-16,0 4 0 0,-3-3 0 0,3 2 0 16,0 4 0-16,-3 1 8 0,3-1-8 0,0 4 0 15,-3 0 0-15,3 1 8 0,0-3-8 0,0 2 0 0,0-2 0 16,0-3 8-16,0-2-8 0,0 2 0 0,-3 0 0 16,3-2 8-16,0-1-8 0,0 1 0 0,0-1 0 0,0 3 8 15,0 0-8-15,0 3 0 0,0 3 8 0,0-1-8 0,0 1 8 0,0 2-8 16,3-3 0-16,-3-2 8 0,0 0-8 15,3 0 0-15,-3-6 8 0,0 3-8 0,3-2 8 16,-3 2-8-16,3-2 0 0,-3-4 9 16,3 1-9-16,-3 3 0 0,3 2 10 0,-3 0-10 0,0 3 8 15,0 0-8-15,0 2 8 0,0-2-8 0,0 5 8 0,0-5-8 16,0 0 8-16,0-3-8 0,0 0 8 0,0 0-8 16,0-2 8-16,0-1-8 0,0 1 8 0,0-3-8 15,0 2 0-15,0-2 8 0,0 3-8 0,0-1 0 16,0 3 8-16,-3 0-8 0,3 3 0 0,0 3 8 15,0-1-8-15,-3 1 0 0,3-1 9 0,0 1-9 16,0-4 0-16,-3-1 0 0,3-1 0 0,0 0 8 16,0-3-8-16,-3 1 0 0,3-1 0 0,0 4 0 15,0-4 0-15,0 3 0 0,0 3 0 0,0 0 0 16,0 2 0-16,-3 4 0 0,3-1 0 0,0 2 8 16,0-4-8-16,0-1 0 0,0 1 0 0,0-3 0 15,0-3 0-15,-3 0 0 0,3 0 0 0,0 0 0 16,-3-2 0-16,3 2 0 0,0 0 0 0,0 3 0 15,0 2 0-15,0 1 0 0,0 2 0 0,0 0 0 16,0-2 0-16,0-1 0 0,0 0 0 0,0-2 0 16,0 0 0-16,0-3 0 0,0 0 0 0,0-2 0 15,0 2 0-15,-3 0 0 0,3-2 0 0,0 5 8 16,-3-1-8-16,3 4 0 0,0 2 0 0,-3 0 0 16,0-2 0-16,3 2 0 0,-3-3 0 0,3 1 8 15,-3-4-8-15,3-1 0 0,-3-4 0 0,3 1 0 16,-3-1 0-16,3-2 0 0,-3 0 0 0,3 0 0 0,-3 2 0 0,0 1 8 0,3-1-8 15,-3 3 0-15,0 1 0 16,3 1 0-16,-3-1 0 0,0 1 8 0,0-1 0 16,3 1 0-16,-3-1 0 0,0-4 0 0,3 3-8 0,-3-5-10 15,3 3 10-15,-3-6-13 0,3 3 13 0,0-3 0 0,-3 0 0 0,3 0 0 16,-3 1 0-16,0-1 0 0,3 0 0 0,-3 3 0 16,0 0 0-16,3 0 0 0,-3 0 0 0,0 2 0 15,0 1 0-15,0 2 0 0,3 0 0 0,-3 0 0 16,3-2 0-16,-2 2 0 0,2-3 0 0,-3 1 0 15,3-1 0-15,0-2 0 0,0 0 0 0,-3-3 0 16,3 3 0-16,0-2 0 0,0 1 0 0,-3-1 0 16,3-1 0-16,0 0 0 0,-3 0 0 0,0 1 0 15,3-1 8-15,0 3-8 0,-3 0 0 0,3-1 0 16,0 1 0-16,-3 0 0 0,3 0 0 0,-3 3 0 16,3-4 8-16,-3 4-8 0,3-3 0 0,-3 2 0 15,3-2 0-15,0 0 0 0,0-3 0 0,-3 1 0 16,3-1 8-16,0 0-8 0,0-2 0 0,0 2 0 15,0-5 0-15,0 2 0 0,0 1 8 0,0-3-8 16,-3 3 0-16,3-4 0 0,0 4 0 0,0-3 0 16,-3 3 0-16,3-3 0 0,0 2 0 0,0-2 0 15,0 3 0-15,0-3 0 0,0 2 0 0,0-2 0 16,0 5 8-16,0-2-8 0,0 2 0 0,0 0 0 0,0-2 0 16,0 2 0-16,0 0 0 0,0 3 0 0,0-3 0 15,0 1 0-15,0 2 0 0,3-3 0 0,-3 0 0 0,0 0 0 0,3 1 0 0,-3-4 0 16,3 3 0-16,-3-2 0 0,3-1 0 0,-3 1 0 15,0 0 0-15,3-3 0 16,-3 0 0-16,0 2 0 0,3-2 0 16,-3 0 0-16,0 0 0 0,3 3 0 0,-3-4 0 0,0 1 0 0,3 3 0 15,-3-3 0-15,0 3 0 0,0-4 0 16,0 4 0-16,0 0 0 0,0-1 0 0,0 1 0 16,0 2 0-16,0-2 0 0,0 2 0 0,0 0 0 0,0 3 0 0,0-3 0 15,0 0 0-15,0 1 0 0,0 1 0 0,0-1 0 16,0-1 0-16,0 0 0 0,0 0 0 0,0 1 0 15,3-1 0-15,-3-3 0 0,3 1 0 0,-3-3 0 16,0 3 0-16,0-3 0 0,0 2 0 0,0-2 0 16,0 0 0-16,0 0 0 0,0-3 0 0,0 3 0 15,0 0 0-15,0 0 0 0,0-3 0 0,0 3 0 16,-3 0 0-16,3 0 0 0,0 0 0 0,-3 0 0 16,3-3-13-16,0 3 3 0,-3-2 1 0,3-6 0 15,0 5-11-15,0-5-3 0,0 0 0 0,0 0 0 16,0 0-25-16,0 0-4 0,0 0-2 0,3-5 0 15,-3-3-118-15,6-6-23 0,-3-4-5 0</inkml:trace>
  <inkml:trace contextRef="#ctx0" brushRef="#br0" timeOffset="2246.213">16484 5014 1782 0,'0'0'37'0,"0"0"8"0,0 0-36 0,0 0-9 0,0 0 0 0,0 0 0 15,0 0 96-15,0 0 18 0,0 0 3 0,0 0 1 16,-3 5-57-16,0-2-11 0,-3 2-2 0,3 1-1 16,-3 2-15-16,0 2-4 0,0-4 0 0,3 1 0 15,-3 1-14-15,0 3-3 0,3 0-1 0,-3 2 0 16,3-3-10-16,-3 1 0 0,3 0 0 0,0 4 0 16,3-7 0-16,-3 3 0 0,3 0 0 0,-2-1 0 15,2 3 0-15,0-2 0 0,0 2 0 0,0 0 0 16,0 1 0-16,0-1 8 0,0-3-8 0,0 6 8 15,0-2-8-15,0 1 0 0,0 1 0 0,0 0 0 16,0 3 0-16,0 2 0 0,0-3 0 0,0 6 0 16,-3-3 0-16,3 3 0 0,0 0 0 0,-3 2 0 15,0-2 13-15,0 0 1 0,-3 0 0 0,3 2 0 16,0 1 21-16,0-1 4 0,0 3 1 0,0 6 0 16,3-3-28-16,0 2-4 0,0 3-8 0,3 0 11 15,-3-3-11-15,3 1 0 0,-3-6 0 0,3 5 0 16,0-2 0-16,-3 2 0 0,3-2 0 0,0 5 0 15,-3 0 53-15,3 0 9 0,0 3 2 0,0 0 0 0,-3-6-52 16,3 1-12-16,0-1 0 0,-3 0 0 0,2 1 0 16,-2 2 0-16,0 2 0 0,3 4 0 0,-3-4 0 15,3-2 0-15,-3 3 0 0,0-3 0 0,3 0 0 0,-3-5 0 16,3 0 0-16,-3 2 0 0,3 1 0 0,-3 2 0 0,3 5 0 0,-3-2 0 16,3-3 0-16,0 0 0 0,-3-3 0 15,3 1 0-15,0-1 54 0,-3-2 8 0,3-1 2 0,0 6 0 16,0-2-52-16,0 5-12 0,0-1 0 0,-3 1 0 15,6-3 0-15,-3-3 0 0,0-2 0 0,0 0 0 16,-3 0-16-16,3-3-5 0,0-3-2 0,-3 6 0 16,3 0 23-16,-3-1 0 0,0 4 0 0,3-1 0 15,-3-2 19-15,3 0 1 0,0-3 1 0,0 0 0 16,-3-3-33-16,0 1-6 0,3-1-2 0,-3-2 0 16,0 0 20-16,0 0 0 0,0 0 0 0,0 2 0 15,0-2 0-15,0 2 0 0,0 1 0 0,0 2 0 16,0-5 0-16,0 0 0 0,0-1 0 0,0 1 0 15,0-3 0-15,0-2 0 0,0 2 0 0,0-2 0 16,0-1 0-16,-3 1 0 0,3-4 0 0,0 7 0 16,0-4 0-16,-3 3 0 0,3 0 0 0,0 3 0 15,-3 0 0-15,3 0 0 0,-3 0 0 0,0 2 0 16,3 1 0-16,-3-6 0 0,3 3 0 0,0-3 0 16,-3 3 0-16,3-3 0 0,0 0 0 0,-3 0 0 15,3 0 0-15,0 3 0 0,-3 0 0 0,3 2 0 0,0 1 0 16,0 2 0-16,0 3 0 0,0-1 0 0,0-1 0 15,3-1 0-15,-3-3 0 0,0 3 0 16,3-2 0-16,-3-1 0 0,0 1 0 0,3 2 0 0,-3 0 0 16,0 3 0-16,3 2 8 0,-3 3-8 15,3-5 8-15,-3 2-8 0,3 3 11 0,0-2-11 0,0-4 14 16,0 1-4-16,-3 0-1 0,3 2 0 16,-3 1 0-16,0 4 0 0,3 1 0 0,-3 0 0 0,0-1-9 0,3-4 12 0,-3 2-12 0,0 0 12 15,0-3-12-15,0 1 10 0,0-4-10 0,0 7 10 16,0-1-10-16,-3 2 0 0,3 1 9 0,0 2-9 15,-3-5 8-15,3-2-8 0,0-4 10 0,-3 1-10 16,0 0 8-16,3 0-8 0,-3-3 0 0,0 3 0 16,3 2 8-16,-3 0-8 0,3 1 0 0,-3 2 0 15,3-3 0-15,-3-5 8 0,3 3-8 0,0-3 0 16,-3 0 0-16,3-5 9 0,0 3-9 0,-3-1 8 16,3 3-8-16,-3 0 10 0,0 0-10 0,3 6 10 15,-3-6-10-15,3 3 8 0,-3-1-8 0,3-2 8 16,0 1-8-16,-3-4 0 0,0-2 0 0,3 0 8 15,-3-1-8-15,0-1 0 0,3-1 0 0,-3 5 0 16,0 1 0-16,3-1 0 0,-3 3 0 0,0 0 0 16,3 0 0-16,-3 1 0 0,3-4 0 0,0 1 0 15,0-6 0-15,0 0 0 0,0 0 0 0,-3 0 0 16,3-2 0-16,-3-1 0 0,3 1 0 0,0-1 0 16,0 1 0-16,-3 2 0 0,3-3 8 0,-3 4-8 15,3 1 0-15,-3-1 0 0,0 1 0 0,0 4 0 16,3-3 0-16,-2-3 0 0,-1 0 8 0,0 0-8 15,3-5 0-15,0 0 0 0,-3 0 0 0,3-3 0 0,-3 0 0 16,3 1 0-16,0-1 0 0,-3 0 0 16,3-2 0-16,0-1 0 0,-3 1 0 0,3-1 0 0,0-2 0 0,0 3 0 0,0-1 8 15,0 1-8-15,0 0 0 0,0-1 0 0,0 1 0 0,0-1 0 16,0 4 0-16,3-4 0 0,-3 1 0 0,0 2 0 16,0-2 0-16,3-1 0 0,-3 1 0 0,0-3 0 15,3 2 0-15,-3-2 0 0,3-2 0 0,0 1 0 16,-3-1 0-16,3 2 0 0,-1-3 8 0,-2-2-8 15,3 2 0-15,0-2 0 0,0 2 0 16,0-3 0-16,0 1 0 0,0 0 0 0,3-1 0 16,-3-2 0-16,3 3 0 0,-3-3 0 0,3 3 0 0,0-3 0 15,0 0 0-15,-3 0 0 0,3 0 0 0,3 0 0 16,-3 0 0-16,0 0 0 0,0 0 0 0,0 0 0 16,0 0 0-16,0 0 0 0,0 0 0 0,0 0 0 15,-1 0 12-15,1 0-4 0,0 0 0 0,0 0 0 16,0 0-8-16,3 2 0 0,0-2 0 0,-3 0 0 15,3 0 0-15,0 0 0 0,0 0 0 0,3 0 0 16,-3 0 0-16,3 0 0 0,0 0 0 0,-1-2 0 16,4 2 0-16,0-3 0 0,-3 0 0 0,6 1 0 15,-3 2 0-15,0-6 0 16,3 4 0-16,-3-1 0 0,2 1 0 0,-2-4 0 0,0 1 0 0,0 2 0 16,0-2 0-16,-3 0 0 0,3-1 0 0,-3 4 0 15,0-3 0-15,-1 2 0 0,-2 0 0 0,3-2 0 16,0 2 0-16,0 1 0 0,-3-1 0 0,3 0 0 0,-3 1 0 15,0 2 0-15,3-3 0 0,-3 3 0 16,0-3 0-16,-1 3 0 0,4 0 0 0,0-2 0 16,-3 2 0-16,3 0-9 0,0 0 9 0,-3 0-13 15,3 0 13-15,0 0 8 0,-3 0 0 0,3 0-8 16,-1 0 0-16,-2 2 0 0,3-2 0 0,-3 0 0 16,3 0 0-16,-3 3 0 0,0-3 0 0,-3 0 0 15,3 0 0-15,0 0 0 0,-3 0 0 0,3 0 0 16,-3 0 0-16,3 0 0 0,-3 0 0 0,0 0 0 0,-1-3 0 0,-2 3 0 0,3 0 0 15,0 0 0-15,-3-2 0 0,3 2 0 0,-3 0 0 0,3 0 0 16,-3 0 0-16,3 0 0 0,-3 0 0 0,3 0 0 16,-3 0 0-16,3-3 0 0,-3 3 0 0,3-3 0 15,0 3 0-15,-3-2 0 0,3-1 0 0,0 1 0 16,-3-1 0-16,3-2 0 0,-3 2 0 0,3 0 0 16,0 1 0-16,-3-4-9 0,3 4 1 0,-4-4 0 15,4 1-38-15,-3 2-7 0,3-2-2 0,0 0 0 16,-3 0-58-16,3-1-12 0,-3 1-3 15</inkml:trace>
  <inkml:trace contextRef="#ctx0" brushRef="#br1" timeOffset="14999.409">12132 5128 1275 0,'-6'0'26'0,"0"0"8"0,0 0-34 0,0 0 0 0,6 0 0 0,-6 0 0 15,0 0 88-15,6 0 10 0,-6 0 2 0,6 0 1 16,0 0-13-16,0 0-2 0,0 0-1 0,0 0 0 15,0 0-31-15,0 0-6 0,0 0-2 0,0 0 0 16,0 0-17-16,0 0-3 0,0 0-1 0,0 0 0 16,0 0-8-16,6 3-1 0,-3-1-1 0,3 1 0 15,0-3-4-15,3 3-1 0,0-3 0 0,0 0 0 16,6 2-10-16,-3-2 10 0,6 0-10 0,0 0 10 16,-1-2-10-16,7 2 12 0,0 0-12 0,0 0 12 15,3 0-12-15,-1-3 0 0,1 3 0 0,0-3 0 16,0 1 8-16,0-1-8 0,-4 3 8 0,4-5-8 15,0 2 0-15,3 0 0 0,0 3 0 0,-1-5 0 16,1 2 0-16,3 1 0 16,0-4 8-16,2 4-8 0,-2-3 0 0,-3 2 0 0,3-2 0 0,-1 2 8 15,1 0-8-15,0-5 0 0,2 3 0 0,1 2 0 16,0-2 0-16,3 3 0 0,-4-4 0 0,4 6 8 16,-3-5-8-16,-4 0 0 0,1 2 0 0,3 0 0 15,0 1 0-15,2-4 10 0,1 4-10 0,3-4 10 16,-4 4-10-16,1 2 12 0,0-3-12 0,2 3 12 15,-2-5-2-15,-3 0 0 0,3-1 0 0,-1 1 0 0,-2 0 1 16,6 2 0-16,-4-2 0 0,1 2 0 16,0-2-1-16,-7 2 0 0,4 1 0 0,0-4 0 0,-3 4-10 15,-4-6 12-15,1 2-12 0,0 1 12 0,0-3-12 0,0 3 10 0,-1 0-10 16,1 2 10-16,0 0-10 0,-3 1 0 0,-1-1 9 16,-2 3-9-16,3-5 8 0,0 2-8 0,-3 0 10 0,-1-2-10 15,1 2 9-15,3-2-9 0,-3 3 8 0,0-1-8 16,2 0 9-16,-2 1-9 0,3-1 10 0,-3 3-10 15,0 0 8-15,-1 0-8 0,1 0 0 0,0 0 9 16,-3 0-9-16,0 0 0 0,0 0 9 0,-1 0-9 16,-2 0 10-16,0-5-2 0,0 5-8 0,0 0 12 15,-3 0-2-15,3-3-1 0,-4 3 0 0,4 0 0 16,-3 0-1-16,-3 0 0 0,3 0 0 0,-3 0 0 16,0 3 0-16,-3-3 0 0,0 0 0 0,0 5 0 15,0-5 4-15,-3 0 0 0,-1 3 0 0,-5-3 0 16,3 2-2-16,-3-2 0 0,6 3 0 0,-6-3 0 15,6 3 0-15,-6-3 0 0,3 5 0 0,-3-5 0 16,3 5-10-16,0 3 12 0,0 0-12 0,0-5 12 16,-3 5-12-16,3-3 12 0,-3-5-12 0,0 8 12 15,3 0-12-15,-3 0 10 0,0 0-10 0,0 2 10 16,0 1-10-16,0-3 8 0,0 2-8 0,0 1 8 16,0-1-8-16,0 4 0 0,0-1 9 0,0-2-9 15,0 2 0-15,0 0 9 0,0 0-9 0,0 0 0 16,0 1 8-16,-3-1-8 0,3-3 0 0,0 4 0 0,0-1 0 15,-3 0 8-15,3-2-8 0,0 2 0 0,0-2 8 16,0-1-8-16,0 1 0 0,0-3 0 16,0 2 8-16,0 1-8 0,3-1 0 0,-3 4 0 15,0-4 0-15,3 1 0 0,-3 2 0 0,0 0 0 0,3 3 0 16,-3-3 0-16,3 3 8 0,-3 0-8 0,3 0 0 0,-3 3 0 16,3-1 0-16,-3 1 0 0,3-4 9 0,-3 1-9 15,3 0 0-15,0 3 9 0,-3-6-9 0,3 3 0 0,0 0 0 0,-3-3 0 16,3 3 8-16,0-3-8 15,-3 0 0-15,3 0 8 0,0 1-8 0,-3-1 0 0,3 3 9 0,-3 2-9 16,3-7 8-16,-3 5-8 0,3 0 10 0,0 2-10 16,-3 1 9-16,3 2-9 0,0 0 8 0,0 0-8 15,-3 3 9-15,3-3-9 0,-3-2 10 0,3 2-10 16,-3 0 10-16,0 0-10 0,3-2 10 0,-3-1-10 16,0 1 9-16,3-1-9 0,-3-2 8 0,0 3-8 15,3-1 9-15,-3 3-9 0,0-2 10 0,0 5-10 16,3 0 9-16,-3-1-9 0,0 4 8 0,3 2-8 15,-3-3 11-15,0 1-3 0,3-3-8 0,-3 5 12 16,3-5-4-16,-3 2 0 0,2-2-8 0,-2 0 12 16,3 2-4-16,0 3 0 0,-3-2-8 0,3 4 12 15,0-1-4-15,0 1-8 0,0 1 11 0,0 2-11 16,0-4 8-16,0 1-8 0,3-2 0 0,-3 1 0 16,0-1 12-16,0 0-12 0,-3 0 12 0,3 3-12 15,0-1 12-15,-3 4-4 0,3-1 0 0,-3 3-8 16,3-5 13-16,-3 2-4 0,3-5-1 0,-3 3 0 15,3-3-8-15,-3 0 10 0,0-2-10 0,3 2 10 16,-3 0-10-16,0 0 8 0,0 3-8 0,0 0 8 16,0-1-8-16,0-1 0 0,0-1 9 0,0-3-9 0,0 1 0 15,3-4 8-15,-3 1-8 0,0 0 0 0,0-3 0 0,0-2 0 16,0-1 0-16,0 1 8 0,0 2-8 0,-3-3 0 0,3 1 0 0,0 2 8 16,-3-2-8-16,3-1 0 0,0-2 0 15,-3 3 8-15,3-4-8 0,0 1 0 0,-3 0 0 0,3-3 0 16,0 1 0-16,-3-4 0 0,3 3 0 0,-3-5 8 15,3 3-8-15,0-3 0 0,-3-3 0 0,3 3 0 16,-3-3 0-16,3 3 8 16,-3-2-8-16,3-6 0 0,0 2 0 0,0-2 8 0,0 0-8 0,0 0 0 31,-3 6 0-31,3-6 8 0,0 0-8 0,0 0 0 0,-6 2 0 0,6-2 8 0,0 0-8 0,-6 6 0 16,6-6 0-16,0 0 8 0,-6 0-8 0,0 0 0 15,6 0 0-15,-6 0 0 0,6 0 0 0,-6 0 8 16,1 0-8-16,-1 0 0 0,0 0 0 0,-3 0 0 15,3 0 0-15,0 0 0 0,-3 0 0 0,0 0 8 16,0 2-8-16,0-2 0 0,-3 3 0 0,3-3 0 16,-3 3 0-16,-3-1 0 0,4 1 0 0,-4-3 0 15,3 2 0-15,-3 1 0 0,0 0 0 0,0-3 0 16,0 2 0-16,0 1 0 0,0 0 0 0,1-1 0 16,-1 4 0-16,0-4 0 0,0 1 0 0,0 0 8 15,0-1-8-15,-3 1 0 0,0 0 0 0,1-1 0 16,-1 1 0-16,0-3 0 0,-3 0 0 0,0 2 0 0,3-2 0 15,-5 3 0-15,2 0 0 0,0-3 0 0,-3 2 0 0,3 1 0 16,0 0 0-16,1 2 0 16,-1-2 0-16,3-1 0 0,0 1 0 0,-3-3 8 0,0 3-8 0,3-3 0 0,-2 0 0 15,-1 2 0-15,-3-2 0 0,0 0 0 0,3 0 0 16,-5 0 0-16,2 3 0 16,-3-3 0-16,0 0 0 0,-3 2 8 0,4 1-8 15,-1 0 0-15,3-1 0 0,-3 1 0 0,0-3 0 0,-2 0 0 0,2 3 0 16,-6-3 8-16,0 0-8 0,1 2 0 15,-4 1 0-15,-3 0 0 0,6-1 0 0,-2 1 0 16,2 2 0-16,0-2 0 0,0 2 0 16,-2-2 0-16,2-3 0 0,-6 2 0 0,4 1 0 0,-1 0 0 0,0-1 0 0,-3 1 0 15,7 2 0-15,-1-2 0 0,3 2 0 0,-3-2 0 16,4 0 0-16,-1 2 0 0,-3-2 0 0,0-1 0 16,4-2 0-16,-4 3 0 0,3-3 0 0,-3 2 0 15,4 1 0-15,2 0 0 0,0-3 0 0,0 2 0 16,3 1 0-16,1-3 0 0,-1 3 0 0,3-3 0 15,-3 0 0-15,0 0 0 0,1 0 0 0,-1-3 0 16,0 3 0-16,-3 0 0 0,0 0 0 16,1 3 8-16,-1-3-8 0,3 2 0 0,-3-2 0 15,3 3 0-15,1 0 0 0,2-3 0 0,0 0 0 0,0 2 0 16,0 1 0-16,0-3 0 0,-2 0 0 0,-1 3 0 16,0-1 0-16,0 1 0 0,0-3 0 0,-2 5 0 15,5-5 0-15,0 3 0 0,0-1 0 0,3 1 0 16,0 0 0-16,3-3 0 0,1 2 0 0,2-2 0 15,3 3 0-15,0-3 0 0,0 0 0 0,3 0 0 16,0 0 0-16,6 0 0 0,0 0 0 0,0 0 0 16,-6 0 0-16,6 0 0 0,0 0 0 0,0 0 0 15,0 0 0-15,0 0 0 0,0 0 0 0,0 0-8 0,-6-3 8 0,6 3 0 16,0 0 0-16,0 0 0 0,0 0 0 0,-6-2 0 0,6 2 0 16,-6-3 0-16,6 3 0 0,-6-3 0 0,0 1 0 0,3-1 0 15,3 3 0-15,-6-5 0 0,0 2 0 0,3-2 0 16,-3 0 0-16,3 2 0 0,0-5 0 0,-2 3 8 15,-1-3-8-15,3 3 0 0,-3-3 0 0,0-3 0 16,0 3 0-16,0-3 8 16,0 1-8-16,0-1 0 0,0 1 0 0,-3-4 9 0,0 4-9 15,0-3 0-15,0-1 8 0,0-1-8 0,0-1 0 0,-3 0 0 16,3 0 0-16,1-3 0 0,-4-2 0 0,3 3 0 16,-3-3 0-16,3-6 0 0,0 3 0 15,0-5 0-15,0 5 32 16,0-2-1-16,3-1 0 0,0 1 0 0,0 2-31 0,0 3 0 0,0-3 0 0,0 3 0 15,3-3 0-15,-2 0 0 0,2-2 0 0,0-1 0 16,0-2 0-16,3-2 0 0,0-1 0 0,-3-3 0 16,3 6 0-16,0 0 0 0,0-2 0 0,3 4 0 15,-3 1 0-15,0-1 0 0,3 3 0 0,-3 0 0 16,0-2 0-16,0 0 0 0,3-6 0 0,-3 3 0 16,0 0 0-16,3-3 0 0,-3 0 0 0,3 3 0 15,-1 0 0-15,-2 2 0 0,3 4 0 0,-3-1 0 16,3 0 0-16,0 3 0 0,0-3 0 0,0 0 0 15,0 0 0-15,0-5 0 0,0 3 0 0,3-6 0 16,-3 6-16-16,3-6-8 0,0 3-3 0,-3-3 0 16,3 8 27-16,-3 0 0 0,3 1 0 0,0 1 0 0,0 1 0 0,-3 0 0 15,3 3 0-15,-3-4 0 0,0-1 0 0,0 1 0 16,0-1 0-16,-3-4 0 0,3 3 0 0,0-2 0 0,-3-3 0 16,3 2 0-16,0 3 0 15,-3 1 0-15,3 1 0 0,0-1 0 0,-3 4 0 0,3 1 0 16,0-1 0-16,-3 1 0 0,0-1 0 0,3-2 0 15,-3 2 0-15,0-4 8 0,2-1-8 0,-2 0 0 0,0-5 0 16,3 2 0-16,-3 1 0 0,0 2 0 0,3-2 0 0,-3 2 0 16,0 3 0-16,0 2 0 0,3 1 0 0,-3-1 0 15,0 3 0-15,3-2 0 0,-3 2 0 0,0-3 0 16,3 3 0-16,-3 1 0 0,3-1 0 0,0-3 0 16,-3 1 0-16,3-4 0 0,0 1 0 0,0 0 0 15,3 3 0-15,-3-4 0 0,3 4 0 0,-3-6 0 16,3 11 0-16,0-8 0 0,0 5 0 0,3 0 0 15,-3 3 0-15,0-1 0 0,3 4 0 0,0-3 0 16,-3 2 0-16,0-2 0 0,3 2 0 0,-4-2 0 16,1 0 0-16,0 2 0 15,0-2 0-15,0 0 0 0,0 2 0 0,-3-2 0 0,3 0 0 0,0-3 0 16,0 3 0-16,-3-1 0 0,3-4 0 0,0 5 0 16,0-3 0-16,0 3 0 0,0-3 0 0,0 2 0 15,0 4 0-15,0-1 0 0,0 1 0 0,0 4 0 16,-3 1-46-16,3 0-10 0,-4 2-3 0,-2 3 0 15,0 0-92-15,6 8-18 0</inkml:trace>
  <inkml:trace contextRef="#ctx0" brushRef="#br1" timeOffset="23902.734">19690 9018 1364 0,'0'0'28'0,"0"0"7"0,0 0-35 0,0 0 0 0,0 0 0 0,0 0 0 16,0 0 92-16,-3-3 11 0,-3 0 2 0,0 3 1 15,0 0-33-15,0-2-6 0,0 2-2 0,0 0 0 16,0 0-13-16,-3 2-2 0,3-2-1 0,-3 0 0 16,0 3-10-16,-3-3-3 0,3 3 0 0,-2-1 0 15,-1-2-12-15,0 3-4 0,-3 0 0 16,0-1 0-16,0 1-4 0,0-1 0 0,0 1-1 0,0 2 0 16,1-2 2-16,-1 2 1 0,0-2 0 0,-3 2 0 15,3-2 0-15,-6 0 0 0,3-1 0 0,-5 1 0 16,2-1-2-16,-3-2-1 0,0 0 0 0,-3 3 0 15,1-3-3-15,-1 3 0 0,3-1 0 0,-3 1 0 16,0-3 0-16,4 3-1 0,-1-1 0 0,-3-2 0 16,3 3-11-16,-3-3 12 0,1 0-12 15,-4 0 12-15,-3 3-12 0,0-3 0 0,-2 0 9 0,-1 2-9 16,0-2 0-16,3 3 0 0,1-3 0 0,-4 3 8 16,6-1-8-16,-3-2 0 0,-2 0 0 0,2 3 0 15,-3-3 0-15,1 3 0 0,-4-3 0 0,3 2 8 16,0-2-8-16,4 3 0 0,2-1 0 0,0-2 0 15,0 3 0-15,1-3 0 0,-1 0 0 0,0 0 0 16,0 0 0-16,0 0 0 0,-2-3 0 0,-1 3 0 16,6 0 0-16,-3-2 0 0,4 2 0 0,-1-3 0 15,3 3 0-15,3 0 0 0,-3-2 0 0,4 2 0 16,-1-3 0-16,-3 0 0 0,0 1 0 0,0 2 0 16,0-3 0-16,-2 3 0 0,-1-3 0 0,0 3 0 15,0-2 0-15,4 2 0 0,-1 0 0 0,-3 2 0 0,6-2 0 16,0 0 0-16,3 3 0 0,-2 0 0 0,2-3 0 0,0 2 0 0,3-2 0 15,-3 3 0-15,0-3 0 0,-3 3 0 0,4-3 0 0,-4 0 0 16,3 2 0-16,-3-2 0 0,0 0 0 0,0 3 0 16,3-1 0-16,1-2 0 0,2 3 0 0,-3 0 0 15,3-3 0-15,0 2 0 0,0-2 0 0,3 3 0 16,0-3 0-16,0 0 0 0,1 3 0 0,-1-1 0 16,3-2 0-16,0 0 0 0,0 3 0 0,0-3 0 15,0 3 8-15,0-3-8 0,0 0 10 0,0 2-10 16,-3-2 9-16,3 0-9 0,-2 3 8 0,-1 0-8 15,0-3 8-15,-3 0-8 0,3 0 8 16,0 0-8-16,-3 2 12 0,3-2-4 0,-3 0 0 0,0 3 0 16,4 0 0-16,-4-3 0 0,3 0 0 0,3 2 0 15,-3-2 3-15,3 3 0 0,0-1 0 0,3-2 0 16,-3 3-3-16,3-3 0 0,0 0 0 0,6 0 0 16,-3 3 2-16,3-3 0 0,0 0 0 0,0 0 0 15,0 0-10-15,-3 2 0 0,3-2 9 0,-3 6-9 16,3-6 0-16,-3 5 0 0,0 0 0 0,0 1 0 15,3-6 0-15,0 7 0 0,-3-1 0 0,0-1 0 16,0 0 0-16,0 3 0 0,3-2 0 0,-2 2 8 16,-1-3-8-16,0 3 0 0,3 0 0 0,-3 0 0 15,0 0 0-15,3 0 0 0,-3-1 0 0,0 1 0 0,3 3 0 0,-3-3 0 16,0 2 0-16,3 1 0 16,-3 0 0-16,3-3 0 0,-3 2 0 0,3 1 0 0,0-1 0 15,0 4 0-15,0-4 0 0,0 6 0 0,0-3 0 0,0 3 0 0,3 0 0 16,-3 0 0-16,0 0 0 0,3 2 0 0,0 1 0 0,-3-1 0 15,3 1 0-15,0-3 0 0,0 0 0 16,-3-1 0-16,3 1 0 16,0 0 0-16,0-3 0 0,0 3 0 0,-1-2 0 0,1 1 0 15,3-1 0-15,-3 2 0 0,0-3 0 0,0 3 0 16,0 0 0-16,0-1 0 0,0 4 0 0,0-1 0 0,0 4 0 16,-3 1 0-16,3-1 0 0,0-1 0 0,0 3 0 0,0-1 0 15,0-1 0-15,-3-4 0 0,3 1 0 0,0-1 0 16,0 1 0-16,-3-3 0 0,0-1 0 0,3 1 0 15,-3 0 0-15,0 0 0 0,0-3 0 0,0 3 0 16,-3 0 0-16,3 3 0 0,0-1 0 0,-3 3 0 16,3 0 0-16,0-2 0 0,-3 5 0 0,3 0 0 15,0-3 0-15,-3 0 0 0,3-3 0 0,0 4 0 16,0-4 0-16,0-2 0 0,0 0 0 0,0 0 0 16,0-3 0-16,0 0 9 0,0 0-9 0,0 1 0 15,3-1 8-15,-3 0-8 0,0-2 0 0,0 2 0 16,0 0 0-16,0 3 0 0,0-3 0 0,0 3 0 15,0 0 0-15,0 3 0 0,0-1 0 0,0 1 0 16,3-1 0-16,-3 1 0 0,0 2 0 0,0-3 0 16,0-2 0-16,0 3 0 0,0-3 8 0,0-1-8 15,0 1 0-15,0-2 0 0,0-1 0 0,0 0 0 0,0 0 0 16,0-2 0-16,0-1 0 0,0 4 0 16,0-4 9-16,-3 3-9 0,3-2 0 0,-3 5 9 15,3-3-9-15,-3 3 0 0,0 0 0 0,3 0 8 16,-3 2-8-16,3 1 0 0,-3 2 0 0,3-2 0 0,-3 2 0 0,3-3 0 15,0 1 0-15,-3 2 0 0,3-5 0 0,-3 0-16 0,3 0 3 16,-3-1 0-16,0-1 22 0,3 2 5 0,-3-1 1 16,0 1 0-16,0 0-15 0,0-3 0 0,0 3 0 15,0 0 0-15,3 0 0 0,-3 3 0 0,1-1 0 0,2 3 0 16,-3 0 0-16,3 1 0 0,0-4 0 0,-3 3 0 16,3 0 0-16,0-2 0 0,0-1 0 15,0-2 0-15,0 0 0 0,0 0 0 0,0-3 0 0,0 1 0 16,0-1 0-16,0 0 0 0,0-2 0 0,0 2 0 15,0-3 0-15,0 4 0 0,0-6 0 0,0 5 0 16,0-3 0-16,-3 1 0 16,3 0 0-16,0 2 0 0,0-3 0 0,-3 4 0 0,3-1 8 0,-3 0-8 15,3 0 8-15,0 3 0 0,-3-3-8 0,3 1 12 16,-3-1-1-16,3 0-1 0,-3 0 0 0,3-2 0 16,-3-1-1-16,3 1 0 0,0 2 0 0,-3-5 0 15,3 3-1-15,0-3-8 0,0 0 12 0,0 0-4 16,0-3-8-16,0 0 10 0,0 1-10 0,0-1 10 15,0 0-10-15,-3 0 0 0,3-5 9 0,3 3-9 16,-3-3 8-16,0 8-8 0,0-8 8 0,0 0-8 16,0 5 0-16,0-5 8 0,0 3-8 0,0-3 0 15,3 5 8-15,-3-5-8 0,3 5 8 0,-3-5-8 0,3 3 0 16,-3-3 9-16,0 0-9 0,3 3 0 0,3-1 8 16,-3-2-8-16,3 3 0 0,-3-3 0 0,2 0 0 15,-5 0 0-15,6 3 8 0,0-1-8 0,0-2 0 0,0 0 0 0,0 3 0 0,0-3 0 16,0 0 0-16,0 0 0 0,3 0 0 0,-3 0 0 15,0 0 0-15,3 0 0 0,0 0 0 16,0 0 0 0,0 0 0-16,0 0 0 0,0 0 0 0,-1 0 0 0,1 0 0 15,0 0 0-15,3 0 0 0,-3 0 0 0,3 0 0 16,-3 3 0-16,3-3 0 0,-3 0 0 0,3 0 0 16,-3 0 0-16,3 0 0 0,-4 0 0 0,1 2 0 0,0-2 0 0,0 0 0 0,0 0 0 15,0 3 0-15,0-3 0 0,0 0 0 0,3 0 0 16,0 3 0-16,-3-3 0 0,3 0 0 0,3 2 0 15,-4-2 0-15,4 0 0 0,0 3 0 0,0 0 0 16,3-3 0-16,0 0 0 0,0 2 0 0,0-2 0 16,2 3 0-16,-2-1 0 0,3 1 0 15,-3-3 0-15,0 3 0 0,0-3 0 0,-3 2 0 0,2-2 0 16,-2 0 0-16,0 0 0 0,0 0 0 0,0 0 0 16,3 0 0-16,-3 0 0 0,3 0 0 0,2 0 0 15,-2 0 0-15,3 3 0 0,0-3 0 0,3 0 0 16,-3 0 0-16,2 3 0 0,-2-3 0 0,0 0 0 15,3 2 0-15,-3-2 0 0,-1 0 0 0,-2 0 0 16,0 0 0-16,0 0 0 0,0 0 0 0,-3 0 0 16,6 0 0-16,-3 0 0 0,2-2 0 0,4 2 0 15,0-3 0-15,0 3 0 0,0 0 0 0,2 0 0 16,-2 0 0-16,3 0 0 0,-3 0 0 0,0 0 0 16,-4 0 0-16,1 0 0 0,-3 0 0 0,0 0 0 15,-3 0 0-15,3 0 0 0,-3 0 0 0,2 0 0 16,-2 0 0-16,3 0 0 0,-3 0 0 0,6 0 0 0,-3 0 0 0,3 0 0 15,-1 0 0-15,1 0 0 0,0 0 0 0,0 0 0 16,0 0 0-16,0 0 0 16,0 0 0-16,-4 0 0 0,4 0 0 0,-3 0 0 0,0 0 0 0,-3 0 0 0,0 0 0 15,0 0 0-15,2-3 0 0,-2 3 0 0,0 0 0 0,0 0 0 16,3 0 0-16,0 0 0 0,0 0 0 0,2 0 0 16,1 0 0-16,0 0 0 0,-3 0 0 15,3 0 0-15,3 0 0 0,-3 0 0 0,-1 0 0 0,-2 0 0 16,3 0 0-16,-3 0 0 0,0 0 0 0,-3 0 0 15,0 0 0-15,-1 0 0 0,-2 0 0 16,3 0 0-16,0-2 0 0,0 2 0 16,0-3 0-16,0 3 0 0,0 0 0 0,-1 0 0 0,1 0 0 0,3 0 0 15,0 0 0-15,0 0 0 0,0 0 0 0,-3 0 0 16,3 0 0-16,-4 0 0 0,1 0 0 0,0 3 0 16,-3-3 0-16,3 2 0 0,-3-2 0 0,0 0 0 15,0 0 0-15,0 3 0 0,0-3 0 0,-4 0 0 16,1 0 0-16,0 0 0 0,-3 0 0 0,3 0 0 15,0 0 0-15,-3 0 0 0,0 0 0 0,0 0 0 16,0 0 0-16,0 0 0 0,0 0 0 0,0 0 0 16,0 0 0-16,0 0 0 0,0 0 0 0,0 0 0 15,-3 0 0-15,-3 0 0 0,6 0 0 0,0 0 0 16,-1 0 0-16,-5 0 0 0,6 0 0 0,0 0 0 16,-6 0 0-16,0 0 0 0,6-3 0 0,-6 3 0 0,6 0 0 0,-6 0 0 15,9 0 0-15,-6 0 0 0,-3 0 8 16,6 0-8-16,0 0 0 0,-6 0 0 0,6-2 0 0,0 2 0 0,0 0 0 15,-6 0 0 1,6 0 0-16,-6 0 0 0,3-3 0 0,-3 3 0 16,0 0 0-16,6 0 0 0,-6 0 0 0,0 0 0 15,6 0 0-15,-6 0 0 0,3-3 0 0,-3 3 0 0,6-2 8 0,-6 2-8 16,3-3 0-16,-3 3 0 0,3-2 0 0,0-4 0 16,0 4 0-16,-3 2 0 0,0-6 10 0,3 1-10 0,-3 0 8 0,0-1-8 15,0-2 0-15,0 3 8 0,0-3-8 0,0 0 0 16,0 0 8-16,0-2-8 0,0-1 8 0,0-2-8 15,0 0 10-15,-3-3-10 0,3 0 12 0,0 0-12 16,0-2 13-16,0-1-4 0,0 1-1 0,3-1 0 16,-3-2-8-16,3 5 0 0,0-3 0 15,-3 1 0-15,3 2 8 0,-1-2-8 0,-2 2 0 0,3 2 8 16,0-1-8-16,-3-1 0 0,3 0 0 0,-3-3 8 16,3-2-8-16,-3-3 0 0,3 0 9 0,-3-5-9 15,3 0 0-15,-3 0 8 0,0-3-8 0,0 1 0 16,0 2 0-16,0 2 0 0,0 3 0 0,0 0 8 15,0 3-8-15,0 0 0 0,0-3 0 0,3-2 0 16,-3-1 0-16,0-2 0 0,3-2 0 0,-3-1 8 16,3-3-8-16,-3 6 0 0,3-2 8 0,0 1-8 15,-3 1 0-15,3 6 8 0,-3-1-8 0,3 0 0 16,-3 0 0-16,0 3 0 0,3-6 0 0,-3 4 8 16,3-6-8-16,-3-3 0 0,0 0 0 0,3-2 0 15,-3 2 0-15,3 3 0 0,-3 2 0 0,0 1 8 16,0 5-8-16,0 0 0 0,0-1 0 0,0 1 8 15,-3 0-8-15,3 0 0 0,-3 0 0 0,3-6 0 0,0 3 0 16,-3-5 0-16,3 0 0 0,0 0 8 0,-3 0-8 0,3 3 0 16,0-1 0-16,-3 3 8 0,0 3-8 0,3 0 0 0,-3 5 0 0,0-2 8 15,3 2-8-15,-3 0 0 0,0-3 0 0,0 3 0 16,0 0 0-16,0-2 0 0,0-3 0 0,-3 0 8 16,3-1-8-16,1-1 0 0,-1-1 0 15,0 0 0-15,0 0 0 0,0 0 0 0,3 3 0 0,-3 0 0 16,0 3 0-16,0-1 0 0,3 3 0 0,-3 3 0 15,3 0 0-15,-3 2 0 0,3-2 0 16,-3 2 8-16,0-2-8 0,3 2 0 16,-3-2 0-16,0 0 0 0,0 0 0 0,0-3 0 0,0 0 0 0,0 0 0 15,3-2 0-15,-3-1 0 0,0-2 0 0,0 0 8 16,0 2-8-16,0-2 0 0,3 3 0 0,-3 2 0 16,0 0 0-16,3 0 0 0,-3 3 0 0,3-3 0 15,0 5 0-15,0 1 0 0,0 2 0 0,0-3 0 16,0 3 0-16,0-2 0 0,0 2 0 0,0 0 8 15,0 0-8-15,0 0 0 0,3-3 0 0,-3 1 8 16,0-1-8-16,3 1 8 0,-3 2-8 0,0-3 8 16,3 0-8-16,0 1 0 0,-3-1 0 0,3 1 8 15,0-4-8-15,0 4 0 0,-3-1 0 0,3 1 0 16,0-1 0-16,0 1 0 0,0-1 0 0,0 3 0 16,0 0 0-16,0 0 0 0,3 0 0 0,-6 0 0 15,3 3 0-15,0 0 0 0,0-1 0 0,-3 1 0 0,3 2 0 16,0 1 0-16,0-1 0 0,-3 3 0 0,0-3 0 15,0 3-8-15,0 0 8 0,0 0-12 16,3-5-21-16,-3 5-5 0,3-2-1 0,0-1 0 16,-3 3-113-16,2-3-22 0,1-2-5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7:30.9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12144 5080 1314 0,'-3'-5'37'0,"3"5"8"15,-6-3-36-15,3 1-9 0,3 2 0 0,-3-6 0 16,3 6 53-16,-3-2 9 0,0-3 2 0,3 5 0 0,-6-3 0 16,6 3 0-16,-3-3 0 0,3 3 0 15,0 0 0-15,0 0 0 0,0 0 0 0,0 0 0 0,0 0-52 16,0 0-12-16,0 0 0 0,0-8 0 0,0 8 0 16,3-2 0-16,0-4 0 0,0 4 0 0,3-1 0 0,0 0 0 15,3 3 0-15,0 0 0 0,3-2 54 16,0 2 8-16,3-3 2 0,2 0 0 15,4 3-64-15,0 0-28 0,3-2 3 0,0 2 0 0,3-3 25 16,2 3-10-16,1 0 10 0,0 0 0 0,3-5 0 0,-4 5 0 16,1-5 0-16,0 2 0 0,6 0 0 0,-4 1 0 0,7-1 0 15,0 0 0-15,-4 3 0 0,4 0 0 0,0-2 0 16,0 2 0-16,-4-3 0 0,1 0 0 0,0 1 9 0,5-1-9 16,-2 3 8-16,0 0-8 0,5 0 0 0,-2-5 8 15,0 5-8-15,-4-3 0 0,-2 3 0 0,6 0 8 16,-3-2-8-16,-1 2 0 0,4-3 0 0,0 3 0 15,-1 0 0-15,-2 0 8 0,3 0-8 0,2 3 8 16,-5-3-8-16,3 0 0 0,-4-3 0 16,1 3 0-16,3 0 9 0,-1 3-9 0,1-3 10 0,0 2-10 15,-1-2 10-15,-2 3-10 0,-3-3 10 0,3 5-10 16,-1-5 8-16,-2 0-8 0,3 0 0 0,2 3 0 16,-5-3 8-16,3 2-8 0,-4 4 0 0,4-6 0 15,-6 2 0-15,3-2 0 0,-4 0 0 0,1 3 0 16,3-3 8-16,-3 3-8 0,-1-3 0 0,4 0 9 15,-3 2-9-15,-3-2 10 0,-1 3-10 0,1 0 10 16,-6-1 9-16,0 1 1 0,0-3 1 0,-4 5 0 16,-2-5-2-16,0 0-1 0,-3 0 0 0,3 0 0 15,-3 0-4-15,-3 0-1 0,2 0 0 0,-2 0 0 16,0 0-3-16,-3 0-1 0,0 0 0 0,0 0 0 0,-3 0 3 16,0 0 1-16,0 0 0 0,-6 0 0 0,0 0 4 15,3 3 1-15,-3-3 0 0,6 0 0 0,-6 0-1 0,6 2 0 0,-6-2 0 16,3 6 0-16,-3-6-9 0,6 2-8 0,-6-2 12 15,6 6-12-15,-3-1 12 16,0 0-12-16,0 3 12 0,0-5-12 16,0 5 13-16,0-3-4 0,0 3-1 0,0 0 0 0,-1 0 0 15,1 0 0-15,0 0 0 0,0 2 0 0,0-2 0 0,0 0 0 0,0 0 0 0,-3 5 0 16,3-7 0-16,0 4-8 0,-3 1 12 16,3-1-4-16,0 4 0 0,-3-4-8 0,3 3 12 15,-3 1-4-15,3-4-8 0,0 4 8 0,-3-4-8 0,0 3 8 16,0 1-8-16,3-1 8 0,-3 3-8 0,0 0 8 15,0 2-8-15,0 3 0 0,0 0 0 0,0 1 8 16,0-1-8-16,0 3 0 0,0-3 9 16,3 3-9-16,-3-3 0 0,0-3 8 0,3 3-8 0,-3 1 0 15,0-1 0-15,0-3 0 0,0 1 0 0,3 2 0 16,-3 0 0-16,0 0 0 0,3 3 0 0,0 0 0 16,0 2 0-16,-3 1 9 0,3 2-9 0,0 3 0 15,0-6 0-15,-3 3 0 0,3-2 0 0,0-1 0 16,0-2 8-16,0 2-8 0,0-2 0 0,0 0 0 15,-3 3 0-15,3-4 8 0,-3 6-8 0,3 1 0 16,0-1 9-16,0 0-9 0,-3 0 0 0,3 3 9 16,0-3-9-16,0 0 8 0,0-3-8 0,0 1 8 15,0-1-8-15,0 1 8 0,0-1-8 0,0-2 8 16,-3 5-8-16,2-2 0 0,-2 2 0 0,3 2 8 0,-3-2-8 0,0 1 8 16,3-4-8-16,-3 3 8 0,0-2-8 0,0-4 10 15,3 1-10-15,-3 3 10 0,0-6-10 16,0 3 10-16,0-3-10 0,0 3 10 0,0-1-10 15,0-1 10-15,0 4-10 0,0-2 10 16,0 0-10-16,0 0 10 0,0-1-10 0,0 1 10 0,0 0-10 16,0-3 0-16,0 0 9 0,-3 1-9 0,3-4 0 0,0 1 8 0,0-1-8 0,0 1 0 15,0-4 0-15,0 1 9 0,0 3-9 0,-3-1 0 16,3-2 8-16,0 3-8 0,0-1 0 0,0 1 0 16,0-1 0-16,0 1 0 0,0-1 0 0,0 1 0 15,0-1 8-15,0-2-8 0,0 3 0 0,-3-3 0 16,3 0 0-16,0-1 0 0,-2 1 0 0,2-2 0 15,0 1 8-15,0-1-8 0,0-1 0 0,-3 0 0 16,3 0 0-16,0-2 0 0,0 2 0 0,-3 0 0 16,3-2 0-16,0 2 0 15,0 0 0-15,0 1 0 0,0-1 0 0,0 0 0 0,0 0 0 0,0 1 0 16,0-1 0-16,0 0 0 0,0 0 0 0,-3 1 0 16,3-4 8-16,0 3-8 0,-3-2 0 0,3 0 0 15,0-1 0-15,-3-2 0 0,3 3 0 0,-3-3 0 16,3-1 8-16,0-1-8 0,-3 2 0 0,3 0 0 15,0-3 0-15,-3 0 0 0,3 3 0 0,0-3 0 16,0 1 8-16,-3-1-8 0,3 0 0 0,0-5 0 16,-3 6 0-16,3 2 0 0,0-8 0 0,-3 5 0 15,0 0 8-15,3-5-8 0,-3 5 0 0,0 1 0 16,3-6 8-16,-6 2-8 0,6-2 0 0,-6 6 0 16,3-4 9-16,-3 1-9 0,-3 0 0 0,3-1 9 15,0 1-9-15,0-3 0 0,-3 3 0 0,3-1 8 0,-3-2-8 0,0 3 0 0,1-3 9 16,-1 3-9-16,0-3 0 0,0 0 0 0,0 2 0 0,-3-2 0 15,3 3 0-15,0-3 8 16,-3 2-8-16,0 1 0 0,3-3 0 0,-3 3 0 16,3-3 0-16,-2 2 0 0,-1-2 0 0,0 0 0 0,3 3 0 0,-3 0 0 15,3-3 0-15,-3 0 0 0,0 2 0 0,-3-2 8 16,3 0-8-16,-2 0 0 0,-1 0 0 0,0 0 0 16,-3 0 0-16,3 0 0 0,-3 0 0 0,0 0 0 15,0 0 0-15,1 0 0 0,-4 0 0 0,3 3 0 16,-3-3 0-16,0 0 8 0,0 0-8 0,1 0 0 15,-1 3 0-15,3-3 0 0,0 0 0 0,-3 2 0 16,0-2 0-16,0 0 0 0,1-2 0 16,-1 2 0-16,-3 0 0 0,0-3 0 0,0 3 0 0,-2 0 8 15,-1 0-8-15,3 0 0 0,-3 0 0 0,3 0 0 16,-2 0 0-16,2 3 0 0,0-3 0 0,-3 0 0 16,0 0 0-16,1 0 0 0,-1 0 0 0,-3 0 0 15,-3 0 0-15,3 0 0 0,1 0 0 0,-1 0 0 16,-3 0 0-16,6 2 0 0,-2 1 0 0,-1 0 0 15,3-1 0-15,0 1 0 0,1-3 0 0,-4 2 0 16,0-2 0-16,0 0 0 0,0 0 0 16,-2 0 0-16,2 0 0 0,0 3 0 0,-3-3 0 0,4 3 0 15,2-3 0-15,0 2 0 0,0 1 0 0,-2 0 0 16,2-3 0-16,-3 0 0 0,-3 0 0 0,1 0 0 16,-1 2 0-16,0-2 0 0,0 3 0 0,-2-3 0 0,5 3 0 15,0-1 0-15,0 1 0 0,0 0 0 16,1-1 0-16,-1 1 0 0,3-3 0 0,-6 0 0 0,4 0 0 15,-1 0 0-15,-3 3 0 0,0-3 0 16,7 0 0-16,-4 2 0 0,0 1 0 0,3-1 0 16,3 1 0-16,1 0 0 0,2-3 0 0,-3 2 8 0,3 1-8 0,0-3 0 0,-2-3 0 15,2 3 0-15,0 0 0 0,0-2 0 0,3 2 0 0,0 0 0 16,0 0 0-16,1-3 0 0,-1 3 8 0,3 0-8 16,3 0 8-16,-3 0-8 0,3 0 10 0,0 0-10 15,0 3 0-15,3-3 8 0,0 0-8 0,-2 2 0 16,2-2 0-16,0 3 0 0,3-3 0 0,-3 0 0 15,0 3 0-15,3-3 0 0,-3 2 0 0,3 1 0 16,-3 0 0-16,0-3 0 0,3 2 0 16,-3 1 0-16,0-3 0 0,3 3 0 0,-2-3 0 15,-1 2 0-15,0-2 0 0,3 3 0 0,-3-3 0 16,3 3 0-16,-3-3 0 0,3 0 0 16,0 0 0-16,0-3 0 0,0 3 0 0,6 0 0 0,-6-3 0 0,0 1 0 15,0 2 0-15,6 0 0 0,-3-6 0 0,0 4 0 16,0-4 0-16,0 1 0 0,0 0 8 0,0-1-8 15,0 1 0-15,0-3 9 0,0 3-9 0,3-3 8 16,-3 0-8-16,0-3 8 0,3 4-8 0,-3-4 8 16,3 0-8-16,-2 1 8 0,-1-1-8 0,0-2 8 15,3 0-8-15,-3 0 8 0,0-3-8 0,0 0 8 16,0 0-8-16,0-3 0 0,0 1 0 0,0-3 0 16,0 0 0-16,0-6 0 0,3 1 0 0,-3-1 0 15,3 3 0-15,-3-2 0 0,3 2 8 0,0 0-8 16,0 0 0-16,3 1 0 0,-3-1 0 0,0 0 0 0,3 0 0 15,-3-2 0-15,3-1 0 0,0 1 0 16,-3-3 0-16,3-3 0 0,0 3 0 0,0 0 0 16,0 0 0-16,0 2 0 0,0 1 0 0,0 2 0 0,3 0 0 0,-4 0 0 15,1 0 0-15,3-2 0 0,-3 0 0 0,0-1 0 0,3-2 0 16,-3 0 0-16,0 0 0 0,0 2 0 16,0-2 8-16,0 0-8 0,0 3 0 0,0 2 0 0,0 3 9 15,0-3-9-15,-3 0 0 0,3 0 8 0,0 0-8 16,-3 3 0-16,3-3 0 0,-3 1 8 0,3-4-8 0,-3 1 0 15,3 2 0-15,0-3 0 0,-3 1 0 0,3 2 8 16,-3-2-8-16,3 4 0 16,-3 1 0-16,0 0 0 0,3 0 0 0,-3 0 0 0,0 2 0 0,0-2 0 15,0 3 0-15,0-1 0 0,0 1 0 0,0-4 0 16,0 4 0-16,0-3 0 0,0-3 0 0,0 3 8 16,0-3-8-16,0 0 0 0,0 0 0 0,0 3 0 15,0 0 0-15,3 2 0 0,-3-2 0 0,3 3 0 16,-3-1 0-16,0 1 0 0,3-1 0 0,-3 1 0 15,0-1 0-15,3-2 0 0,-3 2 0 0,0-2 0 16,0 0 0-16,0 0 0 0,0-3 0 0,0 3 0 16,0-3 0-16,0 3 0 0,3 0 0 0,-3-3 0 15,0 5 0-15,0-2 0 0,0 3 0 0,0-1 0 16,0 3 0-16,0-5 0 0,0 3 0 0,0 2 0 16,0-3 0-16,0 3 0 0,0 1 0 0,-3-4 0 0,3 3 0 15,0-2 0-15,0-1 0 0,-3 1 8 0,3-1-8 0,0 1 0 0,0-1 0 16,0 0 0-1,0 1 0-15,0 2 0 0,0-2 0 0,0 2 0 16,0 2 0-16,0-1 0 0,3 1 0 0,-3 1 0 16,3-3 0-16,-3 6 0 0,3-4 0 0,-3 4 0 15,3-1 0-15,0 1 0 0,-3-4 0 0,3 4 0 0,0-1 0 0,-3 1 0 16,3-1 0-16,0-2-8 0,0 2 8 0,0 1 0 0,0-1 0 0,0 1 0 16,0-1 0-16,-1 0 0 0,1-2 0 0,0 3 0 15,0 2 0-15,0-3 0 0,0 0 0 0,0 1 0 16,0 2 0-16,0-3 0 0,3 3 0 0,-3 0 0 15,0 3 0-15,3-3 0 0,-3 0 0 0,0 3-8 16,0 0 8-16,0-1 0 0,0 1 0 0,0 5 0 16,0-8 0-16,0 6 0 15,-3 2 0-15,0 0-8 0,6 0-14 0,-6 0-2 0,6 0-1 0,0 2 0 16,0 1-167-16,3 2-32 0,3-2-8 16</inkml:trace>
  <inkml:trace contextRef="#ctx0" brushRef="#br0" timeOffset="3124.546">19443 9084 1579 0,'0'0'32'0,"0"0"10"0,0 0-34 0,0 0-8 0,0 0 0 0,0 0 0 16,0 0 104-16,0 0 20 0,0 0 3 0,-6-3 1 16,6 3-52-16,-3-3-9 0,-3 1-3 0,0-1 0 15,3 0 12-15,0-2 1 0,3 5 1 0,-6-2 0 16,0-1-36-16,0 0-7 0,0-2-2 0,-3 5 0 16,3-3-9-16,-3 1-3 0,-3-1 0 0,0 3 0 15,1-3-6-15,-4 3-2 0,0-2 0 0,0-1 0 16,-3 3-1-16,-3 0 0 0,3-3 0 0,-6 3 0 15,4-2-12-15,-1 2 11 0,0 0-11 0,-3 0 10 16,0 0-10-16,4 2 0 0,-1-2 9 0,-3 0-9 0,0 3 0 16,0-3 0-16,0 0 0 0,-2 0 8 0,-4 0 14 0,0 0 3 15,0-3 1-15,-5 3 0 16,2 0-26-16,0 0 0 0,-3 3 0 0,1-3 0 0,-1 0 0 0,0 0 0 0,-2 0 0 16,-4 0 0-16,3 0 0 0,-2 0 0 0,-4 0 0 0,0 0 0 15,4 3 0-15,-1-1 0 0,3 1 0 0,-5 0 0 31,2-1-16-31,0-2-8 0,1 0-1 0,-7 0-1 0,9 0 42 16,-2 3 8-16,2 0 1 0,-3-1 1 0,3-2-26 16,1 3 0-16,-1-3 0 0,-3 0 0 0,4 0 0 0,-4 0 0 15,3 0 0-15,-2 0 0 0,5 3-16 0,0-3-8 16,3 2-1-16,-5 1-1 0,5-3 42 0,-3 0 8 16,-2 0 1-16,2 0 1 0,0 0-26 15,0 0 0-15,1 0 0 0,2 0 0 0,3 0 0 0,3 0 0 0,4 0 0 0,-4 0 0 16,3-3 0-16,0 3 0 0,3 0 0 0,-2-2 0 15,2-1 0-15,-3 3 0 0,6-3 0 0,-3 1 0 16,3 2 0-16,3-3 0 0,1 0 0 0,-1 3 0 16,3 0 0-16,0-2 0 0,3 2 0 0,0-3 0 15,0 3 0-15,3 0 0 0,-3 0 0 0,3 0 0 16,0 0-46-16,3 0-14 0,-3 0-4 0,0 0 0 16,0 3 103-16,6-3 20 0,-5 2 4 0,2 1 1 15,-3 0-52-15,3-1-12 0,-3 1 0 0,3 2 0 16,-3 0 0-16,3 1 0 0,0-1 0 0,-3 3 0 15,3-3 0-15,-3 3 0 0,3 0 0 0,-3 0 0 16,3 0 0-16,-3 3 0 0,3-1 0 0,-3 1 0 16,3-1 0-16,-3 4 0 0,3-4 0 0,-3 3 0 0,3 1-16 15,-3-4-5-15,3 3-2 0,0 1 0 0,-3-1 23 16,3 3 0-16,0 0 0 0,0 0 0 0,-2-1 8 0,2 1-8 16,0-2 8-16,0 4-8 0,0-2 18 15,-3 2-2-15,3 1 0 0,0 2 0 0,0 0-16 0,0 0-11 16,3 3 2-16,-3 0 0 0,3 0 9 0,0-3 0 15,0 0 0-15,0 3 8 0,0 0-8 0,3-3 0 0,-3 3 0 16,0 0 0-16,3 0 8 0,-3-3-8 16,3 2 10-16,-3 1-10 0,3 0 0 0,0 3 0 0,0-4 0 15,-3 4 0-15,3-1 0 0,0-2 0 0,0 3 0 0,-3-4 0 16,3 1 0-16,0 0 0 0,0-3 0 0,-3 3 0 16,2-3 0-16,-2 0 0 0,3 1 0 0,-3 1 0 15,0-2 0-15,0 3 0 0,0 0 0 0,0 0 0 16,0 2 0-16,0-2 0 0,0 0 0 0,0 0 0 15,0 0 0-15,0-3 0 0,0 0 0 0,0 0 0 16,0 0 0-16,0 0 0 0,0-2 0 16,0 2 0-16,0 0 0 0,0 1 0 0,0-1 0 0,0 0 0 15,0 3 0-15,0-3 0 0,0 3 0 0,0-1 0 16,3 1 0-16,-3 0 0 0,0 0 0 0,3 0 0 16,-3 0 0-16,0-1 0 0,0-1 0 0,0 1 0 15,0 1 0-15,0-3 0 0,0 3 0 0,0 0 0 16,0 0 0-16,3 0 0 0,-3 2 0 0,0 0 0 15,0-2 0-15,3 3 0 0,-3-3 0 0,0-1 0 16,0 1 0-16,3 0 0 0,-3-3 0 0,0 3 0 16,0-3 0-16,0 3 0 0,0 0 0 0,0 0 0 15,0-3 0-15,0 5 0 0,0-2 0 0,0 0 0 16,-3 0 0-16,3-1 0 0,0 1 0 0,0 0 0 0,0-3 0 0,0 0 0 0,0 1 0 16,0-1 0-16,0-3 0 0,0 1 0 0,0-1 0 0,0 4 0 15,0-1 0 1,-3-5 0-16,3 2 0 0,0 1 0 0,-3-1 0 0,3 1 0 0,0-3 0 0,-3 2 0 15,3 1 8 1,0-4-8-16,-3 1 0 0,3 0 0 0,0 0 0 16,0-3 0-16,3 3 0 0,-3-3 0 0,0-2 0 15,0 2 0-15,0-2 0 0,0-1 0 0,0-2 0 0,0 3 0 0,0-6 0 16,0 3 0-16,0-3 0 0,0 3 0 16,3-2 0-16,-3-1 0 0,0 0 0 15,0-5 0-15,0 6 0 0,0-6 0 0,3 5 0 0,-3-5 0 16,0 5 0-16,0-5 0 0,0 5 0 0,0-5 0 0,0 0 0 0,3 3 0 15,-3-3 0-15,0 0 0 0,0 5 0 0,0-5 0 16,3 6 0-16,-3-6 0 0,3 2 0 0,0 4 0 16,-3-6 0-16,0 0 0 0,3 2 0 0,-3-2 0 15,6 6 0-15,-3-4 0 0,0-2 0 0,3 5 0 16,-6-5 0-16,3 0 0 0,3 3 0 0,0 0 0 16,-3-3 0-16,3 2 0 0,0-2 0 0,0 3 0 15,0-3 0-15,0 3 0 0,3-1 0 0,-3 1 0 16,3 0 0-16,0-3 0 0,-1 0 0 0,1 2 0 15,3-2 16-15,-3 3 4 0,3-3 1 0,0 3 0 16,0-1-21-16,3-2 0 0,0 3 0 0,0 0 0 16,-1-1 0-16,1-2 0 0,3 3 0 0,-3-1 0 0,0-2 0 15,3 3 0-15,0-3 0 0,0 0 0 0,-4 3 0 16,4-3 0-16,0 0 0 0,0 0 0 0,0 0 0 16,3 0 0-16,0-3 0 0,-1 3 0 15,4 0 0-15,0 0 0 0,0 0 0 0,3 0 0 0,-4 0 0 16,4 0 0-16,0 0 0 0,0 0 0 15,0 0 0-15,-4 0 0 0,1-3 0 0,3 3 0 16,-3 0 0-16,6-2 0 0,-4-1 0 0,4 3 0 0,0 0 0 0,3-2 0 16,2 2 0-16,-2 0 0 0,3 0 0 0,-3-3 0 0,-1 3 0 0,4-3 0 15,-3 3 0-15,2-2 0 0,1-1 0 0,3 0 0 16,0 3 0-16,2-2 0 0,1 2 0 0,3 0 0 16,-7-3 0-16,1 0 0 0,-3 1 0 0,5-1 0 15,-2 0 0-15,3 1 0 0,-1-1 0 0,4 0 0 16,-3 3 0-16,-1-2 0 0,-2-1 0 0,3 1 0 15,-1 2 0-15,-2-6 0 0,3 4 0 0,-1 2 0 16,1-3 0-16,-3 0 0 0,3 1 0 16,-1 2 0-16,-5-3 0 15,-3 3 0-15,-4-3 0 0,1 3 0 0,3-2 0 0,-6-1 0 0,2 0 0 0,1 3 0 16,0 0 0-16,-3-2 0 0,-3 2 0 0,2-3 0 16,-2 3 0-16,0 0 0 0,-3-3 0 0,0 3 0 15,-3-2 0-15,-1 2 8 0,-2-3-8 0,-3 3 0 16,3 0 0-16,-3 0 0 0,0 0 0 0,-3 0 8 15,3 0-8-15,0 0 0 0,0 0 0 0,-3 0 0 16,2 0 0-16,-2 0 0 0,3 0 0 0,-3 0 0 16,3 0 0-16,-6 0 0 0,6 0 0 0,-6 0 0 15,3 0 0-15,-3 0 0 0,0 0 0 0,3-2 0 16,-3 2 0-16,0-3 0 0,0 3 0 0,-1 0 8 16,1-3-8-16,0 1 0 0,0-1 8 0,-3 0-8 0,3 1 0 0,-3-1 0 0,0 0 0 0,3-2 8 15,-3 2-8-15,0 1 0 0,0-3 8 16,0 2-8-16,0-2 0 0,-3-1 8 0,3 1-8 0,0-3 0 15,0 0 0-15,0 0 9 16,-3 0-9-16,3 0 0 16,0-2 8-16,-3-1-8 0,3 1 0 0,-3-4 0 0,3 1 0 0,-3 0 10 0,3-3-10 15,-3 0 8-15,3 0-8 0,0 0 10 0,-3-2-10 0,3 2 10 16,-3-3-10 0,3 1 0-16,-3-1 9 0,0 1-9 0,3-3 9 0,-3 2-9 0,3 1 12 15,-3-4-12-15,0-1 10 0,0-1-10 0,0 0 8 0,-3-5-8 16,3 2 0-16,0-2 8 0,-3 0-8 0,3 0 0 15,0 3 0-15,-3-1 0 0,3-2 8 0,-3 3-8 16,3-1 0-16,0-2 0 0,-3 3 9 0,3-6-9 16,0 0 0-16,-3 0 8 0,3-5-8 0,0 0 0 15,-3 6 0-15,3-1 0 0,-3 0 0 0,3 0 8 16,-3 3-8-16,0-3 0 0,3 1 0 0,-3-1 0 16,0-2 0-16,0-1 0 0,0-2 0 0,0-3 0 15,0 9 0-15,-3-1 0 0,0 0 0 0,3 3 0 16,-3 0 0-16,0 2 0 0,0-2 0 0,0 3 0 15,0-3 0-15,0 0 0 0,1-3 0 16,-1 0 8-16,0 0-8 0,0 3 0 0,0-2 8 0,0 1-8 16,0 4 8-16,3 0-8 0,-3 2 8 0,0 0-8 15,3 3 9-15,-3-3-9 0,3 3 12 0,-3 0-12 0,3-3 10 16,0 3-10-16,0-6 8 0,0 1-8 16,0 2 10-16,0 0-10 0,0 0 12 0,3 0-12 0,-3 3 11 0,3 3-11 15,0-3 10-15,-3 5-10 0,3-3 10 16,-3 3-10-16,3 3 10 0,-3-3-10 15,3 0 11-15,-3 0-11 0,3 3 12 0,0-3-12 0,-3 3 10 0,3-3-10 0,0 0 8 16,0-2-8-16,0 2 8 0,0-3-8 0,0 1 0 16,0-3 8-16,0 2-8 0,0-2 0 0,0 0 0 15,0 2 8-15,0 4-8 0,0-4 0 0,0 6 0 16,-3-3 8-16,3 3-8 0,-3 2 0 0,3-2 9 0,-3 0-9 16,0 2 0-16,3 0 8 0,-3 1-8 0,1-3 0 15,2 2 0-15,-3 0 0 0,0 1 0 0,0-1 8 16,3-2-8-16,-3 2 0 0,3-2 0 0,-3 0 0 15,0 0 0-15,3 0 0 0,-3-3 0 0,0 2 0 16,3 1 0-16,-3 0 0 16,0-3 0-16,0 6 0 0,0-1 0 0,0 0 0 0,-3 1 0 0,3-1 0 15,-3 3-8-15,0 3-4 0,0-3 0 0,-3 5 0 16,0-2-70-16,0 2-14 16,-3 1-4-16</inkml:trace>
  <inkml:trace contextRef="#ctx0" brushRef="#br1" timeOffset="10746.076">17329 5191 1474 0,'0'0'62'16,"0"0"-50"0,0 0 92-16,0 0 19 0,-3-7 3 0,0 4 1 15,0-2-31-15,-3 2-7 0,3-2-1 0,-6-1 0 16,4 4-26-16,-1-4-6 0,0 6 0 0,-3-8-1 15,0 6-10-15,0-1-1 0,0 1-1 0,-3-1 0 16,0 0-9-16,0 1-2 0,-3-1 0 0,0-2 0 16,-2 5-9-16,-1-3-3 0,-3 3 0 0,0 0 0 15,0 0-10-15,0 0-2 0,0 0-8 0,-2 0 12 16,-1 0-4-16,-3 3-8 0,3-3 11 0,-3 0-11 0,-2 2 10 0,-4 1-10 16,0 0 8-16,0-1-8 0,-2 1 8 0,-1 0-8 15,3-3 0-15,-5 5 8 0,2-3-8 0,3 1 0 0,-3 2 9 16,-2-2-9-16,-1 0 0 15,-3-1 0-15,-2 4 0 0,-1-1 8 0,6-2-8 16,1 2 0-16,-1-2 0 0,-3 4 0 0,4-4 0 16,-4 0 0-16,3 2 0 0,-5-2 0 0,5 2 0 0,3-2 0 15,-5 2 0-15,5-2 0 0,0-1 0 0,3 1 0 0,1 2 0 0,-1-2 8 16,0-3-8-16,3 2 0 0,-2 1 0 0,-1 0 0 16,3-3 0-16,0 2 0 0,4 1 0 0,-4-3 0 15,6 3 0-15,0-1 0 0,3 4 0 0,-3-6 0 16,4 0 0-16,-1 0 0 0,0 0 0 0,0 0 0 15,0 0 0-15,0 0 0 0,1-6 0 0,-4 6 0 16,0-2 0-16,0 2 0 0,0 0 0 0,1 0 0 16,2 0 0-16,-3 0 0 0,0 0 0 0,0 0 0 15,0 0 0-15,4 0 0 0,-1-3 0 0,0 3 0 16,-3 0 0-16,3-3 0 0,-2 1 0 0,-1-1 8 16,-3 0-8-16,3 1 0 0,0-1 0 0,-3 0 8 15,4 1-8-15,-1-1 0 0,3 1 0 0,-3-1 0 16,6 0 0-16,0 1 0 0,1 2 0 0,2-3 8 15,3 0-8-15,0 1 9 0,0 2-9 0,3-3 10 16,0 3-10-16,0 0 0 0,3-3 0 0,0 1 0 16,0 2 8-16,6 0-8 0,-6 0 8 0,6 0-8 15,0 0 8-15,-6-3-8 0,6 3 0 0,-5 0 8 16,5 0-8-16,0 0 0 0,-6 0 0 0,6 0 8 16,-3 0-8-16,3 0 0 0,0 0 0 0,-6 0 8 15,6 0-8-15,-6 3 0 0,6-3 0 0,-6 2 8 0,3 4-8 0,-3-4 0 16,3 4 0-16,0-1 0 0,0 0 0 0,0 3 0 0,0-3 0 15,0 1 0-15,0 2 0 0,0 0 0 16,0-3 0-16,0 3 0 0,3 0 0 0,-3 0 0 0,0 2 0 0,3 1 0 16,-3-1 0-16,3 4 0 0,-3-1 0 0,3 5 0 15,-3 1 0-15,3 2 0 0,-3 0 0 0,3 6 0 16,0-3 0-16,-3 2 0 0,3-2 0 0,0 2 0 16,-3-2 0-16,3-3 0 0,0 3 0 0,0 0 0 15,-3 0 0-15,3 2 0 0,0 1 0 0,0 2 0 16,0 3 0-16,0 2 0 0,0 3 0 0,0 0 0 15,-3-3 0-15,3-2 0 0,0 0 0 16,0 0 0-16,-3-3 0 0,3 3 0 0,0-3 0 16,0 2 8-16,-3 6 1 0,3 0 0 0,0 3 0 0,-3 2 0 15,0-7-9-15,3-1 12 0,-3-2-12 0,0 2 12 16,0-2-12-16,0 0 10 0,0 0-10 0,1 2 10 16,-1 0-10-16,0 4 0 0,0-1 9 0,-3 2-9 15,3-4 0-15,0-4 0 0,3-1 0 0,-3 1 8 16,0-4-8-16,0 2 0 0,0-5 0 0,0 5 0 15,3 0 0-15,-3 3 8 0,0 2-8 0,0 3 0 16,3-8 0-16,-3 3 0 0,0-3 0 0,0-3 8 16,3 1-8-16,0-6 0 0,-3 0 0 0,3 3 0 15,0-3 0-15,-3 0 0 0,3 3 0 0,0 3 0 0,-3-1 0 0,3 1 0 0,0 2 0 16,-3 0 0-16,3-3 0 0,-3 1 0 0,3-3 0 0,-3 2 8 16,3-2-8-16,-3-3 0 0,3 0 0 0,0-2 8 15,-3-1-8-15,0 1 0 0,0-1 0 0,3 3 0 16,-3 1 0-16,3-1 0 0,-3 3 0 0,3-1 0 15,-3 1 0-15,3-3 0 16,-3 1 0-16,3 1 0 16,-3-4 0-16,3-1 0 0,0-2 0 0,-3 0 0 0,3 0 0 15,0-3 0-15,0-2 0 0,0-1 0 0,0 4 0 0,0-6 0 0,0 0 0 0,3-1 0 16,-3 1 0-16,0-2 0 0,3 2 0 0,-3-3 0 16,0 0 0-16,0-5 0 0,0 0 0 0,0 6 8 15,0-6-8-15,3 5 0 0,-3-5 0 0,3 5 0 16,-3-5 0-16,0 5 0 0,0-5 8 0,0 0-8 15,3 6 0-15,-3-6 9 0,6 2-9 0,-3 1 0 16,-3-3 9-16,6 3-9 16,-3-3 0-16,3 2 9 0,0 1-9 0,0-3 0 0,0 0 0 0,0 3 0 15,0-3 0-15,3 0 0 0,-3 0 8 0,3 2-8 16,-3-2 0-16,2 0 0 0,1 0 0 0,0 3 0 16,0-3 0-16,0 2 0 0,0-2 0 0,3 0 0 15,-3 3 0-15,3-3 0 0,0 3 0 0,0-3 0 16,0 0 0-16,-1 0 0 0,4 0 0 0,0 0 0 15,0 0 0-15,0-3 0 0,3 3 0 0,0-3 0 16,0 3 0-16,2 0 0 0,1 0 0 0,3 0 0 16,0 0 0-16,0 0 0 0,0 3 0 0,2 0 0 15,-2-3 0-15,0 0 0 0,3 2 0 0,-3-2 0 16,2-2 0-16,-2 2 0 0,3-3 0 0,0 0 0 16,2 3 0-16,1-2 0 0,3 2 0 0,3 0 0 15,-4-3 0-15,1 3 0 0,0 0 0 0,3-2 0 0,-7 2 0 16,4-3 8-16,0 0-8 0,0 1 8 0,-1-1-8 0,4 0 0 15,3 1 0-15,-1 2-11 0,-2 0 11 16,-3-3 0-16,3 3 0 0,-1-3 0 16,-2 3 0-16,0-2 0 0,0-1 0 0,-1 0 0 0,1 3 0 0,3-2 0 0,3-1 0 0,-4 1 0 15,1 2 0-15,0 0 0 0,-4-3 0 0,4 3 0 16,-3 0 0-16,-3-3 0 0,2 1 0 0,1-1 0 16,0 3 0-16,3-3 0 0,-4 1 0 0,4 2 0 15,0-3 0-15,-3 0 0 0,2 3 0 0,-2-2 0 16,0-1 0-16,-1 0 0 0,-2 3 0 0,3-2 0 15,0-1 0-15,2 0 0 0,1 1 0 0,0-1 0 16,-3 1 0-16,2 2 0 0,-5-3 0 0,3 3 0 16,-3-3 0-16,-4 1 0 0,1-1 0 0,-3 0 0 15,3 3 0-15,-3 0 0 0,2-2 0 0,-2 2 0 16,0 0 0-16,0 0 0 0,0 0 0 0,-4 0 8 16,1 0-8-16,0-3 0 0,-3 3 0 0,-3 0 0 15,0 0 0-15,0 0 0 0,-3 3 0 0,2-3 0 16,-2 0 0-16,-3 0 0 0,0 0 0 0,0 0 8 15,-3 0-8-15,0 0 0 0,0 0 0 0,3 0 8 16,-6 0-8-16,3 2 0 0,0-2 0 0,-3 0 8 16,0 0-8-16,3 0 0 0,-6 0 0 0,3-2 0 15,-3 2 0-15,3 0 0 0,-3 0 0 0,6 0 8 0,-6 0-8 16,3-3 0-16,-3 3 0 0,6-3 8 0,-3-2-8 16,0 2 9-16,-3-2-9 0,3 0 10 0,-1 0-10 0,-2-1 10 0,3-2-10 15,0 3 10-15,-3-6-10 16,3 3 10-16,0-5-10 0,-3 3 10 15,3-4-10-15,0-1 12 0,-3-4-12 0,0 1 12 16,3-1-12-16,-3 0 12 0,3 1-12 0,-3-3 12 16,3 2-12-16,-3 1 0 0,3-1 9 0,-3 1-9 0,3-1 0 0,-3 3 0 15,0-5 0-15,0 3 8 0,3-6-8 0,-3 3 0 16,0-6 0-16,3 1 0 0,-3-3 0 0,0-3 0 0,3-3 0 16,-3 1 0-16,0 2 0 0,3 3 0 0,-3 3 0 0,0-3 8 15,0 2-8-15,0-2 0 0,0 0 0 0,0-3 0 16,0-2 0-16,0-3 0 0,0 0 0 0,0-3 0 15,0 6 0-15,0 2 0 0,0 0 0 0,0 3 0 16,-3 0 0-16,3 0 0 0,0 0 0 0,-3-6 0 16,3 4 0-16,0-6 0 0,-3-1 0 0,3 1 8 15,0 0-8-15,0 6 0 0,0-4 0 0,0 6 0 16,0 0 0-16,3 3 0 0,-3-1 0 0,0-2 0 16,3 0 0-16,-3-3 0 0,3-2 0 0,0-1 0 15,-3 4 0-15,3-1 0 0,-3 3 0 0,3 0 0 16,0 2 0-16,-3 3 0 0,0 3 0 0,3 3 8 15,-3-3-8-15,0 2 0 0,0-2 0 0,0 0 8 16,0-1-8-16,0-4 0 0,0 2 0 0,0-2 0 16,0 2 0-16,0 0 8 0,0-2-8 0,0 2 0 15,0 0 0-15,0 6 0 0,0-1 0 0,0 0 0 16,0 4 0-16,-3 1 0 0,3 1 0 0,-3 3 8 16,3-4-8-16,-3 4 0 0,3-4 8 0,-3 4-8 15,0-1 8-15,3 1-8 0,-3-1 8 0,0 1-8 16,0 2 0-16,0-3 9 0,0 3-9 0,0-5 0 0,0 0 8 0,3 2-8 15,-3 0 0-15,0 1 0 0,0-1 8 16,0-2-8-16,0 3 0 0,0-4 0 0,0 4 0 16,3-1 0-16,-3 1 8 0,1-4-8 0,-1 6 0 0,3-2 0 0,-3 2 0 15,0-5 0-15,0 5 8 0,0-3-8 0,3 3 0 0,-3 0 0 16,3 0 0-16,-3 0 0 16,3 0 8-16,-3 3-8 0,3-3 0 0,-3 0 0 0,3 3 0 0,-3 0 0 15,3-3 8-15,0 2-8 0,-3 1 0 0,3 2 0 16,-3-2 0-16,3 3 0 0,-3-4 0 0,0 4 0 15,3 2 0-15,-3-6 0 16,-3 4 0-16,3-4 0 0,3 6 0 0,-6-2 0 0,6 2 0 0,-6-6 0 16,0 4 0-16,0-1 0 0,0 0 0 0,-3 1 0 15,0-1 0-15,-3 1-17 0,-2-1 3 0,-4 0 1 16,-3 1-74-16,-6-1-14 16,0 0-3-16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2:58:31.36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18344 3268 1489 0,'0'0'42'0,"0"0"10"0,0 0-42 0,0 0-10 0,0 0 0 0,0 0 0 16,0 0 67-16,0 0 11 0,-3-3 2 0,3 3 1 16,0 0-16-16,0 0-3 0,0 0-1 0,0 0 0 15,0 0-17-15,0 0-4 0,0 0-1 0,0 0 0 16,0 0-15-16,0 0-2 0,0 0-1 0,0 0 0 15,0 0-4-15,0 5-1 0,0 3 0 0,0 8 0 16,-3-8-1-16,3 8-1 0,-3-3 0 0,0 8 0 16,3-5-30-16,-3 6-5 0,0 1-2 0,0 1 0 15,0 3 42-15,3-6 8 0,-3 5 1 0,1 1 1 16,2-9-29-16,-3 9 0 0,0-6 0 0,0 0 0 16,3 3-17-16,-3-3-10 0,0 3-1 0,3 0-1 0,-3 2 29 15,0-5 0-15,3 6 0 0,-3-1 0 0,3-7 0 0,-3 2 0 16,3-3 0-16,-3 4 0 0,0-4 25 0,3-2 11 0,-3-3 3 15,0 3 0 1,0-3-63-16,0 1-12 0,3-1-2 0,-3-3-1 16,3 4 39-16,0-6 0 0,-3-3 0 0,3 3 0 0,0-3 0 0,0 6 0 0,0-11 0 0,3 2 0 15,-3-2 0-15,0 6 0 0,0-6 0 0,6 5 0 16,-3-3 0-16,-3-2 0 0,3 3 0 0,3 0 0 16,-3-1 44-16,0 1 16 0,3-3 3 0,-3 3 1 15,3-3-52-15,-3 0-12 0,3 0 0 0,-1 0 0 16,1 0-9-16,3 0-5 15,-3 2-1-15,3-2 0 0,0 0 15 0,0 0 0 0,0 0 0 0,3 0 0 16,-3 0 16-16,0 0-3 0,3 6-1 0,0-6 0 16,0 0-12-16,-1 0 0 0,4 0 0 0,0 0 0 15,0 2 0-15,0-2 0 0,0 0 0 0,0 0 0 16,0 0 0-16,-1 0 0 0,1 0 0 0,3 0 0 16,0-2 0-16,0 2 0 0,0 0 0 0,3 0 0 15,-1 0 0-15,4 0 0 0,0 0 0 0,0 0 0 16,3 0 0-16,-1 0 0 0,1 0 0 0,3 0 0 15,-3 0 0-15,-3 0 0 0,-1-6 0 0,4 6 0 16,0 0 0-16,0-2 0 0,0 2 0 0,2-3 0 16,4 3 8-16,-3 0 0 0,0 0-8 0,2 0 12 15,-2 0-12-15,0 0 0 0,0 0 0 0,-1 0 0 16,1 0 0-16,-3-3-8 0,0 1 8 0,3-1-13 0,-1 0 13 16,1 1 13-16,0 2-2 0,0-3-1 0,-1 3-10 0,1-2 0 15,3 2 0-15,-3 0 0 0,-4 0 0 16,1 0 0-16,0-6 0 0,0 6 8 15,-3-2-8-15,5 2-17 0,-2-6 4 0,0 6 1 0,3 0 12 16,-3 0 16-16,2 0-3 0,-2 0-1 0,0 0-12 0,0 0 0 0,-4 0 8 16,4 0-8-16,-3 0-8 15,-3 0-5-15,0 0-1 0,0 0 0 0,-1 0 14 0,1 0 0 0,0 0 0 0,-3 0 0 16,0 0 0-16,3 0 0 0,-3 0 0 0,-1 0 0 16,1 0 0-16,-3 0 0 0,0 0 0 0,3 6 0 15,-6-6 0-15,3 0 0 0,-3 0 0 0,2 0 0 16,-2 0 0-16,-3 0 0 0,3 0 0 0,-3 0 0 15,0 0 48-15,-3-6 13 0,3 6 3 0,-3 0 0 16,0-2-52-16,0 2-12 0,3-3 0 0,-6 3 0 16,3 0 0-16,0-3 0 0,0 1 0 0,-3-1 0 15,2 3 0-15,-2-5 0 0,3 2 0 0,0 1 0 16,-3 2 0-16,0-6 0 0,3 4 0 0,-3-4 0 16,3 1 0-16,0 0 0 0,-3-1 0 0,3 1 0 15,0 2 0-15,-3-4 0 0,3-1 0 0,-3 0 0 16,3 2 0-16,-3-2 0 0,3-2 0 0,-3 2 0 15,3-3 0-15,-3 3 0 0,0-8 0 0,3 6 0 16,-3-6 54-16,0 0 8 0,3 0 2 0,-3-5 0 16,3 5-52-16,-1-5-12 0,-2-3 0 0,3 6 0 15,-3-3 0-15,3 2 9 0,-3 1-9 0,0-1 8 16,3-2 8-16,-3 2 0 0,0 1 1 0,3-9 0 16,-3 9 1-16,-3-9 0 0,3 4 0 0,0-1 0 15,-3-3-2-15,3 3-1 0,0-7 0 0,-3 4 0 0,3 3-5 16,0 3-1-16,0 0 0 0,-3 0 0 0,3 5-1 0,-3 0 0 15,0 0 0-15,3 0 0 0,-3 3 0 16,0-3-8-16,0 6 12 0,0-1-4 0,0 3-8 16,0-5 12-16,-3 5-12 0,3-5 12 0,-3 5-12 0,0 0 0 15,0 0 0-15,0 0 8 0,0 3-8 0,-3-3 0 0,3 0 0 0,0 3 0 16,-3 2 0-16,0-5 0 0,3 3 8 0,-3-1-8 16,-3 4 0-16,3-4 0 0,-3 4 0 15,1-6 0-15,-1 8 0 0,-3-5 0 0,3 2 0 16,-6 3 0-16,3-5 0 0,0 2 0 0,0 3 0 0,-3 0 0 15,3-3 0 1,-2 3 0-16,-4-2 0 0,3 2 0 0,-3 0 0 0,0 0 0 0,0 0 0 0,-3-6 0 16,-2 6 0-16,2-2 0 0,-3 2 0 0,0 0 0 15,0 0 0-15,-3 0 0 0,4 0 0 0,-1 0 0 16,0 0 0-16,-3 0 0 0,6 0-9 0,-5 2 9 16,2-2 0-16,0 0-12 0,0 0 12 0,-3 0-10 15,4 0 10-15,-4 0 0 0,0 0 0 0,3 0-8 16,-3 0 8-16,4 0 0 0,-1 0 0 0,0 0 0 15,0 0 0-15,3 0-8 0,0 0 8 0,1 0 0 16,-1 0 0-16,0 0-8 0,0 0 8 0,-3 0 0 16,3 0 0-16,1 0 0 0,-1 0 0 0,0 6-8 15,0-6 8-15,0 0 0 0,0 0 0 0,1 0 0 16,2 0 0-16,-3 0 0 0,0 0 0 0,3 0 0 16,0 0-10-16,1 0 10 0,2 0-12 0,-3 0 12 0,3 0 0 15,0 0 0-15,0 0 8 0,0 0-8 0,-3 2 0 16,4-2 0-16,-4 0 0 0,0 0 0 0,0 3 0 15,3-3 0-15,-3 0 0 0,0 0 0 0,-3 0 0 16,4 3 0-16,-1 2 0 0,-3-5 0 0,3 0 0 0,0 3 0 0,0 2-9 16,0-5 9-16,1 0 0 0,2 0 0 0,0 0 0 15,-3 3 10-15,3-3-10 0,3 0 0 0,-3 5-10 16,3-5 10-16,-2 2 0 0,2-2 0 0,-3 6 0 0,3-6 0 16,-3 0 0-16,3 2 0 0,-3-2 0 0,3 0 0 15,0 3 0-15,-3-3 0 0,1 3 0 0,2 2 0 16,-3-5 0-16,0 0 0 0,3 0 0 0,0 0 0 15,3 0 0-15,-3 0 0 0,3 0 0 0,-3 3 0 16,4-3 0-16,-1 0 0 0,-3 5 0 0,3-5 0 16,3 0 0-16,-3 0 0 0,3 0 0 0,-3 3 0 15,3-3 0-15,0 0 0 0,0 0 0 0,0 5 0 16,0-5 0-16,3 0 0 0,-3 3 0 0,6-3 0 16,-6 2 0-16,0 1 0 0,6-3 0 0,-6 2 0 15,0 1 0-15,1 5 0 0,-1-8 0 0,0 8 0 16,0-8 0-16,0 8 0 0,-3-5 0 0,3 2 0 15,-3 0 0-15,3 3 0 0,-3-5 0 0,0 2 0 16,0 3-38-16,-3-3-2 0,3 3 0 16,0-5 0-16,0 2 19 0,1 3 3 0,2-8 1 0,0 5 0 15,-3-2-7-15,3 0-2 0,0-1 0 0,0 6 0 16,3-8-24-16,3 0-5 0,0 0-1 0,0 0 0 16,0 0-25-16,0 0-6 0,0 0-1 0</inkml:trace>
  <inkml:trace contextRef="#ctx0" brushRef="#br0" timeOffset="5691.756">19895 4879 1314 0,'0'0'37'0,"0"0"8"0,0 0-36 0,3-5-9 0,0 5 0 0,-3 0 0 16,3-8 104-16,0 5 20 0,0 1 3 0,-3 2 1 15,0 0-52-15,3-3-9 0,-3 3-3 0,0 0 0 16,0 0 0-16,6 0 0 0,-6 0 0 0,6 3 0 15,-6-3 0 1,3 5 0-16,3 3 0 0,-3-5 0 0,-3 7-51 16,3 1-13-16,-3 2 0 0,0 0 0 0,0 8 0 0,0 1 0 15,-3 4 0-15,3 3 0 0,-3 0 0 0,0 0 0 0,3-2 0 16,-3-1 0-16,0 1 0 0,0-1 0 0,0-2 0 16,0 0 0-16,0 0 0 0,0-3 0 0,0 3 0 0,-3-1 0 15,3 1 0-15,0 3 0 0,3-1 0 0,-3-2 0 16,0 2 0-16,3-4 0 0,0 1 0 0,-3-1 0 15,3-1 0-15,0-5 0 0,-3 2 0 0,3-2 0 16,0-3 0-16,0 0 0 0,0 1 0 16,0-4 0-16,0 1 0 0,0-3 0 0,0 0 0 0,0 0 0 15,3 0 0-15,-3-3 0 0,0 3 0 0,3-6 0 16,0 4 54-16,-3-6 8 0,3 5 2 0,0 0 0 16,3-2-52-16,0 0-12 0,0-1 0 0,0 1 0 15,0-3 0-15,3 3 0 0,0-3 0 0,3 2 0 16,-3 1-20-16,2-3-8 0,4 0 0 0,-3 3-1 15,3-3 29-15,0 2 0 0,0 1 0 0,6-3 10 16,-6 2-10-16,2-2 0 0,1 0 9 0,0 3-9 16,0-3 21-16,0 0 0 0,0 0 0 0,3-3 0 15,2 3-21-15,1 0 0 0,6-2 0 0,0 2 0 16,0 0 0-16,5 2 0 0,-2-2 0 0,6 0 0 16,-7 0 0-16,1 0 0 0,-3-2 0 0,3 2 0 15,2-3 0-15,4 1 0 0,0-1 0 0,-1 3 0 16,1 0 0-16,3 0 0 0,-3 3 0 0,-4-3 0 0,1 0 0 0,-3 0 9 15,-4 0-9-15,4 0 0 0,0-3 0 0,0 3 0 0,2 0 0 0,1 0 0 16,-3 0 0-16,3 0 0 0,-4 3 12 16,-2-3-12-16,0-3 0 0,-3 3 0 0,-1-3 0 0,1 1-12 15,0-1 12-15,0 0 0 0,0 1 0 0,-1-1 0 16,1 0 0-16,3 3 0 0,-3 0 0 0,3-5 0 16,-4 5 0-16,-2 0 13 0,3 0-2 0,-6 0-1 15,3 0-10-15,-7-3 0 0,1 3 0 0,0 0 0 16,0 0 0-16,0-2-12 0,-3-1 0 0,6 3 1 15,-4-3 11-15,1 3 0 16,0 0 0-16,3-2 0 0,0 2 0 0,0 0 0 0,-3 0 0 0,2 2 0 16,-2-2 0-16,0 0 0 0,3 3 0 0,-6-3 0 15,3 3 0-15,-3-3 0 0,-4 0 0 0,4 0 0 16,-3 0 0-16,-3 0 0 0,0 0 0 0,0 0 0 16,-3 0 0-16,3 0 0 0,-3 0 0 0,-3 0 0 15,3 0 0-15,0-3 0 0,-3 3 0 0,0-3 0 16,3 3 0-16,-3 0 0 0,0-2 0 0,3 2 0 15,-6 0 49-15,3-3 12 0,0 1 3 0,2 2 0 16,-2-3-52-16,0-2-12 0,3 2 0 0,-3 0 0 16,3 1 0-16,-3-4 0 0,0 4 0 0,0-4 0 15,0-2 0-15,0 3 0 0,0-3 0 0,3 0 0 16,-3 0 0-16,0-2 0 0,3-1 0 0,-3-2 0 16,0-3 0-16,3 0 0 0,-3-2 0 0,3-3 0 0,-3-3 0 15,3 0 0-15,-3 0 0 0,3-2 0 0,0 2 0 0,-3 0 0 16,3 3 0-16,-3-3 0 15,3 3 54-15,-3 0 8 0,-1 0 2 0,1-3 0 16,0 3-64-16,-3-3-13 0,3-3-3 0,-3 1 0 0,0 2 16 16,0-5 12-16,0 0-3 0,-3 2 0 0,3 1-1 15,-3 5-8-15,3 0 12 0,-3-1-4 16,1 6-8-16,-1 1 0 0,0 1 0 0,0 1 0 0,0 3 0 0,0-1 0 0,-3 0 0 0,3 3 0 16,-3 1 0-16,3-4 0 0,-3 3 0 0,3 0 0 15,-3 0 0-15,0 3 0 0,0-3 0 0,0 0 0 16,0 3 14-16,0-1 1 0,0 4 0 0,-3-6 0 15,3 0-15-15,-3 3 9 0,0-1-9 0,0 1 8 16,1 0-8-16,-1-1 0 0,0 4 0 0,-3-4 0 16,3 4 0-16,-3-1 0 0,3-2 0 0,-3 2 0 15,-3 1 0-15,0-1 0 0,-2 0 0 0,-1 1 0 16,0 2-11-16,-3-6-7 0,0 6-2 0,-3-2 0 16,3-1 20-16,-2 3 0 0,-4 0 0 0,3 0 0 15,3 0 9-15,-3 0 6 0,4 0 1 0,-1 0 0 16,-3 0-16-16,3 0 0 0,-3 0 0 0,-3 0 0 15,1 0-15-15,-4 0 1 0,0 3 0 0,-6-3 0 16,4 2 14-16,-1-2 13 0,0 6-2 0,-3-6-1 16,7 2-10-16,-1-2-14 0,0 3 3 0,0 0 1 15,4-1 10-15,-7 1 0 0,3 0 0 0,0-1 0 16,1 1 0-16,-1-1 0 0,0 1-9 0,0 2 9 16,4 1 0-16,-1-6 0 0,6 2 0 0,-3 1 0 15,0 0-12-15,0-1 12 0,1 1-10 0,-1 0 10 16,0-1-9-16,-3-2 9 0,0 3-8 0,-2 0 8 15,2 2-11-15,0-5 11 0,0 2-13 0,0-2 5 16,1 6-29-16,2-6-6 0,3 0-1 0,0 0 0 0,0 2 36 0,1-2 8 0,-1 0 0 16,0 3 0-16,0-3 0 0,0 3 0 0,-3-3 0 0,1 2 0 15,2-2 0-15,0 0 0 0,-3 0 0 0,3 0 0 16,-3 0 0-16,7 3 0 0,-4-3 0 0,3 0 0 16,3 0 0-16,-3 0 0 0,3 0 0 0,0 0 0 15,3 0 0-15,1-3 0 0,-1 3 0 0,3 0 0 16,-3-2 0-16,3 2 0 0,-3 0 0 15,3 0 0-15,0 0 0 0,-3 0 0 16,3 0 0-16,0 0 0 0,0 0 0 0,0 0 0 0,1 0 0 0,-1 0 0 16,0 0 0-16,0 0 0 0,0 0 0 0,0 0 0 15,3 0 0-15,-3 0 0 0,0 0 0 0,3 0 0 16,-3 0 0-16,0 0 0 0,3 0 0 0,-3 0 0 16,3 0 0-16,1 0 0 0,-4 0 0 0,3 2 0 15,0-2 0-15,6 0 0 0,-3 0 0 0,-3 3 0 16,6-3 0-16,0 0 0 0,0 0 0 0,-6 5 0 15,6-5 0-15,0 0 0 0,0 6 0 0,-3-1 0 16,6 0-179-16,-3 3-33 0,3-3-8 0</inkml:trace>
  <inkml:trace contextRef="#ctx0" brushRef="#br0" timeOffset="7717.088">21642 6488 1796 0,'0'0'37'0,"0"0"10"0,0 0-38 0,0 0-9 0,0 0 0 0,0 0 0 15,0 0 80-15,0 0 15 0,0 0 2 0,0 0 1 16,0 0-49-16,0 0-9 0,0 0-3 0,-3 5 0 15,-3-2-8-15,3 5-1 0,0 0-1 0,0 2 0 16,1 4-14-16,2 1-2 0,-3 1-1 0,0 6 0 16,0 1-10-16,3 1 10 0,-3 5-10 0,0 3 10 15,3-3-10-15,0-2 0 0,-3 2 0 0,3 0 0 16,-3-5 0-16,0 2 0 0,3-2 0 0,-6 5 8 16,6-3 10-16,-3 6 2 0,0 0 0 0,0 2 0 15,0-2-30-15,0-3-6 0,0 0 0 0,0-2-1 16,0-3 17-16,0-1 0 0,0-4 0 0,-3-1 0 15,3-2 0-15,0 0 8 0,0-3-8 0,0 1 12 16,3-4-12-16,-3 1 0 0,0-1 0 0,3-2 0 16,0 0 0-16,0 0 0 0,3-2 0 0,0 1 0 15,-3-1 9-15,3-1-1 0,3 0 0 0,-3-2 0 16,3 2-8-16,-3-2 0 0,3 0 0 0,0-1 8 16,3-2-8-16,-3 3 0 0,3-3 0 0,3 3 0 15,-3-3 53-15,2 0 9 0,4 0 2 0,-3 0 0 16,3 0-52-16,0-3-12 0,0 3 0 0,0-3 0 15,0 3-14-15,0 0-6 0,-1-2 0 0,1 2-1 16,0-3 21-16,0 0 0 0,0 1 0 0,0-1 8 0,6 0 8 16,-1 3 0-16,4-2 1 0,0-1 0 0,3 3-27 0,3 0-6 0,2 0 0 15,-2 0-1-15,3 3 27 0,-3-3 6 0,-1 0 0 16,1 0 1-16,3 0-17 0,0-3 0 0,-1 3 0 0,4-3 0 16,3 3 0-16,-3 3 0 0,5 0 0 0,1-1 0 15,-6-2 0-15,-4 3-16 0,1 0 4 16,3-3 0-16,-3 0 12 0,2 0 16 0,4 0-3 15,0 0-1-15,-4 0-12 16,1 2 0-16,0-2 0 0,0 3 0 0,-4 0 0 0,-2-3 0 0,-3 0 0 16,0-3 0-16,2 3 0 0,-2-3 0 0,0 3 0 0,3-2 0 15,0-1 0-15,-1 3 0 0,1 0 0 0,0 3 0 16,-3-3 0-16,-4 2 0 0,1-2 0 0,0 3 0 16,-3 0 8-16,0-3 0 0,-3 0-8 0,-1 0 12 15,1 0-12-15,3 0-8 0,-3 0 8 0,3 2-13 16,0-2 13-16,-3 0 0 0,2 0 0 0,4 3 0 15,-3-3 0-15,0 3 0 0,0-3 0 0,0 2 0 16,-1 1 0-16,1-1 0 0,-3-2 0 0,0 3 0 16,0 0 0-16,0-3 0 0,-3 2 0 0,-4-2 0 15,4 0 0-15,-3 0 0 0,0 0 0 0,0-2 0 16,0 2 0-16,3 0 0 0,-3-3 0 0,0 3 0 16,0-3 0-16,-4 3 0 0,4-2 0 0,-3-1 0 15,3 1 0-15,-3-1 0 0,0 0 0 0,-3 3 0 16,3-2 0-16,0-1 0 0,-3 0 0 0,0 3 0 15,0-2 0-15,0-1 0 0,0 0 0 0,0 1 0 16,0-1 0-16,-3 0 0 0,3-2 0 0,-1 2 0 16,-2-2 0-16,3 3 0 0,-3-4 0 0,0 4 0 15,3-4 48-15,-3 1 13 0,0-3 3 0,0 3 0 16,0-1-52-16,-3-1-12 0,3-4 0 0,-3 0 0 0,0 1 0 0,0-3 0 0,0-1 0 16,0-2 0-16,-3-2 0 0,3-1 0 0,-3-2 0 0,3-3 0 15,0 1 0-15,0-4 0 0,0-2 0 0,0 0 0 16,0 5 0-16,0-2 0 0,0 2 0 0,0 0 0 15,0 0 0-15,0 0 0 16,0 1 0-16,0-1 0 0,0 0 0 0,3-2 0 0,-3-1 0 0,0-2 0 16,3 2 0-16,-3-2 0 0,0 0 0 0,0 3 0 15,3 2 54-15,-3 3 8 0,0 2 2 0,0 1 0 16,0 2-52-16,0 3-12 0,0-1 0 0,0 4 0 16,0-1 0-16,0 1 0 0,0 2 0 0,-3 0 0 15,0 0 0-15,0 0 0 0,0 3 0 0,0-3 0 16,0 2 0-16,-3 1 0 0,3 0 0 0,-3 0 0 15,3-1 0-15,-3 1 0 0,1 2 0 0,-4-2 0 16,3 2 0-16,-3 1 0 0,0-1 0 0,0 0 0 16,-3 1 0-16,0 2 0 0,0-3 0 0,0 3 0 15,0-2 0-15,-3 2 0 0,1 0 0 0,-1 0 0 16,0 2 0-16,0-2 0 0,0 0 0 0,0 3 0 16,0-3 0-16,-3 0 0 0,-2 0 0 0,-1 2 0 15,0-2 0-15,-3 3 0 0,0-3 0 0,-3 0 0 16,1 0 0-16,-1 3 0 0,0-3 0 0,0 0 0 15,1 2 0-15,2-2 0 0,0 3 0 0,-3-3 0 0,0 0 12 16,1 3 0-16,-4-3 0 0,-3 0 0 0,0 0-12 16,1 2-16-16,-4-2 3 0,0 3 1 0,6-3 12 0,1 3 0 15,-1-3 0-15,0 2 0 0,3 1 0 0,0-3 0 0,-2 0 0 16,2 3 0-16,-3-3 0 16,0 0 0-16,-2 0 0 0,2 2 0 0,0-2 0 0,0 3 0 0,4-3 0 15,-1 2 0-15,3 1 0 0,3 0 0 0,0-3 0 0,3 2 0 16,1 1 0-16,2-3 0 15,0 0 0-15,-3 3 0 0,3-3 0 0,0 0 0 16,0 0 0-16,0 0 0 0,-2 0 0 0,2 0 0 0,-6 0 0 16,3 2 0-16,0-2 0 0,0 3 0 0,-3-3 0 0,1 0 0 15,2 0 0-15,0 3 0 0,-3-3 0 0,3 0 0 16,0 0 0-16,3 2 0 0,1 1 0 0,-1-3 0 16,0 3 0-16,0-3-9 0,3 2 9 0,-3-2-8 15,0 0 8-15,0 0 0 0,-3 0 0 0,4-2 0 16,-4 2 0-16,3-3 0 0,-3 3 8 0,0 0-8 15,0 0 0-15,3 0 0 0,-2 3 0 0,-1-3 0 16,3 2 0-16,-3-2 0 0,3 0 0 0,-3 0 0 16,3 3 0-16,0-3 0 0,3 0 0 0,-2 3 0 15,2-1 0-15,0-2 0 0,0 0 0 0,3 3-8 16,-3-3 8-16,3 0 0 0,0 0 0 0,-3 0-8 16,3 2 8-16,-3-2 0 0,1 3 0 0,2-3 0 15,-3 0 0-15,0 3 0 0,0-3 0 0,0 0 0 16,0 2 0-16,3-2 0 0,-3 3 0 0,0 0 0 15,3-3 0-15,-3 2-8 0,4 1 8 0,-1 0 0 16,3-1 0-16,-3 4 0 0,3-4 0 0,0 4-8 16,0-1-37-16,0 0-7 0,3 0-2 0,0 1 0 15,0 2-8-15,3 0-2 0,0-1 0 0</inkml:trace>
  <inkml:trace contextRef="#ctx0" brushRef="#br0" timeOffset="9166.151">24530 8044 2072 0,'0'0'59'0,"-6"-5"12"0,0 5-57 0,0-3-14 0,0 0 0 0,-3 1 0 15,3-1 71-15,-3 0 11 0,0 1 2 0,0-4 1 16,-3 4-31-16,0 2-6 0,0-3-2 0,1 0 0 16,-4 1-13-16,0-1-2 0,0 0-1 0,-3 1 0 15,0-1-7-15,0 1-2 0,0-1 0 0,1 0 0 16,-4 1-9-16,0-1-1 0,0 0-1 0,0 1 0 16,-6 2 2-16,4-3 0 0,-4 0 0 0,0 1 0 15,0-1-12-15,-2 3-9 0,2-3 9 0,-3 1-13 16,3-1 13-16,0 3 0 0,4-2 0 0,-4 2 0 15,0 0 0-15,0 0 0 0,0 0 0 0,-2 2 0 16,-1-2 10-16,3 3-10 0,-3-1 8 0,1 1-8 16,5 0-13-16,-3-1-8 0,3 4-2 0,0-4 0 0,4 1 23 15,-1 2 0-15,6-2 0 0,-3 2 0 16,3-2 0-16,3 2 0 0,0-2 0 0,0 5 0 0,3-6 14 0,0 4 7 0,1-4 2 16,2 4 0-16,0-4-23 15,0 4 0-15,0-4 0 0,3 3 0 0,-3-2 0 16,3 2 0-16,-3 1 0 0,3-4-8 0,0 4 8 0,0 2 0 0,0-3 0 15,0 0-8 1,0 0 8-16,-3 3 0 0,3-2 0 0,0-1 0 0,0 3 0 16,0 0 0-16,0 0 0 0,0 0 0 0,-3 0 0 0,3 0 0 15,0 2 0-15,-3 3 0 0,3 1 0 0,0 2 0 0,0 2 0 0,0 1 0 16,0-1 0-16,0 6 0 0,3 0 0 0,-3 0 0 16,1-1 0-16,2-1 0 0,0 1 0 0,0-1 0 15,0-1 0-15,0-3 0 0,0 1 0 0,0-1 0 16,0 3 0-16,0-2 0 0,0-1 0 0,0 4 0 15,0-1-18-15,2 0 2 0,-2 3 0 0,0 0 0 16,0-1 25-16,0-1 6 0,0 1 1 0,0 1 0 16,0-5-16-16,0-3 0 0,0-1 0 0,0-1 0 15,0-1 0-15,0 0 0 0,0-2 0 0,0-1 0 16,0-2 0-16,0 0 0 0,0 0 0 0,0 0 0 16,0-5 8-16,0 2-8 0,0-5 0 0,0 5 0 15,0-5 8-15,0 0-8 0,0 0 0 0,0 6 9 16,0-6-9-16,0 0 10 0,3 5-10 0,-3-5 10 15,0 0-1-15,3 3 0 0,0-1 0 0,-3-2 0 16,6 3 3-16,0-1 0 0,-3 1 0 0,3-3 0 16,0 3-4-16,-3-3-8 0,3 2 12 0,0-2-4 15,0 0-8-15,3 3 0 0,-3-3 9 0,3 0-9 0,0 0 0 16,0 3 8-16,0-3-8 0,0 0 0 16,2 0 0-16,-2 0 0 0,3 0 0 0,0-3 0 15,0 3 0-15,3 0 0 0,0-3 0 0,0 3 0 0,3-2 0 0,2 2 9 0,1 0-9 16,3 0 10-16,0 0-10 15,0 0 0-15,3 0-10 0,-1 0 10 0,-2 0 0 16,3 0 0-16,-3 0 0 0,0-3 0 0,-1 3 0 0,1 0 0 16,0-3 0-16,3 1 0 0,0 2 8 0,2 0-8 0,1-3 0 0,3 3 0 15,0 0 22-15,-4 0 1 0,4 0 0 0,-3 0 0 16,-3 0-6-16,-1 0-1 16,-2-2 0-16,0 2 0 0,0-3-4 0,0 3 0 0,2-3-1 0,-5 1 0 15,3 2-1-15,-3-3 0 0,0 3 0 0,3 0 0 16,-7-3-10-16,4 3 8 0,-3 0-8 15,0 0 8-15,-3 0-8 0,0 0 0 0,0 0 0 16,0 0 0-16,-4 0 13 0,1 0 1 0,-3 0 0 16,3 0 0-16,-3 0-14 0,0 0 0 0,0 0 0 0,0 0 0 15,0 0 0-15,-3 0-18 0,0-2 2 0,3 2 1 16,-3 0 15-16,0 0 0 0,3-3 0 0,-4 3 0 16,1 0 0-16,0 0 0 0,-3-3 0 0,3 3 0 15,-3-2 0-15,-3 2 0 0,3 0 0 0,-3 0 0 16,0-6-156-16,0 1-29 0,0 0-6 0</inkml:trace>
  <inkml:trace contextRef="#ctx0" brushRef="#br0" timeOffset="10600.67">17773 7996 1268 0,'-21'0'26'0,"12"-2"7"0,3 2-33 0,-3 0 0 0,0-3 0 0,0 3 0 15,3-3 102-15,0 3 14 0,0-2 2 0,0 2 1 16,6 0-28-16,0 0-6 0,0 0-1 0,-6 0 0 15,6 0-22-15,0 0-5 0,0 0-1 0,0 0 0 16,0 0-34-16,0 0-7 0,0 0-2 0,6-6 0 16,0 4-13-16,0-1 0 0,0 0 8 0,3 3-8 15,0-2 0-15,0 2 0 0,3-3 0 0,-3 3 0 16,3 0 0-16,0 0 0 0,3 0 0 0,0 0 0 16,2 0 0-16,4 0 0 15,0 0 0-15,6 0 0 0,0 0 0 0,5 0 0 0,1 0 0 0,0 0 0 16,-3 0 0-16,2 0 0 0,-2 0 0 0,0 0 0 15,0 0 0-15,-1 0 0 0,-2 0 0 0,3 0 0 16,0 0 16-16,0 0 1 0,-1 0 0 16,1 0 0-16,0 0-27 0,-3 0-6 0,-4 0 0 0,4 0-1 15,-6 0 49-15,-3 0 11 0,0 0 1 0,0 0 1 16,-4-3-21-16,1 3-4 0,-3 0 0 0,3 0-1 16,-3-2-19-16,0 2 0 0,0-3 0 0,0 3 0 15,0 0 55-15,3 0 7 0,-4 0 2 0,-2-2 0 16,3 2-47-16,0 0-9 0,0-3-8 0,0 3 12 15,0-3 3-15,0 3 1 0,0 0 0 0,0 0 0 16,0 0-4-16,-1 0-1 0,1 0 0 0,0 3 0 16,-3 0 0-16,3-3 0 0,-3 2 0 0,0 1 0 15,0-1 1-15,0 4 0 0,0-4 0 0,0 4 0 0,-3-1 0 16,0 0 0-16,3 1 0 0,-3-1 0 16,-1 0-3-16,1 3 0 0,0-3 0 0,0 3 0 15,-3-2 1-15,3 2 0 0,0-1 0 0,-3 1 0 16,0 0-10-16,3 0 12 0,-3 0-12 0,3 0 12 15,-3 3-4-15,0-3-8 0,0 0 12 0,0 0-4 16,0 0 3-16,0 2 0 0,0-2 0 0,-3 3 0 0,3-1 5 0,0 3 0 16,-3 1 1-16,3 2 0 0,-3-1-17 0,0 4 0 0,3-1 0 0,-3 4 0 15,0-1 0-15,0-3 0 0,0 3 0 0,0-2 0 16,0 0 0-16,-3-1 0 0,3-2 0 0,0 2 0 16,0-2 0-16,-3 0 0 0,3 0 0 0,-3 0 0 15,3 0 0-15,-3-3 0 0,0 3 0 0,3-3 0 16,-3 6 0-16,0-3 0 0,3-1 0 0,-3 4 0 15,0-1 0-15,3 1 0 0,-3 0 0 0,0-1 0 16,3-2 0-16,0 0 0 0,-3 0 0 16,3 0 0-16,0-3 0 0,0-3 0 0,0 4 0 0,0-6 0 15,0 2 0-15,0-2 0 0,3 0 0 0,-6 0 0 16,3-3 0-16,0 1 0 0,0-1 0 0,0-5 0 16,-3 5 0-16,3-5 0 0,0 0 0 0,-3 5 0 15,3-5 0-15,-3 6 0 0,3-6 0 0,0 0 0 16,-6 5 0-16,6-5 0 0,-6 3 0 0,0-1 0 15,6-2 0-15,-6 3 0 0,0 0 0 0,0-1 0 16,-3-2 0-16,1 3 0 0,-1-3 0 0,0 0 0 16,-3 2 0-16,0-2 0 0,0 0 0 0,-3 3 0 15,0-3 0-15,-3 0 0 0,0 3 0 0,1-3 0 16,-4 2 0-16,0 1 0 0,0 0 0 0,0-3 0 16,3 2 0-16,-2 1 0 0,-1 0 0 0,3-1 0 0,0 1 0 15,0 0 0-15,0-1 0 0,0 1 0 0,1 0 32 0,-4-3 2 16,0 2 1-16,0-2 0 0,0 0-25 0,-3 3-10 0,1-3 8 15,-1 0-8 1,0 2 25-16,3 1 0 0,0-3 0 0,0 3 0 0,1-1-25 16,2 1-12-16,3-3 0 0,-3 3 1 0,3-1 11 0,0 1 16 15,0 0-4-15,3-1-1 0,1 1-11 0,-1 0 0 0,-3-1 9 16,3 1-9-16,-3 0 10 0,0-1-2 0,0-2-8 0,0 3 12 16,-3 2-4-16,1-2 0 0,-4-1-8 15,3 1 12-15,0 2-3 0,0 1-1 0,0-1 0 0,1 0 0 16,2-2 0-16,3 2 0 0,-3 0 0 0,6 1 0 15,-3-1-8-15,6 0 0 0,-3-2 0 0,3 2 8 16,3-2 17-16,-3 2 3 0,6-5 1 0,0 0 0 16,0 0-54-16,0 0-11 0,0 0-3 0,0 0 0 15,3-8-91-15,-3-5-18 0</inkml:trace>
  <inkml:trace contextRef="#ctx0" brushRef="#br0" timeOffset="21058.515">11959 10603 1074 0,'0'0'30'0,"0"0"8"16,0 0-30-16,-6 0-8 0,6 0 0 0,-5 0 0 16,5 0 52-16,0 0 10 0,-6 2 2 0,6-2 0 15,0 0 23-15,-6 3 5 0,6-3 0 0,0 0 1 16,0 0-37-16,0 0-7 0,0 0-1 0,0 0-1 15,0 0-11-15,0 0-1 0,0 0-1 0,0 0 0 16,0 0-13-16,0 0-2 0,0 0-1 0,0 0 0 16,0 0-6-16,6 2 0 0,0 1-1 0,2 0 0 15,1 2-11-15,0-5-16 0,3 3 4 0,0-1 1 16,0 1 60-16,3-3 12 0,0 3 3 0,0-3 0 16,0 2-64-16,-1-2 0 0,1 0-9 0,3 0 0 0,-3-2 9 15,3 2 0-15,0-3 0 0,3 0-8 0,-1 3 8 0,1-2 0 0,3 2 0 16,0 0 0-16,-3 0 0 0,0 0 0 0,-1 0 0 15,1 0 0 1,0 0 0-16,-3 2 0 0,-3 1 0 0,3 0 0 0,-6-3 0 0,3 2 8 16,-7 1-8-16,1 0 0 0,-3-3 8 0,0 5-8 15,0-3 8-15,0 1-8 0,-3 0 0 0,-3-3 9 0,3 2-9 0,0 4 0 16,-3-6 34-16,3 2 0 0,-3-2 0 0,0 6 0 16,3-1-3-16,0-2-1 0,-3-3 0 0,0 8 0 15,3-3-30-15,-3 0 0 0,0-5 0 0,0 5 0 16,0 3 0-16,0-2 0 0,0 2 0 0,0 0 0 15,0-1 44-15,0 1 2 0,0 0 1 0,0 3 0 16,0-3-24-16,-3 2-5 0,3 1-1 0,0 0 0 16,0-1-17-16,-3 1 0 0,3-1 0 0,0 1 0 15,0 0 0-15,0-1 0 0,0-2 0 0,0 5 0 16,0-5 20-16,-3 5 0 0,3-2 0 0,0 0 0 16,3-1-20-16,-3 3 0 0,0-2 0 0,-3 0 0 15,3 2 0-15,0 0 12 0,0 0-4 0,-3 1-8 16,3-1-14-16,0 3-10 0,0 0-1 0,0-1-1 15,0 1 72-15,0 3 14 0,0-1 4 0,0 1 0 16,0-3-64-16,0 0-18 0,0 2-1 0,0 1 0 0,0-6 19 16,0 3 0-16,0-3 0 0,0 3 0 0,0-3 0 15,0 0 9-15,0 1-9 0,0-1 8 0,-3 0-8 0,3 0 8 16,0 0-8-16,0 1 8 0,-3-4-8 0,3 3 0 0,0-2 9 16,0 5-9-16,0-3 0 15,0 0 8-15,0 1-8 0,0 2 0 0,0-1 0 0,0-1 9 0,0 1-9 16,0 1 0-16,-3-2 10 0,3 1-10 15,0-1 8-15,0 2-8 0,0-3 9 16,0 0-9-16,0 0 10 0,0-2-10 0,0 2 12 0,0-2-4 0,0-1-8 0,0 1 12 16,0-1-12-16,-3 4 9 0,3-4-9 0,0 1 8 15,0-1-21-15,-3 1-5 0,3 0-1 0,3-3 0 16,-3 2 37-16,0 1 7 0,0-1 2 0,-3 1 0 16,3-1-27-16,0 4 0 0,0-4 0 0,-3 3 0 15,3 1 0-15,0 2 0 0,0-3 0 0,-3 3 8 16,3 0-8-16,0-3 0 0,0 3 0 0,-3 0 0 15,3-3 0-15,0 0 0 0,0 0 8 0,0 0-8 16,0 3 0-16,0-5 0 0,0 2 0 0,0-2 0 16,-3-1 0-16,3 1 0 0,0 2 0 0,0-2 0 15,-3-1 0-15,3 4 0 0,0-4 0 0,0 1 0 16,-3-1 0-16,3 1 0 0,0-1 0 0,-3 4 0 16,3-4 0-16,0 3 0 0,0 1 0 0,0 2 0 15,0-3 0-15,-3 3 0 0,6-3 0 0,-3 3 0 16,0 0 0-16,0-3 0 0,0 3 0 0,0 0 0 15,0-3 0-15,0 0 0 0,0 0 0 0,0 1 0 16,0-1 0-16,0-3 0 0,3 1 0 0,-3 0 0 16,0-1 0-16,0 1 0 0,0-1 0 0,3 1 0 15,-3-1 0-15,0 1 0 0,3 2 0 0,-3 1 0 16,0-4 0-16,0 3 0 0,3-2 0 0,-3 2 0 0,0-2 0 0,0 2 0 16,3 0 0-16,-3 0 0 0,0 1 0 0,0-1 0 15,3 3 0-15,-3-3 0 0,0 3 0 0,0-3 0 0,3 0 0 16,-3 3 0-16,0-3 0 0,0 1 0 0,0-1 0 0,0 0 0 15,0-2 0-15,3-1 0 0,-3 4 0 16,0-4 0-16,0 1 0 0,0-3 8 16,0 2-8-16,0-2 0 0,0 3 0 0,0-3 0 0,0 0 0 15,0 2 0-15,0-2 0 0,0 3 0 0,0-3 0 0,0 2 0 16,0-2 0-16,0 0 0 0,0-3 0 0,0 6 0 16,0-6 0-16,0 3 0 0,0-2 8 0,0-1-8 15,0 3 0-15,0-8 0 0,0 5 0 0,0 0 0 16,0-5 0-16,-3 6 10 0,3-6-10 0,0 8 10 15,0-8 0-15,0 0 0 0,0 0 0 0,0 0 0 16,0 0 1-16,0 0 0 0,0 0 0 0,0 0 0 16,0 0 2-16,0 0 1 0,0 0 0 0,-6 2 0 15,6-2-2-15,-6 3-1 0,0-3 0 0,0 0 0 16,0 0-11-16,-2-3 8 0,-1 3-8 0,0 0 8 16,0 0-8-16,0 0 8 0,-3 0-8 0,0 0 8 15,0 3-8-15,0 0 0 0,0-1 0 0,0 1 0 16,-5 2 0-16,5-2 0 0,-3 2 8 0,0 0-8 15,0 1-23-15,0-1-6 0,0 3-2 16,0 0 0-16,0-3 51 0,4 3 11 0,-4 0 1 0,3-3 1 16,0 3-33-16,0-3 0 0,0 3 0 0,0-2 0 0,3-1 0 0,-3 0 0 15,3 1 0-15,0-1 0 0,0 0 0 0,1 0 0 16,-4 1 0-16,3-4 0 0,0 4 0 0,0-4 0 16,3 1 0-16,-3 2 0 0,0-5 0 0,3 3 0 0,0-3 0 15,0 3 0-15,0-1 0 0,6-2 0 16,-6 0 0-16,0 0 0 0,0 3 0 0,3-3 0 15,3 0 0-15,-9 0 0 0,4 0 0 16,2 2 0-16,-3-2 0 0,6 0 0 0,-6 0 0 0,0 0 0 0,3 0 0 0,-3 0 0 31,6 0-27-31,-3 3-2 0,-3-3-1 0,6 0 0 0,-3 0 48 0,3 0 10 0,0 0 1 0,0 0 1 16,-6 3-30-16,6-3 0 0,0 0 0 0,0 0 0 16,0 0 0-16,-3 0 0 0,3 0 0 0,0 0 0 15,0 0 0-15,-3 0 0 0,3 0 0 0,-6-3 0 16,6 3 0-16,-3-3 0 0,3 3 0 0,-6-2 0 15,3-3 0-15,3 5 0 0,-3-6 0 16,0 4 0-16,0-4 0 0,3 1 0 0,-3 0 0 0,0-1 0 16,0 1 0-16,0-3 0 0,3 0 0 0,-3-2 0 15,0 2-25-15,3-3-2 0,-3 1 0 0,0-1 0 16,0-2 42-16,3 2 8 0,-3-2 1 0,3 0 1 16,-3 2-40-16,3-2-8 0,-3 0-1 0,3 2-1 15,0 1 40-15,0-1 8 0,0 0 1 0,0 1 1 16,0 2-40-16,0 0-8 0,0-3-1 0,-3 1-1 15,6 2 25-15,-3 0 0 0,0 0 0 0,0-3 0 16,3 3 0-16,-3 0 0 0,0-2 0 0,0 2 0 16,0-3 0-16,0 1 0 0,0-1 0 0,0-2 0 15,0 0 0-15,3-3 0 0,-3 0 0 0,0 0 0 16,0-2 0-16,3-1 0 0,-3 1 0 0,0-1 0 0,3 3 0 0,-3-2 0 16,3 2 0-16,-3 0 0 0,3 3 0 0,-3-1 0 15,3 1 0-15,-3 3 0 0,0-1 0 0,0 3 0 0,3-3 0 16,-3 4 0-16,0-1 0 0,0 0 0 0,0 0 0 15,0-3 0-15,0 3 0 0,0 0 0 0,0-2 0 16,0 2 0-16,-3-3 0 16,3 1 0-16,0-4 0 0,-3 1 0 0,0 0 0 0,0-3 0 0,3-3 0 0,-3 1 0 15,0-1 0-15,3 4 0 0,-3-7 0 16,0 4 0-16,3 2 0 0,-3 0 0 0,3 0 0 0,-3 0 0 16,1 0 20-16,-1 3 8 0,0 3 3 0,0-4 0 15,0 1-31-15,0 3 0 0,3-1 0 0,-6 0 0 16,3 4-24-1,3-4-4-15,-3 0 0 0,0 1-1 0,0-1 46 0,3-2 10 0,0 2 1 0,-3-2 1 16,3-3-29-16,0 0 0 0,0 1 0 0,0-4 0 16,0 0 0-16,0-2 0 0,0 0 0 0,0 0 0 15,3 0 0-15,-3 2 0 0,0 1 0 0,3 2 0 16,0 0 0-16,-3 0 0 0,3 3 0 0,3 0 0 16,-3-1-20-16,0 4-6 0,0-3-2 0,0 5 0 15,-3-3 45-15,3 1 9 0,0-1 2 0,-1 0 0 16,-2 1-28-16,3-3 0 0,0 2 0 0,-3-2 0 15,0-1 0-15,3-1 0 0,-3-4 0 0,0 1 0 16,0-1 0-16,0-2 0 0,0 0 0 0,0 0 0 16,-3-1 0-16,3 4 0 0,0-1 8 0,0 3-8 15,-3 1 0-15,3 1 0 0,-3 1 0 0,3 0 0 16,0 2-21-16,-2-2-7 0,2 5 0 0,0-2-1 16,-3-1 29-16,3 0 0 0,0 1 0 0,-3-1 0 0,3 1 17 0,-3-1 10 15,3 0 1-15,-3-2 1 16,0 0-46-16,3-3-10 0,-3 0-1 0,3 0-1 0,-6-2 29 15,6-1 0-15,-3 1 0 0,0-1 0 16,3 3 18-16,-3-2 10 0,3 2 1 0,-3 0 1 0,3 3-30 0,0 2 0 0,-3-2 0 16,3 3 0-16,0 2 0 0,0-3 0 0,0 3 0 15,0 0 0 1,0 0-18-16,0 0-10 0,0 3-1 0,0-3-1 0,0 3 47 0,3-1 10 0,-3 1 1 0,0-3 1 16,3 3-29-16,0-3 0 0,0 3 0 0,0-1 0 15,0 1 0-15,0-3 0 0,0 0 0 0,0 3 0 16,3-3 0-16,-3 0 0 0,0 0 0 0,2-2 0 15,-2-1 0-15,3 0 0 0,-3-2 0 0,3 3 0 16,0-4 0-16,-3 4 0 0,3-3 0 0,0-1 0 16,-3 1 0-16,3 0 0 0,0 2 0 0,0-2 0 15,0 2-20-15,0-2-6 0,0 3-2 16,0-4 0-16,0 4 28 0,-3 2 0 0,3-3 0 0,0 3 0 16,0 0 18-16,-3 0 9 0,3 3 1 0,-1 0 1 15,-2 0-29-15,0-1 0 0,3 1 0 0,-3 2 0 16,3 1-22-16,-3-1-4 15,0 3-1-15,0-3 0 0,3 3-81 0,-3 0-16 0,0 0-3 0</inkml:trace>
  <inkml:trace contextRef="#ctx0" brushRef="#br0" timeOffset="24936.155">13472 12206 1549 0,'0'0'44'16,"0"0"9"-16,0 0-42 0,0 0-11 0,0 0 0 0,0 0 0 15,0 0 62-15,0 0 10 0,0 0 3 0,0 0 0 16,0 0-30-16,0 0-5 0,0 0-2 0,6 5 0 16,2-2-7-16,-2 0-2 0,6-3 0 0,0 2 0 15,0 1-5-15,3 0-2 0,0-3 0 0,0 2 0 16,3 1-6-16,2-1-2 0,1-2 0 0,-3 3 0 16,3-3-14-16,-3 0 11 0,3 0-11 0,0 0 10 15,-1-3-10-15,1 3 0 0,0 0 9 0,6-2-9 16,-3 2 0-16,-1-3 0 0,4 3 0 0,-3 0 0 15,3 0 8-15,-3 0 0 0,-1-2 0 0,-2 2 0 16,0 0 12-16,-3 0 4 0,0 0 0 0,-3 0 0 0,-3 0-5 16,-3 0-1-16,0 0 0 0,-1 0 0 15,1 0 3-15,-3 0 1 0,-3 0 0 0,0 0 0 0,-3 0 10 0,0 0 3 0,0 0 0 16,0 0 0-16,0 0-7 0,0 0-2 0,3 2 0 0,-3-2 0 16,0 0-13-16,0 0-2 0,0 0-1 0,0 0 0 15,0 0 3-15,3 0 1 0,-3 0 0 0,0 0 0 16,0 0-5-16,3 5-1 0,-3-5 0 0,3 3 0 15,-3-3 8-15,3 5 2 16,-3-5 0-16,3 8 0 0,-3-2-1 16,0-1 0-16,3 0 0 0,-3 3 0 0,0 0-17 0,0 0 0 0,0 0 0 0,0 3 0 15,0-4 0-15,0 7 0 0,0-4 0 0,-3 4 0 16,3-1 0-16,0 3 0 0,0-3 0 0,-3 3 0 16,3 0 15-16,0-1-1 0,0 4 0 0,-3-3 0 15,3-3-14-15,-3 3 0 0,3 0 0 0,-3-3 0 16,0 3 0-16,3 0 0 0,-3 0 0 0,0 0 0 15,3-1 8-15,-3 1-8 0,0 3 0 0,0-1 0 16,0 1 0-16,3 2-21 0,-3 0 3 0,0 0 1 16,3 3 27-16,-3-3 6 0,3 1 0 0,0 1 1 15,0-1-17-15,-3-4 0 0,3 1 8 0,0 2-8 16,0-5 0-16,-2 2 0 0,2-2 0 0,0 3 0 16,0-4 8-16,-3 1-8 0,3 0 9 0,0 0-9 15,0 3 11-15,0-4-11 0,0 4 12 0,0 2-12 0,0-2 12 16,0-1-12-16,0 1 12 0,3 2-12 0,-3 0 10 15,2-5-10-15,-2 2 8 0,0 1-8 16,3-3 8-16,-3 0-8 0,3 0 0 0,-3-3 8 16,0 0-8-16,3 3 0 0,-3-3 0 0,0 0 0 0,3 1 0 15,-3-4 0-15,0 3 8 0,3 1-8 0,-3-4 0 16,0 3 10-16,0 1-10 0,0 2 10 0,3-3 0 0,-3 3 0 0,0-3 0 0,0 3 0 16,0 0-2-16,0 2-8 0,0-2 12 15,0 3-4-15,0-4-8 0,0 1 0 0,0 0 9 16,0 0-9-16,3 0 0 0,-3-3 8 0,0 0-8 0,0 1 0 15,3-1 0-15,-3 0 0 0,0-2 0 0,0 2 0 16,0 0 0-16,0-2 8 0,0-1-8 0,0 4 0 16,0-4 0-16,0 1 0 0,0 2 0 0,0 0 8 15,0 0-8-15,0 3 0 0,0 0 0 0,0 0 0 16,0 3 0-16,-3-1 0 0,3-2 0 0,0 5 8 16,0-5-8-16,0 3 0 0,0-1 0 0,0 1 0 15,0-4 0-15,-3-1 0 0,3 2 0 0,0-3 0 16,0 3 0-16,0-3 0 0,0 3 0 0,0-3 0 15,0 3 0-15,0-3 0 0,0 0 0 0,0 3 0 16,0-3 0-16,-3 3 0 0,3 3 0 0,0-3 0 16,0 0 0-16,-3 2 0 0,3 1 0 0,0-1 0 15,0-2 0-15,-3 3 0 0,3-1 0 0,0-2 0 16,0 0 0-16,-3 0 0 0,3-3 0 0,0 3 0 16,0-6 0-16,0 4 0 0,0-4 0 0,0 1 0 15,0-1 0-15,0 1 0 0,0 0 0 0,0-4 0 16,0 1 0-16,0 0 0 0,0 0 0 0,0 0 0 15,0 0 0-15,0-3 0 0,0 3 0 0,-3-2 0 16,3-6-9-16,0 5-3 0,0 0-1 0,0-5 0 16,-3 6 21-16,3-6 5 0,0 5 1 0,0-5 0 0,0 0-22 0,-2 5-5 0,2-5-1 15,0 0 0-15,-3 5 26 0,3-5 4 0,-3 6 2 16,3-6 0-16,-3 2-29 0,3-2-5 0,-6 6-2 0,0-4 0 16,0 4 18-16,0-4 0 0,0 1 0 0,-3 0 0 15,3-1 14-15,-3 4 6 0,0-4 2 0,-3 1 0 16,0 2-22-16,0-2 0 0,-3 2 0 0,4 0 8 15,-4 1-8-15,0-4 0 0,0 4 0 16,-3 1 0-16,3-1 0 16,0-1 0-16,0 3 0 0,1-3 0 0,-1 1 0 0,3 2 0 0,0-3 0 0,-3-3 0 15,6 4 0-15,-3-1 0 0,3-2 0 0,-3-1 0 16,3 1 0-16,3 0 0 0,-3-1 0 0,1 1 0 16,2-3 0-16,-3 0 0 0,3 3 0 0,-3-1 0 15,3-2 0-15,-3 3 0 0,3-3 0 0,0 0 0 16,0 3 0-16,0-3 0 0,6 0 0 0,-9 0 0 15,3 0 0-15,0 2 0 0,0-2 0 0,6 0 0 16,-6 3 0-16,0-3 0 0,6 0 0 0,-6 2 0 16,6-2 0-16,-3 0 0 0,3 0 0 0,-6 3 0 15,6-3 0-15,-8 3 0 0,8-3 0 0,-6 2 0 16,3 1 0-16,3-3 0 0,-6 3 0 0,6-3 0 16,-6 0 0-16,6 0 0 0,-6 2 0 0,6-2 0 15,-3 3 0-15,3-3 0 0,-6 3 0 0,3 2 0 16,3-5 0-16,-6 3 0 0,6-3 0 0,-6 2 0 15,6-2 0-15,-3 3 0 0,3-3 0 0,0 0 0 16,-3 0 0-16,3 0 0 0,0 0 0 0,-6 2 0 16,6-2 0-16,0 0 0 0,0 0 0 0,0 0 0 0,0 0 0 0,-3 0 0 15,3 0 0-15,0 0-8 0,-3-2 8 16,3 2 0-16,-6-3 0 0,6 3 0 0,-3-5 0 0,0 0 0 16,0 2 0-16,3-2 0 0,-3-1 0 15,0-2 0-15,3 3 0 0,-3-3-8 0,3 0 8 0,-3 0 0 0,0 0 0 0,3-2-8 16,0-1 8-16,-3 1 0 0,3-4 0 0,0 4 0 15,0-3 0-15,0 2 0 0,0-2 0 0,0 2 0 16,0-2 0-16,0 2 0 0,-3-2 0 0,3 3-8 16,0-1 8-16,0-2 0 0,0 2 0 0,0-2 0 15,0 2 0-15,0-2 0 0,0 3 0 0,0-4 0 16,0-2 0-16,0 3 0 0,0-3 0 0,0-2 0 16,0-3 0-16,0-1 0 0,0-1 0 0,0-1 0 15,0 0-16-15,0 0 3 0,0 0 0 0,0 3 0 16,0 0 21-16,3 3 4 0,-3 2 0 0,0 0 1 15,3-3-13-15,-3 3 0 0,0 1 0 0,3-1 0 16,-3-3 0-16,0-2 0 0,3 0 0 0,-3-3 0 16,3 0 0-16,-3-2 0 0,3-6 0 0,-3 3 0 15,3 2 0-15,-3 1 0 0,3-1 0 0,-3 4 0 16,3-1 0-16,-3 3 0 0,0 2 0 0,0-2 0 16,3 0 0-16,-3 2 0 0,0-2 0 0,0-3 0 15,0 1 0-15,0-4 0 0,0-5 0 0,0 3 0 16,0 0 0-16,0 3 0 0,0-1 0 0,0 1 0 15,0 2 0-15,0 3 0 0,0 2 0 0,-3-2 0 16,3 3 0-16,0 2 0 0,-3-3 0 0,3 3 0 16,-3-2 0-16,3-1-18 0,0-2 4 0,-3-3 1 0,3 3 21 0,-3-3 5 0,3 0 1 0,0 3 0 15,0-3-14-15,0 3 0 0,0 0 0 0,0 3 0 16,0 2 0-16,0 0 0 0,0 3 0 0,0-1 0 16,0 1 0-16,3 3 0 0,-3-1 0 0,0-2 0 15,3 5 0-15,-3-3 0 0,3 1 0 0,-3-1 0 16,3 0 0-1,-3 1 0-15,3-3 0 0,-3 2 0 0,0-2 0 0,3 0 0 16,-3-1 0-16,3-2 0 0,-3 1 0 0,0-1 0 16,3-3 0-16,-3 3 0 0,0-2 0 0,3 2 0 15,-3-3 0-15,0 4 0 0,3 1 0 0,-3-2 0 16,0 3 0-16,0 0 0 0,0 2 0 0,0 1 0 0,0-1 0 0,0 3 0 16,3-2 0-16,-3 2 0 0,0-3 0 0,0 3 0 15,0 0 0-15,0 0 0 0,0 0 0 0,0 0 0 16,0 1 0-16,0-1 0 0,-3 2 0 0,3-2 0 15,0 0 0-15,-3 1 0 0,3-1 0 0,0 0 0 16,0-3 0-16,-3 3 0 0,3-5 0 0,0 2 0 16,0 1 0-16,0-4 8 0,0 4-8 0,0-1 0 15,0 1 0-15,3 2 0 0,-3-3 0 0,0 1 0 16,3-1 0-16,-3 3 0 0,0 0 0 0,3 0 0 16,0 0 0-16,-3 0 0 0,3 3 0 0,0-3 0 15,-3 3 0-15,3 0 0 0,0-1 0 0,0 1 0 16,0 0 0-16,0-1-12 0,0 1 12 0,3 0-13 15,0 2-23-15,-3-2-5 0,3 2-1 16,3-2 0-16,-1 0-91 0,1-1-19 0,3 4-3 0</inkml:trace>
  <inkml:trace contextRef="#ctx0" brushRef="#br0" timeOffset="27448.575">15793 13952 1516 0,'-3'-5'32'0,"3"0"6"0,-3-1-30 0,3 1-8 0,0 0 0 0,0 5 0 16,-3-5 92-16,0-1 18 0,3 6 3 0,-3-5 1 15,3 5-15-15,-3-3-3 0,-2-2-1 0,5 5 0 16,-6-3-25-16,0 1-5 0,6 2-1 0,-6-3 0 16,-3 3-51-16,3-3-13 0,-3 3 0 0,0 0 0 15,0 0 42-15,-3 0 6 0,0 0 0 0,-3 0 1 16,0 0-27-16,-2 3-6 0,-1-3 0 0,-3 0-1 15,3 3-15-15,-3-1 9 0,-3-2-9 0,3 6 8 16,1-4-8-16,-1 4 0 0,0-1 0 0,3 0-11 16,0-2 11-16,3 2 9 0,1 3-1 0,-1-3-8 0,0 1 0 15,3-4 0-15,0 4-10 0,-3-4 10 16,3 4 0-16,-3-4 0 0,3 4 9 0,0-4-1 0,4 3-8 0,-1-2 0 16,0-3 0-16,0 3 0 0,3-1 0 0,-3 1 0 0,3-3 0 15,0 3-8-15,6-3 8 0,0 0 0 0,0 0 0 16,-6 2 0-16,6-2 0 0,0 0-8 15,0 0 8-15,0 0 0 0,0 0 0 0,-3 3 0 16,3-3 0-16,-3 5 0 0,3-5 0 16,-6 6 0-16,6-1 0 0,-6 0 0 0,6 0 0 0,-3 3 0 15,0 0 0-15,3 0 0 0,-3 0 0 0,0 0 0 0,3 3 0 0,-3-1 0 16,0-2 0-16,3 3 0 0,-3-1 0 0,3 4 0 16,-3-6 0-16,3 2 0 0,-3 1 0 0,3-1 0 15,0 1 0-15,0-1 0 0,0 4 0 0,0-1 0 16,0 0 10-16,0 0-2 0,0 1-8 0,0-1 12 15,0 3-3-15,0 0-1 0,0 5 0 16,0 0 0-16,0 0 0 0,3 3 0 0,-3 2 0 16,3 1 0-16,-3-1 2 0,3-5 0 0,0 3 0 0,0-3 0 15,0 3-2-15,3-5 0 0,-3 2 0 0,0-3 0 16,3 4-8-16,-3-4 8 0,3 3-8 0,-3 3 8 16,3 0-8-16,-3 2 0 0,0 1 9 0,0-1-9 15,0 1 0-15,0-1 9 0,0 1-9 0,0-3 0 16,-3-3 9-16,3 0-9 0,-3 0 0 0,0 0 9 15,3-2-9-15,-3-1 0 0,0 1 0 0,0-1 8 16,0 1-8-16,0 2 0 0,0 0 0 0,0 0 8 16,0 1-8-16,-3-1 8 0,3 2-8 0,-3-1 8 15,3-1-8-15,-3 0 0 0,0 0 0 0,3-2 0 16,-3 2 0-16,0-5 0 0,3 2 8 0,-3 1-8 16,0-3 0-16,0-3 0 0,3 3 9 0,-3 0-9 0,0 0 8 15,-3-1-8-15,3 1 8 0,-3 0-8 16,3 3 9-16,-3-1-9 0,3 1 12 0,0 2-12 0,0 0 13 0,-3 0-4 0,3-2-1 15,-3 2 0-15,3-3-8 16,0 1 8-16,-3-1-8 0,3-2 8 0,-3 0-8 0,4-3 10 0,-1 3-10 0,0-2 10 16,0-4-10-16,0 3 10 0,0 1-10 0,0-1 10 15,3 0-10-15,-3 0 12 0,0 1-12 0,0-1 12 16,3 3-12-16,-3-1 10 0,0 1-10 0,0 3 10 16,3-1-10-16,-3 4 8 0,3-4-8 0,-3 6 8 15,3-6 2-15,0 4 0 0,-3-4 0 0,3 3 0 16,0-2-10-16,-3-3 0 0,3 0 0 0,-3 2 0 15,3-5 0-15,0 3 0 16,-3 0 0-16,3 0 0 0,0-3 0 0,-3 3 0 0,3-3 0 0,0 3 0 16,0 0 0-16,0 3 0 0,0-1 0 0,0 1 0 15,0-1 0-15,0 1 0 0,0-1 0 0,0-2 0 16,0 3 0-16,0-4 0 0,0 1 0 0,0-2 0 16,0-1 0-16,0-3 0 0,3 1 0 0,-3 0 0 15,0-4 0-15,0-1 0 0,3-1 0 0,-3 0 0 16,0 1 0-16,0-6 0 0,3 2 0 0,-3-2 0 15,0 0 0-15,0 0 0 0,3 6 0 0,-3-6 0 16,0 0 0-16,3 2 0 0,-3-2 0 0,6 3 0 16,-3-3 0-16,3 0 0 0,-6 0 9 0,6 3-9 15,0-3 0-15,0-3 0 0,0 3 0 0,2 0-8 16,-2-3 8-16,3 1 0 0,0 2 0 0,0-3-8 0,0 0 8 16,0 1 0-16,0-1 0 0,3 0 0 0,-3 1 0 0,0-1-8 0,0 0 8 15,3 1 0-15,-3-4 0 0,-1 4 0 0,4-1 0 16,-3 1 0-16,3 2 0 15,-3 0 0-15,0 0 0 0,0 0-8 0,0 0 8 16,0 0 0-16,0 0 0 0,0 0 0 0,0 0 0 0,3 2 0 0,-4-2 0 16,4 0-8-16,0 0 8 0,0 0 12 15,0 0-2-15,3 0-1 0,-3 3-9 0,0-3 0 0,3 0 0 16,-3 2 0-16,2-2 0 0,-2 0-12 0,0 0 2 16,0 0 1-16,0 0 9 0,0 0 0 0,0 0 0 0,-3 0 0 15,0 0 0-15,3 0 0 0,-3 0 0 0,0 0 0 16,-1 0 0-16,1 0 0 0,0 0 0 0,0 0 0 15,0 0 0-15,-3 0 0 0,3 0 0 0,-3 0 0 16,3 0 0-16,-3 0-8 16,0 0 8-16,0 0 0 0,0 0 0 0,0 3 0 0,0-3 0 0,0 3 0 15,-3-3 0-15,3 0 0 0,0 0 0 0,-4 0 0 16,1 0 0-16,3 0 0 0,-3 0 0 0,-3 0 0 16,6 0 0-16,-3 0 0 0,3 0 0 0,-6 0 0 15,3 0 0-15,3 0 0 0,-6 0 0 0,6 2 0 16,-3-2 0-16,-3 0 14 0,6 0-2 0,-6 0 0 15,6 3-12-15,-6-3-16 0,6 0 3 0,-6 0 1 16,0 0 12-16,0 0 0 0,3-3 0 0,-3 3 0 16,0 0 0-16,6-2 0 0,-6 2 0 0,3-3-9 15,-3 3 18-15,3-8 4 0,-3 3 1 0,3 0 0 16,-3-3-26-16,0-3-4 0,0 3-2 0,0-2 0 16,0-4 18-16,-3 1 0 0,3-3 0 0,-3 0 0 15,0 0 0-15,3-2-8 0,-3-1 8 0,3 1 0 16,-3-1 0-16,0 1 0 0,3-1 0 0,-3-2 0 0,0 5-8 0,3-2 8 15,-3-1 0-15,0-2 0 0,0 3 0 0,0-1 0 16,3-2 0-16,-3-3 0 0,3 0 0 0,-3-2 0 16,3-1 0-16,0 1 0 0,0-1 0 0,0 4-8 0,0 1 8 0,0-1 0 15,0 1 0-15,0 4 0 0,0-1 0 0,-3 1 0 16,3 2 16-16,-3 0 6 0,3-2 2 0,-3 2 0 16,0-3-39-16,3 3-7 0,-3-5-2 0,0 3 0 15,0-4 24-15,0 1 0 0,0-5 0 0,0 2 0 16,0 3 0-16,0-3 0 0,3 0 0 15,-3 3 0-15,1 0 0 0,-1 0 0 16,3 0 0-16,-3-1 0 0,0 4 0 0,3-1 0 0,-3 1 0 0,0-3 0 16,3-1 0-16,-3 1 0 0,3-3 0 0,-3-2 0 15,0 0 0-15,3 2 0 0,-3-3 0 0,3 1 0 16,-3 2 0-16,0 3 0 0,3-3 0 0,-3 3 0 16,0 2 0-16,0-2 0 0,0 3 0 0,0-1 0 15,0 1 0-15,0-4 0 0,0 4 0 0,0-6 0 16,0 3 0-16,0-3 0 0,0 0 0 0,0-2 0 15,0 2 0-15,3 0 0 0,-3-2 0 0,3 5 0 16,0-3 0-16,-3 5 0 0,3 1 0 0,0-1 0 16,-3 3 0-16,3 0 0 0,0-2 0 0,0 2 0 15,0 0 0-15,0 0 0 0,0 3 0 0,0-3 0 16,0 0 0-16,0-2 0 0,0-1 0 0,0 1 0 0,0 2 0 16,3-3 0-16,-3 4 0 0,0-4 0 0,0 3 0 15,3 0 0-15,-3 0 0 0,0 0 0 0,0 3 0 0,3 0 0 16,-3 0 0-16,0 0 0 15,0 2 0-15,3 0 0 0,-3 1 0 0,0-3 0 0,0 5 0 16,3-3 0-16,-3 0 0 0,0 1 0 16,0 2 0-16,3-3 0 0,-3 3 0 0,0 0 0 0,0 1 0 15,0-4 0-15,0 3 0 0,0-3 0 0,0 4 0 0,0-1 0 16,0-3 0-16,0 3 0 0,0-3 0 0,0 4 0 0,0-4 0 16,0 0 0-16,0 3 0 0,0 0 0 0,0 1 0 0,0 1 0 15,0-2 0-15,0 3 0 0,0 0 0 0,0-1 0 16,0-2 0-16,3 3 0 0,-3 3 0 0,0-4 0 15,0-2 0-15,3 3 0 0,-3-3 0 0,0 3 0 16,3-3-62 0,-3 0-18-16,3-3-3 0</inkml:trace>
  <inkml:trace contextRef="#ctx0" brushRef="#br0" timeOffset="29160.88">10284 9907 1459 0,'0'0'61'0,"0"0"-49"16,-6-3 82-16,6 3 16 0,0 0 3 0,-6 0 1 15,6 0-35-15,0 0-7 0,-6 3-2 0,3-1 0 16,-3 1-13-1,3 2-2-15,0 0-1 0,0 1 0 0,0 2-9 0,0 0-1 0,3 0-1 0,-3 2 0 16,3 1-8-16,-3 2-2 0,3-2 0 0,0 2 0 16,-3 0-10-16,3 0-3 0,0 1 0 0,0-1 0 15,0 0-1-15,0 0-1 0,0 0 0 0,0 1 0 16,-3-1-9-16,3 3-1 0,-3-3-8 0,0 3 12 16,3 0-4-16,-3 2 0 0,0 1-8 0,0 2 12 15,0 3-20-15,3 2-5 0,0 1-1 0,-3-1 0 16,3 1 30-16,0-1 5 0,0-2 2 0,0 0 0 15,0-3-23-15,0 0 0 0,0 0 0 0,0 0 8 16,0-2-8-16,-3 2 0 0,3-2 0 16,0 4 8-16,-3 4-28 15,3-1-4-15,0 3-2 0,-3 3 0 0,3-3 26 0,-3-2 0 0,3 2 0 0,-3-3 0 16,3-2 0-16,-3 0 0 0,0-3 0 0,-3 0 0 16,3 0 0-16,0-2 0 0,-2-1 0 0,-1 4 0 0,3-4 46 15,0 3 14-15,0 1 4 0,-3 1 0 16,3-2-52-16,0 3-12 0,3-3 0 0,-3 1 0 0,3-4 0 15,0 1 0-15,0-3 0 0,0-3 0 16,0 0-24-16,0 0-7 0,3-2-1 0,-3-3-1 16,3 2 1-16,0-2 1 0,-3 0 0 0,3 0 0 15,0-3 31-15,3 1 0 0,-3-1 0 0,3-2 0 0,-4 2 0 16,4 0 0-16,0-2 0 0,-3 2 0 0,3-2 0 0,0 0 0 0,0-1 0 0,0-2 0 16,0 3 0-16,3-1 0 0,-3 1 0 0,0-3 0 15,3 3 15-15,-3-1 9 0,3 1 1 0,0-3 1 16,0 3-26-16,0-1 0 0,0 1 0 0,-1-3 0 15,1 3 0-15,3-1 0 16,-3-2 0-16,3 3 0 0,-3-3 0 16,0 3 0-16,3-3 0 0,-3 2 0 0,3-2 0 0,0 0 0 0,-3 3 0 15,5-3 0-15,-5 0 0 0,3 0 0 0,-3 0 8 0,3 0-8 16,-3 0 0-16,0-3 0 16,0 3 0-16,0 0 0 0,3-2-17 15,0 2-9-15,0-3-2 0,-1 3 0 0,1-3 28 0,0 3 0 0,0-2 0 0,-3-1 0 16,3 3 0-16,0 0 0 0,-3-3 0 0,3 3 0 15,0-2 10-15,0 2 7 0,-1-3 2 0,-2 3 0 16,3-3-19-16,-3 3 0 0,0-2 0 0,3 2 0 16,-3 0 0-16,3-3 0 0,-3 3 0 0,0 0 0 15,0-3 0-15,0 3 0 0,0 0 0 0,-3-2 0 16,2 2 0-16,-2 0 0 0,0 0 0 0,0 0 0 16,0 0 0-16,0 0 0 0,-3 0 0 0,3 0 0 15,-3 0 0-15,3 2 0 0,-3-2 0 0,0 0 0 16,-3 0 0-16,3 3 0 0,-3-3-15 0,0 0 5 0,6 0 10 15,-6 0 0-15,3 0 0 0,-3 0 0 0,0 0 0 16,0 0 0-16,0 0 0 0,0 0 0 0,0 0-11 0,0 0 0 16,3-3 0-16,-3 3 0 0,3-5 11 0,-3 3 0 0,3-4 0 0,-3 1 0 15,3 0 13-15,-3-3 5 0,0 0 1 0,0 0 0 16,0-3-6-16,0 1-1 0,0-1 0 0,0-5 0 16,0-2 7-16,0-1 1 0,0-5 0 0,0 1 0 15,0-4-3-15,0 1 0 0,3-4 0 0,-3 1 0 16,0 3-6-16,3-1-2 0,-3 1 0 15,3-3 0-15,-3 2 1 0,0-2 0 0,0-2 0 0,3-1 0 16,-3 0-10-16,0-2 10 0,3-1-10 0,0 1 10 16,-3 2-10-16,0 3 10 0,3 0-10 0,-3 2 10 15,0 1-10-15,0 0 10 0,0 2-10 0,0-3 10 16,0 1-10-16,0-3 0 0,0 0 9 0,0-1-9 16,-3 1 10-16,3 0-2 0,0 0-8 0,0 3 12 15,0 2-12-15,0 3 8 0,0 0-8 0,0 2 0 16,0 1 0-16,0-1 8 0,-3 0-8 0,3 1 0 15,0-1 12-15,0 4 0 0,0-4 0 0,0 1 0 16,0 2-12-16,0 0 0 0,0-3-12 0,0 3 12 16,0 0 0-16,0 3 0 0,0 0 0 0,0 2 0 15,0 1 0-15,3-1 0 0,-3 3 0 0,0 0 0 16,3 3 0-16,-3 2 8 0,0-2-8 0,0 5 0 16,0 0 0-16,0 0 0 0,0 0 0 0,0 0 0 15,0 0-25-15,0 0-2 0,0 0 0 0,3 11 0 16,0-1-111-16,0 4-22 0,3 1-5 0</inkml:trace>
  <inkml:trace contextRef="#ctx0" brushRef="#br0" timeOffset="29987.117">10251 15487 1914 0,'0'0'54'0,"0"0"13"0,-3 5-54 0,0 1-13 0,0-1 0 0,0 0 0 15,0 0 71-15,0 3 11 0,3 0 2 0,-3 3 1 16,0 0-14-16,3-1-3 0,-3 3-1 0,0 3 0 16,3 3-14-16,-3 2-2 0,3 0-1 0,-3 3 0 15,3 0-23-15,-3-3-5 0,3 3-1 0,-3 0 0 16,3-1 35-16,0 1 6 0,-3 0 2 0,3 2 0 15,-3 4-52-15,0 1-12 0,3 4 0 0,-3 2 0 16,3-3 0-16,0 3 0 16,0-2 0-16,0 2 0 0,0-6 0 0,3-2 0 0,-3-2 0 0,6-1 0 15,-3-2 0-15,0 3 0 0,3-4 0 0,0 7 0 16,0-4 0-16,0 3 0 0,3 0 0 0,-3 0 0 16,3-5 0-16,0 3 0 0,-3-4 0 0,3-1 0 15,0-4 0-15,-3 1 0 0,2-3 0 0,1-1 0 16,0-1 0-16,-3 1 0 0,3-1 0 0,-3 2 0 15,0-3-19-15,0 0 0 0,0 0 0 0,0 1 0 16,0-4-13-16,-3 1-4 0,0 2 0 0,0-2 0 16,-3-1-9-16,0-2-3 0,0 0 0 0,0 0 0 15,0 0-27-15,-3-3-5 0,0 0-2 0,3-5 0 16,0 0-72-16,0 0-14 0,0 0-4 0</inkml:trace>
  <inkml:trace contextRef="#ctx0" brushRef="#br0" timeOffset="30916.828">10185 15389 1094 0,'0'0'46'15,"0"0"-37"1,-3 5 95-16,3-5 20 0,0 0 3 0,0 0 1 16,0 6-52-16,0-6-9 0,3 5-3 0,0 0 0 15,0-2 0-15,3 2 0 0,0-2 0 0,0 0 0 16,3-1 8-16,0 1 0 0,3-1 1 0,0 1 0 15,3-3-32-15,0 3-6 0,3-3-2 0,2 0 0 16,1 0-5-16,0 0-2 0,0 0 0 0,0 0 0 16,0 0-8-16,-1-3-2 0,-2 0 0 0,0 3 0 15,0-2-28-15,3-1-7 0,-3 1-1 0,2 2 0 16,1-3 37-16,0 0 7 0,0 1 2 0,0 2 0 16,3-3-16-16,-4 0-10 0,4 1 12 0,0 2-12 0,-3-3 31 15,3 3-1-15,-3-3 0 0,-1 3 0 0,-2-2-4 0,0 2-1 16,-3 0 0-16,0-3 0 15,-3 3-9-15,3 0-3 0,-3 0 0 0,-1 0 0 16,1 3 5-16,0-3 1 0,-3 0 0 0,0 2 0 0,0-2-8 16,-3 3-2-16,0-3 0 0,0 3 0 0,0-3 11 0,-6 0 3 15,0 0 0-15,3 2 0 0,-3-2-8 0,0 0-2 0,3 6 0 0,-3-6 0 16,3 8-2-16,0-3-1 0,-3-5 0 0,-3 8 0 16,3-3-10-16,0 3 12 0,0 0-12 0,0 0 12 15,-3 0-12-15,0 0 12 0,3 0-12 0,-3 0 12 16,0 5-12-16,-3 0 8 0,3 0-8 0,0 3 8 15,-3 3-8-15,3-1 0 0,0 6 0 0,-3-3 8 16,3 3-8-16,-3 0 0 0,3-3 9 0,0 3-9 16,-3-3 0-16,3 0 8 0,0-5-8 0,0 5 0 15,0-2 0-15,0-1 0 0,0 3 0 0,-2 1 8 16,2 1-8-16,0 4 0 0,0 2 0 0,0 0 0 16,3 3 0-16,-3-3 0 0,3 3 0 0,-3-1 0 15,3-1 0-15,-3-4 0 0,3-2 0 0,0 0 0 16,-3 2 0-16,3-2 0 0,-3 2 0 0,3-2 0 15,-3 3 0-15,3-1 0 0,-3 3 0 0,3 0 0 16,0-2 0-16,0-1 9 0,0-2-9 0,-3 2 0 16,3-4 11-16,0-4-11 0,0-2 10 0,0 0-10 15,-3 0 10-15,3 0-10 0,0-3 10 0,0-3-10 16,0 4 8-16,-3-1-8 0,3-2 0 0,0-1 0 0,0 3 0 0,-3-2 8 16,6 2-8-16,-6-2 0 0,3 2 0 0,0 0 0 0,0 3 8 0,0-3-8 15,0 1 0-15,0-1 8 0,0 3-8 16,0-3 0-16,0 0 8 0,0-2-8 0,0 2 0 0,0 0 9 15,0-2-9 1,0-1 0-16,0 1 0 0,0-1 0 16,0-2 0-16,3 0 0 0,-3 0 0 0,0 0 0 0,0 0 0 0,0 0 0 0,0-3 0 15,3 3 0-15,-3-5 0 0,0-3 0 0,0 0 0 0,0 0 0 16,0 0 0-16,0 0-16 0,0 0 4 16,0 0 1-16,0 0-25 15,0 0-6-15,0 0-1 0,0 0 0 0,0 0-49 0,0 0-11 16,-6-3-1-16,3-5-1 0,-3-2-72 15,0-1-15-15,3-5-2 0</inkml:trace>
  <inkml:trace contextRef="#ctx0" brushRef="#br0" timeOffset="31496.182">10343 16657 1552 0,'0'0'44'0,"0"0"10"0,0 0-43 0,0 0-11 0,0 0 0 0,0 0 0 16,-3 5 104-16,3 0 20 0,-3 0 3 0,3 3 1 15,0-2-52-15,0-1-9 0,0 3-3 0,0-3 0 16,0 0 0-16,3 3 0 0,-3 0 0 0,0 0 0 16,3 0 0-16,-3 3 0 0,0-1 0 0,3 4 0 15,-3-1-51-15,0 0-13 0,3 3 0 0,-3 0 0 16,0 0 0-16,3 2 0 0,-3 1 0 0,3-1 0 15,0-2 54-15,-3 0 8 0,3 0 2 0,0 0 0 16,-3-3-52-16,0-2-12 0,3-1 0 0,-3 1 0 16,0-3 0-16,3 0 0 0,-3-3 0 0,0 0 0 15,0-5 0-15,3 6 0 0,-3-6-9 0,0 5 9 16,0-5 0-16,0 0 0 0,3 5 0 0,-3-5 10 16,0 0-162-16,3 3-32 0,0-3-6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3:00:04.41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13933 9661 2269 0,'0'-6'64'0,"0"1"15"15,0 5-63-15,0-5-16 0,0-1 0 0,0 6 0 16,0 0 51-16,0 0 7 0,0 0 2 0,0 0 0 15,0 0-45-15,0 0-15 0,0 0 9 0,0 0-9 16,6 6 30-16,0-1 1 0,0 6 0 0,3-1 0 16,0 6-31-16,0-3 8 0,0 6-8 0,-1-1 0 0,4 1 28 15,0-1 4-15,3 3 0 0,0 1 0 16,0-6-77-16,-3-1-15 0,3 1-4 0,0-2 0 0,-4-1 64 0,4-5 12 0,0 0 2 16,0-3 1-16,0-2-24 0,0-3-5 0,0-3-1 0,3-2 0 31,2-3 29-31,1-6 6 15,0-1 0 1,3-7 1-16,3 1 1 0,0 0 0 0,-1-5 0 0,4-3 0 0,0-1 2 0,-3 1 0 16,2-5 0-16,1-1 0 0,0-2-24 0,0-2 0 0,2-6 0 0,4 2 0 0,-6 4 18 15,0 2 9-15,2 2 1 0,-2 1 1 0,-3 0-21 0,-3 4-8 0,-3-1 0 16,0 2 0-16,-4 5-19 16,-5 3-9-16,-3 2-3 0,0 3 0 0,-3 3 31 0,-3 5 0 0,0 3 0 0,-3 5 0 31,0 0-116-16,0 0-16-15,-6 2-4 16</inkml:trace>
  <inkml:trace contextRef="#ctx0" brushRef="#br0" timeOffset="347.036">14454 9544 2146 0,'-6'-5'60'0,"3"2"15"15,0 1-60-15,0-1-15 0,0 0 0 0,3 3 0 16,0 0 69-16,-6-2 11 0,6 2 3 0,0 0 0 16,-6 2-37-16,3 4-7 0,0-1-2 0,0 5 0 15,0 4-27-15,3-1-10 0,0 5 0 0,0 4 9 16,0-1-9-16,3 0 0 0,0 0 0 0,3 6 0 16,0-4 0-16,0 1 0 0,0 3 0 0,6-1 0 15,-3-2 0-15,3 2 0 0,-3-2 0 0,3-3 0 16,-1 0 0-16,-2-2 0 0,3 0 0 0,0-6 0 0,0 0 0 15,3-2 0-15,0-3 0 0,0-1 0 0,3-1 32 0,2-4 5 16,1 1 1-16,3-6 0 16,3-2 18-16,-3-3 3 0,5-2 1 0,-2-4 0 0,0-2-15 15,0-2-2-15,3-3-1 0,-4-3 0 0,4 3-18 0,-3-6-4 0,3 4-1 16,2-4 0-16,1 3-19 0,3 3 8 0,3-3-8 16,2 3 0-16,-2-3 0 0,0 0 0 15,2-2 0-15,7 0 0 16,-3-1-102-16,2 1-14 0,4-3-4 0</inkml:trace>
  <inkml:trace contextRef="#ctx0" brushRef="#br0" timeOffset="7631.24">7301 10068 2310 0,'0'0'107'16,"0"0"-95"-16,-6-3-12 0,6 3 0 0,-6 0 0 0,6 0 104 0,-6 3 20 0,0 0 3 0,0 5 1 15,0 2-97 1,3 1-19-16,-3 2-4 0,0 6-8 0,3-1 17 0,-2 3-3 0,-4 0-1 0,3 6 0 16,0 2-26-16,3 0-6 0,-3 5-1 0,3 1 0 15,0-3 37-15,3-1 7 0,0-2 2 0,0 3 0 16,0-3-26-16,0 0 0 0,3 1 0 0,0-1 0 16,-3-3 0-16,3 1 0 0,0 2 0 0,-3-3 0 15,3-2-12-15,0-3 1 0,0 0 1 16,-3-2 0-16,3-1-2 0,0-4-1 15,-3-1 0-15</inkml:trace>
  <inkml:trace contextRef="#ctx0" brushRef="#br0" timeOffset="8179.092">7292 10094 1337 0,'0'0'56'15,"0"0"-44"1,0 0 92-16,0 0 20 0,0 0 3 0,0 0 1 15,-6 3-52-15,0 2-9 0,0-2-3 0,0 2 0 16,3-2-3-16,-3 2-1 0,-3 1 0 0,4-1 0 0,-1 3-27 0,-3 0-5 0,0 0-2 0,0 0 0 16,-3 0-6-16,0 2-2 0,0-2 0 0,0 3 0 15,-3-1-10-15,0 1-8 0,0 2 9 0,4 0-9 16,-4 3 8-16,3-3-8 0,0 3 0 0,0 0 0 16,3 0 0-16,0-3 0 0,0 0 0 0,3-2 0 15,3 0 0 1,0-3 0-16,0 0 0 0,3-3 0 0,0-5 0 0,0 0-10 15,0 0 10-15,0 0-8 0,0 0 8 0,6-3-8 0,3-5 8 16,0-2-8-16,3-4-23 0,0-1-4 16,0-1-1-16,0-3 0 0,0 3 59 0,0 0 11 0,2-2 2 15,1 2 1-15,-3 0-13 0,0 3-4 0,0 2 0 0,3 1 0 16,-6-1-10-16,3 1-2 0,-3-1-8 0,0 3 12 16,0 0 28-16,-1 3 6 0,1-3 1 0,-3 5 0 15,0-2-24-15,0 2-5 0,0 1-1 0,0 2 0 16,0 0-17-16,0 2 0 0,0 1 0 0,0 0 0 15,0 2 0-15,3 0 0 0,-3-2 0 0,3 5 0 16,0-3 0-16,-3 3 0 0,6-3 0 0,-1 3 0 16,1 0 21-16,0-3 1 0,0 1 0 0,0 4 0 15,3-2-96-15,0 0-19 0,0 0-4 0</inkml:trace>
  <inkml:trace contextRef="#ctx0" brushRef="#br0" timeOffset="8803.318">11415 10050 1824 0,'0'0'38'0,"0"0"8"0,0 0-37 15,-6 2-9-15,6-2 0 0,-6 3 0 0,6-3 104 0,-6 5 20 0,0-2 3 0,0-1 1 16,0 4-52-16,3-1-9 0,0 0-3 0,-3 3 0 16,3 3-51-16,0 2-13 0,3 0 0 0,-3 0 0 15,0 6 33-15,0-3 4 0,3 5 1 16,-3 0 0-16,3 3-28 0,0 2-10 15,-3 1 0-15,3 2 9 0,0 0-9 16,0-2 0-16,3-4 0 0,-3 7 0 0,3-9 0 0,-3 3 0 16,0-6 0-16,3 3 0 0,-3-2 20 0,0-3 3 0,0-3 0 15,0 3 0-15,0-6-121 16,0 1-24-16,0-1-5 0</inkml:trace>
  <inkml:trace contextRef="#ctx0" brushRef="#br0" timeOffset="9279.097">11450 9981 1713 0,'0'0'72'15,"0"0"-57"1,0 0 52-16,0 0 10 0,0 0 3 0,-6 8 0 0,4-3-16 0,-4 0-4 0,0 1 0 0,-3 1 0 15,3 1-38-15,-3 0-8 0,0 3-2 0,0 0 0 16,-3 2-12-16,0 0 11 0,0 0-11 16,0 3 10-16,0-3-26 0,-2 3-6 15,2 0-1-15,-6-3 0 16,3 1-14-16,-3-1-3 0,0-3-1 0,0-2 0 0,0 3 33 16,-2-3 8-16,2 2 0 0,0-2 0 15,3 0-27-15,0-2-3 0,3 1-1 0,3-4 0 0,3 2 31 0,6-5-9 16,0 0 9-16,0 0 0 0,3-5-18 0,0 2 2 0,6-4 0 0,0-1 0 15,0 0 0-15,6 0 1 0,-3-3 0 0,6 1 0 16,-3-1 66-16,2-2 13 0,1 2 2 0,0 1 1 16,0-1-5-16,-3 0-1 0,0 3 0 0,0 1 0 15,-3 1-7-15,2 1-2 0,-2 0 0 0,0 2 0 16,3 3-32-16,-3 0-6 0,3 0-2 0,-3 3 0 16,0 2 21-16,0-2 4 0,3 2 1 0,-4 0 0 15,4 3-24-15,-3-3-5 0,3 1-1 0,0 4 0 16,-3-2-8-16,0 0 8 0,0 0-8 15,0 3 8-15,-3-3-8 0,2 2 0 0,1 1 0 0,0-1 8 16,0-2-17-16,-3 3-4 0,3-1-1 0,0-2 0 16,-3 0-146-16,0 0-30 0,0 0-6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3:00:28.63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4854 14018 622 0,'9'-5'28'0</inkml:trace>
  <inkml:trace contextRef="#ctx0" brushRef="#br0" timeOffset="1818.592">4735 14114 1545 0,'0'0'32'0,"0"0"8"16,0 0-32-16,0 0-8 0,0 0 0 0,0 0 0 15,0 0 82-15,0 0 14 0,-6 0 4 0,6 0 0 0,0 0-13 0,0 0-3 0,0 0 0 0,0 0 0 32,3 5-13-32,0 0-3 0,-3 1-1 0,3-1 0 15,0 3-19-15,-3 0-4 0,0 0-1 0,0 0 0 16,0 0-20-16,0 2-4 0,-3 1-1 0,3-1 0 0,-3 6-8 0,6-3-2 0,-3 6 0 16,3 18 0-1,-3-5-8-15,0-19 0 0,-3 6 0 0,75 18 0 16,62-8 0-16,-42-16 0 0,54 3 0 0,92 13 0 0,-116-8 0 15,-101-13 0-15,-12 0 0 0,-3 0 0 0,0 2 0 0,0-2 0 0,-4 0 0 16,-2 6 0-16,-2-4 0 0,-4-5 0 16,3-2 0-16,0 2 0 0,9-2-103 15,0 2-13-15,5-2-2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3:01:32.22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21744 9015 1041 0,'0'0'44'0,"-6"-3"-36"16,6 3 65-16,-3 0 13 0,3 0 2 0,0 0 1 15,0 0-21-15,-6-2-5 0,6 2-1 0,0 0 0 16,0 0-18-16,0 0-3 0,0 0-1 0,0 0 0 15,0 0-28-15,0 0-12 0,0 0 8 0,6 2-8 16,0 1 14-16,3 0-2 0,-1-1-1 0,1 1 0 16,3 2 1-16,-3-5 0 0,3 3 0 0,3-1 0 15,0 1-2-15,6-3 0 0,0 3 0 0,2-1 0 16,4-2-1-16,3 3 0 0,6-3 0 0,-4 3 0 16,4-3-9-16,-3 2 12 0,0-2-12 0,-1 0 12 15,-2 0-12-15,-3 0 0 0,-3 0 9 0,0 0-9 16,-4-2 24-16,1 2 0 0,0-3 0 0,-3 3 0 15,0 0-24-15,-3-3 0 0,-3 3 0 0,-1 0 0 0,-2 0 20 16,0 0 0-16,-3 0 0 0,-6 0 0 0,0 0 9 16,0 0 2-16,0 0 0 0,0 0 0 0,0 0 2 0,0 0 1 15,0 0 0-15,0 0 0 0,3 3-17 0,-3-3-3 16,0 0-1-16,3 5 0 0,-3-5-13 0,6 6 8 0,-3-1-8 0,0 0 0 16,-3-5 8-1,3 5-8-15,0 1 0 0,3-1 9 0,-3 0-9 16,0 3 0-16,0-2 0 0,-3 2 8 0,3-1-8 0,0 1 0 0,-3 3 0 15,3 0 8-15,-3 2-8 0,3 0 0 0,-3 3 0 0,0 0 0 16,0 0 0-16,0 2 8 16,-3 1-8-16,3 2 0 0,0 0 19 0,-3 0-2 0,3 0 0 0,-3 3 0 15,3 3-17-15,-3-1 0 0,3 3 0 0,-3 0 0 16,3 0 0-16,0-2 0 0,-3 2 0 0,3-3 0 16,0-2 0-16,-3 0 0 0,3-5 0 0,0 2 0 15,0-5 0-15,0 0 0 0,0-1 0 0,0-1 0 16,0-4-48-16,3 1-12 0,-3-1-4 15,0-2 0-15,0 0 103 0,0-2 20 0,0-6 4 0,0 5 1 16,0-5-52-16,0 5-12 0,0-5 0 0,0 0 0 16,0 0-19-16,0 0-6 0,0 0-2 0,0 0 0 15,-6 5 43-15,6-5 9 0,-6 0 2 0,0 3 0 16,0 0-27-16,-3-3 0 0,3 0 0 0,-3 2 0 16,0-2 0-16,-2 0 0 0,2 0 0 0,-3 0 0 15,3 0 0-15,-3 0-17 0,0 0 2 0,0 3 1 16,-3 0 14-16,3-1 0 0,-3-2 9 0,0 6-9 0,-2-4 0 15,2 1 0-15,-3 2 0 0,0 0 0 0,-3 1 8 0,-3-1-8 0,4 0 0 16,-7 1 0-16,3-4 0 0,0 6 8 0,0-2-8 0,1 1 0 16,-1-1 0-16,3-1 9 0,0 0-9 0,3 3 8 15,3-2-8-15,0-1 0 0,1-3 0 16,2 4-11-16,0-4 11 0,3 1 0 16,0 0 0-16,3-1 0 0,0 1 0 0,0 0 0 15,0-1 0-15,6-2 0 0,-6 3 0 0,6-3 0 16,0 0 0-16,-6 3 0 0,6-3 0 0,0 0-8 0,0 0 8 0,-6 2 0 15,6-2 0-15,-6 3 0 0,6-3 0 0,-6 3 0 16,6-3 0-16,-3 2 0 0,3-2 0 0,-6 3 0 16,6-3 0-16,-6 2 0 0,6-2 0 0,0 0 0 15,-6 3 0-15,6-3 0 0,0 0 0 0,0 0 0 16,0 0 0-16,0 0 0 0,0 0 0 0,-6-3 0 16,6 3 0-16,0 0 0 0,-5-2 0 0,5 2 0 15,-3-5 0-15,-3-1 0 0,3 1 0 0,3-3 0 16,-3 0 0-16,0 0 0 0,3-2 0 0,0-1 0 15,-3-2 0-15,3 0 0 0,0-1 8 0,0-2-8 16,0 1 9-16,3-1-9 0,-3-3 12 0,0 1-12 16,0-4 10-16,0 4-10 0,0-3 8 0,-3-3-8 15,3 3 0-15,-3 0 0 0,0-3 8 0,0 0-8 16,3 3 0-16,-3-3 0 0,0 0 9 0,3 0-9 16,-3 1 12-16,0 1-1 0,0 1-1 0,0 3 0 15,0 2 1-15,0 0 0 0,-3-3 0 0,3 6 0 16,0 3-11-16,0-4 12 0,0 6-12 0,0-2 12 15,0 2-12-15,0-3 0 0,0 3 0 0,3 0 0 16,-3 3 8-16,3-3-8 0,0 6 0 0,0-4 8 16,0 1 12-16,0 5 3 0,0 0 0 0,3-3 0 0,-3 3-23 0,0 0 0 0,3-5 0 0,-3 5 0 15,0 0 0-15,3-3 0 0,-3 3 0 0,0 0 0 16,3-2 0-16,0-1 0 0,-3 3 0 0,6-3 0 31,-3 1 0-31,-3 2 0 0,6-3 0 0,0 3 0 0,-3-2 0 0,3-1 0 0,-3 0 0 0,3 1 0 16,0-1 0-16,0-2 0 0,0-1 0 0,0 1 0 15,0-3 0-15,2 0 0 0,-2-2 0 0,3-1 0 16,0-2 0-16,-3 0 0 0,3-1 0 0,0-2 0 16,0-2-47-1,0-1-13-15,0 1-4 0,3-1 0 0,0-2-51 16,0 0-10-16</inkml:trace>
  <inkml:trace contextRef="#ctx0" brushRef="#br0" timeOffset="6871.921">22413 9086 1918 0,'0'0'40'0,"-3"-5"9"16,0 2-39-16,3-5-10 0,0 3 0 0,0-3 0 15,0 0 76-15,0 0 14 0,0 0 2 0,0-2 1 16,3-1-23-16,0 1-5 0,0-4-1 0,0 1 0 15,3-3-10-15,3-2-2 0,0-1-1 0,3-2 0 16,0-5-11-16,3-6-3 0,3-2 0 0,2-4 0 16,-2 1-10-16,3-5-3 0,3 0 0 0,3-3 0 0,0-3 2 15,2 3 0-15,4-5 0 0,6-3 0 16,-4 8-26-16,4-3-19 0,0 3 3 0,0 0 1 0,-4 6 15 16,-5 4 0-16,0 1 0 0,0 0 0 0,-1 2 0 15,-2 0 10-15,0 0-10 0,-3 3 8 0,3 5-8 0,-7 1 0 16,1 1 0-16,-3 4-11 0,-3 2 11 0,0 3 0 0,-3 0 0 15,-3 2-8-15,0 3-4 0,-3 0-1 0,-3 5 0 16,2-2 0 0,-5 0-27-16,3 2-6 0,-3 3-1 0,0 0 0 15,0 0-67-15,0 0-14 0,0 0-2 0,0 0-1 0,0-2-73 16,3-4-14-16</inkml:trace>
  <inkml:trace contextRef="#ctx0" brushRef="#br0" timeOffset="7255.016">22967 7774 1500 0,'-12'0'31'0,"3"3"8"16,0-3-31-16,0 2-8 0,3-2 0 0,-3 0 0 15,9 0 94-15,0 0 18 0,0 0 3 0,0 0 1 16,0 0-67-16,0 0-13 0,0 0-2 0,0 0-1 15,0 0 19-15,0 0 3 0,9 0 1 0,0 0 0 16,0-2-39-16,3-1-7 0,0 0-2 0,0 1 0 16,0-1 45-16,0 0 9 0,0-2 2 0,2 0 0 15,1 2-52-15,-3-2-12 0,3 2 0 0,0 1 0 16,-3-1 54-16,3 3 8 0,-3 0 2 0,3 0 0 16,-3 0-64-16,2 0-26 0,-5 3 2 0,3-1 0 15,0 1 24-15,-3 2 11 0,3 0-1 0,-3 3 0 16,-3 0-1-16,3 0 0 0,-3 3 0 0,0 2 0 0,-3-2-9 15,3 2 12-15,-3 3-12 0,0 0 12 16,-3-1-12-16,3 1 10 0,-3 3-10 0,0-1 10 0,-3-2-10 16,3 0 8-16,-3 0-8 0,0-3 8 0,3 0-24 0,-3 1-4 15,0-4-2-15,0 1 0 16,0-1-50-16,0 1-9 0,0 0-3 0</inkml:trace>
  <inkml:trace contextRef="#ctx0" brushRef="#br0" timeOffset="17698.67">23759 7163 1824 0,'3'-6'38'0,"0"-2"8"15,-3 3-37-15,3-3-9 0,-3 3 0 0,3-3 0 16,-3 3 104-16,0-1 20 0,-3 1 3 0,3 0 1 0,0 5-52 0,-3-3-9 0,-3-2-3 0,6 5 0 15,-3-5 0 1,3 5 0-16,-6-3 0 0,0 0 0 0,0 3-51 0,0 3-13 0,0-3 0 0,-3 8 0 16,0 0 0-16,-3 2 0 0,0 4 0 0,-3 2 0 15,-2-1 0-15,-1 4 0 0,0 2 0 0,-3 0 0 16,0 0 0-16,0 3 0 0,-2 0 0 16,2 3 0-16,0-4 0 0,0 4 0 0,0-3 0 15,0 2 0-15,1-2 0 0,-1 0 0 0,0-3 0 16,0 0 0-16,-3-2 0 0,3-4 0 0,3 1 0 15,-2-2 0-15,5-4-158 0,-3-2-34 16,3 0-8-16</inkml:trace>
  <inkml:trace contextRef="#ctx0" brushRef="#br0" timeOffset="17968.433">23262 7234 1782 0,'0'-40'37'0,"0"27"8"0,0 0-36 0,0 0-9 0,3 0 0 0,-3 2 0 15,3 3 108-15,-3 0 19 0,3 3 4 0,-3 5 1 16,0 0-42-16,0 0-8 0,3 0-2 0,0 2 0 16,2 4-32-16,1-1-6 0,0 3-2 0,0 3 0 15,0-1-7-15,3 1-1 0,0-1-1 0,0 4 0 16,3 1-15-16,-3-1-2 0,3 2-1 0,-3-1 0 16,3 1-13-16,-3 0 0 0,2-3 8 0,-2 3-8 15,0 0 29-15,3 3 3 0,0-3 1 0,0-1 0 0,-3 1-33 0,3 3 0 16,0-1 0-16,0 1 0 15,-3-3 0-15,3 2 0 0,-1-2 0 0,-2 0 0 16,3 0-44-16,-3-3-16 0,0-2-4 0,-3-1 0 16,3-2-84-16,0-3-18 0,-3 1-3 0</inkml:trace>
  <inkml:trace contextRef="#ctx0" brushRef="#br0" timeOffset="18205.689">23788 7390 1782 0,'0'0'75'15,"0"0"-60"1,0 0 109-16,0 0 21 0,0 0 5 0,0 0 1 16,0 0-59-16,-2 8-11 0,-1 0-2 0,0 0-1 15,3 3-32-15,-3-1-6 0,0 1-2 0,3 2 0 16,-3 0 0-16,0 3 0 0,3-3 0 0,-3 6 0 16,0-6-23-16,0 3-5 0,3 0-1 0,-3 0 0 15,0 0-9-15,0 0 0 0,3-1 0 0,-3 1 0 16,0 0 0-16,0-5-9 0,0 2 9 0,0-2-13 15,0-1-33-15,0-2-6 0,0 0-2 0,0 0 0 16,0-3-120-16,0 1-24 0,0-1-5 0</inkml:trace>
  <inkml:trace contextRef="#ctx0" brushRef="#br0" timeOffset="18791.886">23166 6922 850 0,'0'0'17'0,"0"0"6"16,0 0-23-16,0 0 0 0,0 0 0 0,-6-3 0 15,6 3 107-15,0 0 17 0,-6-2 3 0,6 2 1 16,-2-3-52-16,2 3-9 0,-6 0-3 0,6 0 0 16,0 0 0-16,0 0 0 0,0 0 0 0,0 0 0 15,-6-3 25-15,6 3 5 0,0 0 1 0,0 0 0 16,0 0-31-16,0 0-5 0,0 0-2 0,0 0 0 16,0 0-18-16,0 0-4 0,0 0-1 0,6-2 0 15,2 2 29-15,1 0 5 0,3-3 2 0,3 3 0 16,6-3-70-16,0 3 0 0,3 0-15 0,2-2 3 15,1 2 24-15,3-3 6 0,0 0 1 0,3 1 0 16,2-1-19-16,1-2 0 0,3 0-13 0,-1 2 5 0,1-2 8 16,0 2 0-16,-1-2 0 0,-2 2 0 0,-6-2 0 15,0 2 0-15,-4 0 0 0,-5 1 0 0,-3-1 0 16,0 1 0-16,-6-1 0 0,3 3 0 16,-6-3 0-16,0 3 0 0,-3 0 0 0,-3 3 0 0,-3-3 0 0,0 0 0 0,0 0 0 0,0 0 0 15,0 0-53 1,3 8-9-16,-6-3-2 0</inkml:trace>
  <inkml:trace contextRef="#ctx0" brushRef="#br0" timeOffset="22453.717">24027 7433 1083 0,'0'0'45'0,"0"0"-36"15,0 0 86-15,-3 2 17 0,3-2 3 0,0 0 1 16,0 0-20-16,0 0-4 0,0 8-1 0,0-8 0 15,3 5-28-15,0 1-6 0,3-4-1 0,0 4 0 16,-1-4 1-16,4 1 0 0,3 0 0 0,-3-3 0 16,6 0-12-16,-3 0-2 0,3 0-1 0,0 0 0 15,3-3-14-15,-3 0-4 0,2 1 0 0,1-1 0 16,0 0-12-16,0 1-4 0,0-4 0 0,0 1 0 16,0 0-8-16,2 0-9 0,-2-1 9 0,0 4-13 15,0-4 13-15,0 1 12 0,0 0-3 0,-3 0 0 16,-1-1-28-16,1 4-5 0,-6-4-2 0,3 4 0 15,-3-1-42-15,0 0-8 0,-3 1-1 0,0-4-1 16,0 1-141-16,0 0-28 0</inkml:trace>
  <inkml:trace contextRef="#ctx0" brushRef="#br0" timeOffset="22790.358">24330 7239 1766 0,'0'0'36'0,"0"0"10"0,0 0-37 0,0 0-9 0,0 0 0 0,0 0 0 16,0 0 103-16,0 0 18 0,0 0 4 0,0 0 1 16,0 0-58-16,0 0-11 0,-3 6-2 0,0-1-1 15,0 0-14-15,3 3-4 0,-3-2 0 0,3 1 0 16,0 1-10-16,-3 3-2 0,3 0-1 0,0-1 0 15,-3 3-12-15,3 1-3 0,0 2 0 0,-3-1 0 16,0 1-8-16,3 3 0 0,-3 2 9 0,0 0-9 16,3 0 21-16,-3-2 0 0,1 2 0 0,-4-2 0 15,6 2-21-15,-3-5 0 0,0 2 0 0,3-2 0 16,-3 0 0-16,0 0 0 0,0-3 0 0,0 3 0 16,3-3-47-16,-3-2-13 0,0-1-4 0,3 1 0 15,0-3-102-15,0-3-21 0,0 3-4 0</inkml:trace>
  <inkml:trace contextRef="#ctx0" brushRef="#br0" timeOffset="27486.322">24952 7155 1576 0,'6'-6'32'0,"0"1"9"15,3 0-33-15,-3 0-8 0,0-1 0 0,0 1 0 16,-3 0 89-16,0 2 16 0,0-2 3 0,-3 5 1 16,0 0-27-16,0 0-6 0,0 0 0 0,0 0-1 15,0 0-11-15,0 0-3 0,0 0 0 0,0 0 0 16,0 0-22-16,0 0-5 0,0 0-1 0,0 0 0 16,-6 5-11-16,0-2-2 0,-3 2-1 0,0 3 0 15,0 0-10-15,0 2-1 0,-3 1-8 0,-2 2 12 16,2 1-12-16,-3 1 0 0,-3-1 0 0,3 2 0 15,-3-1 0-15,0-1 0 0,0 1 8 0,1 1-8 16,-1 0 0-16,3-3-15 0,0 3 3 0,-3-2 1 16,3-4-26-16,0 3-6 0,3-2-1 0,1 0 0 15,-1-3-73-15,0-1-15 0,3 1-4 0</inkml:trace>
  <inkml:trace contextRef="#ctx0" brushRef="#br0" timeOffset="27758.305">24714 7107 1428 0,'3'-5'60'0,"0"2"-48"15,-3 3 90-15,0 0 18 0,3-2 3 0,-3 2 1 16,0 0-31-16,6 2-5 0,0 1-2 0,-3 2 0 16,0 0-22-16,3 3-5 0,-3 0-1 0,0 3 0 15,3 2-14-15,-3 0-4 0,0 1 0 0,3 1 0 16,-3 1-18-16,3 0-4 0,-3 0-1 0,3 3 0 15,0-1-9-15,0-2-8 0,-1 0 9 0,1 0-9 16,0 0 8-16,0 0-8 0,3-1 0 0,-3 4 9 16,0-1-9-16,3-2 0 0,-3 0 0 0,0 0 0 15,0-3 0-15,-3 3 0 0,3-3 0 0,0-2 0 16,-3 0-92-16,0-3-21 0,3-1-4 0</inkml:trace>
  <inkml:trace contextRef="#ctx0" brushRef="#br0" timeOffset="28241.405">25027 7470 1622 0,'0'0'68'15,"0"0"-54"-15,3-6 96 0,0 4 19 0,0-4 4 0,3 4 1 16,-3-1-49-16,0 0-9 0,3 1-3 0,-3-3 0 15,0 5-29-15,2-3-7 0,-2 0-1 0,3 1 0 16,-3 2-15-16,0-3-3 0,3 0-1 0,-6 3 0 16,3 0-25-16,-3 0-6 0,6 0-1 0,-6 0 0 15,6 0 15-15,-6 0 0 0,3 0 0 0,-3 0 0 32,6 6 20-32,-6-1 6 0,3 0 2 0,0 0 0 0,-3 1 6 0,0 2 2 0,0 0 0 0,-3 0 0 15,3 0-80-15,-3-1-16 16,0 1-4-16,0 6 0 0,-3-6 52 0,3 2 12 0,-3 1 0 0,0-1 0 15,0 1 0-15,0-3 0 0,0 0 0 0,1 2 0 16,-4-2-54-16,3 3-8 0,0-3-2 0,-3 0 0 16,3 0 52-16,-3 0 12 0,3 0 0 0,0 2 0 15,0-2 15-15,3-3 5 0,-3 3 2 0,3-2 0 16,3 2-14-16,0-8-8 0,0 5 8 0,3 0-8 16,0 0 15-16,0 1-2 0,3-4 0 0,0 4 0 15,0-4 9-15,3 1 2 0,0 0 0 0,0-1 0 16,0-2 0-16,0 0 1 0,2 0 0 0,-2 0 0 15,3 0-7-15,-3 0-2 0,3 0 0 0,0 3 0 16,-3-3-8-16,3 0-8 0,-3 0 12 0,3 3-12 16,-3-3 0-16,-3 2 0 0,3-2 0 0,-1 0 0 15,-2 3-84-15,3-3-18 0,-3 0-3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3:02:26.71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21770 4697 1552 0,'0'0'44'0,"0"0"10"0,0 0-43 0,0 0-11 0,0 0 0 0,-6 2 0 16,3 1 53-16,-3 0 9 0,6-3 2 0,-5 2 0 15,-1 4 0-15,-3-1 0 0,3 0 0 0,-3 0 0 16,3 3-24-16,-3-2-4 0,3 2 0 0,-3 0-1 15,0-1-7-15,-3 4 0 0,3-3-1 0,0 8 0 16,-3-8-7-16,0 2 0 0,1 4-1 0,-1-1 0 16,3 0 3-16,-3 3 1 0,3-5 0 0,0 4 0 15,3 1-7-15,0 3-2 0,0-1 0 0,0 1 0 16,3-1-3-16,0 6-1 0,3-8 0 0,3 5 0 16,3-8-10-16,-3 6 0 0,6-6 0 0,0 3 0 15,0-3 0-15,3-2 0 0,0-1-12 0,3-2 12 16,-1 0 0-16,4-2 0 0,0-1 0 0,0 0 0 15,3-2 0-15,0-3 0 0,0 0 0 0,-1-3 12 16,4 1-12-16,-3-1 0 0,-3-5 0 0,3 3 0 16,0-1 0-16,-4-4 0 0,4-3 0 0,-6 2 0 15,3-5 32-15,-3-2 4 0,0-1 0 0,0 3 1 0,-6-8 11 0,0 6 1 16,-4-3 1-16,1 2 0 16,-3 1-11-16,-3-1-3 0,0 1 0 0,-3-1 0 0,-3 3-8 0,1 0-1 0,-1 0-1 15,-3 1 0-15,-3 1-10 0,0 1-3 0,0 0 0 0,-3 2 0 16,0 1-13-16,0 2 9 0,-3 0-9 0,1 0 8 15,-1 0-8-15,3 3 0 0,0-1 0 16,-3 1 0-16,0 2-8 0,3 1-4 0,-3 2-1 0,1 2 0 16,2 1-30-16,-3 2-5 0,3 1-2 15,0 2 0-15,0 2-147 0,0 1-30 0,3-1-5 16</inkml:trace>
  <inkml:trace contextRef="#ctx0" brushRef="#br0" timeOffset="795.799">21788 6708 1576 0,'0'0'32'0,"0"-6"9"15,0 6-33-15,-3-5-8 0,0 0 0 0,3 5 0 16,0 0 91-16,-3-3 16 0,3 3 3 0,0 0 1 16,-3-3-31-16,-3 3-7 0,0 0-1 0,0 3 0 15,0 2-28-15,1-2-5 0,-4 5-2 0,3 0 0 16,-3 2-12-16,0 1-2 0,0 2-1 0,-3 3 0 16,3-3-9-16,-3 3-1 0,3 0-1 0,-3 3 0 15,0-3 1-15,0-1 1 0,4 1 0 0,-4 3 0 16,3-3-5-16,0 2-8 0,3 1 11 0,0 2-11 15,0 0 8-15,3-2-8 0,0 4 0 0,3-1 0 16,0 1 0-16,3-4-20 0,3 2 2 0,0-5 1 16,0 0 17-16,6-3 0 0,-3-2 0 0,3-1 0 0,2-2 0 15,1-3 16-15,3 1-4 0,0-4 0 0,0-2-12 16,0-2 11-16,3-4-11 0,-1 1 10 16,1 0 30-16,-3-3 5 0,3-3 2 0,-3 1 0 0,0-1-38 0,3-5-9 0,-7-2 0 15,4-1 0-15,-3 1 53 0,0-3 9 0,-3-1 2 0,0 1 0 16,-3 3-52-16,-3-3-12 0,0 2 0 0,-3 1 0 15,-3 2 44-15,-3-3 7 0,0 1 1 0,-3 2 0 16,-3 0-32-16,-3 0-5 0,0 0-2 0,0 0 0 16,-3 6-13-16,0-4 0 0,0 1 0 0,-2 3 0 15,-1-1 0-15,3 0 0 0,-3 3 0 0,0 3 0 16,0-3 0-16,-3 3 0 0,1 0 0 16,-1 2 0-1,0 0-47-15,0 3-9 0,0 0-1 0,-3 0-1 0,1 3-146 16,2 2-28-16,3 1-7 0</inkml:trace>
  <inkml:trace contextRef="#ctx0" brushRef="#br0" timeOffset="1679.872">19562 4697 1539 0,'0'0'64'0,"-6"0"-51"16,0 0 49-16,0 2 10 0,0 1 1 16,0 2 1-16,-3-2-7 0,0 5-2 0,0-3 0 0,0 6 0 15,0-1-24-15,-3 1-5 0,0 5 0 0,4 0-1 16,-4-1-13-16,3 1-2 15,-3 3-1-15,3 2 0 0,0-2-4 0,0 2-1 0,3 0 0 0,0 3 0 16,0 0-1-16,3-1 0 0,3 1 0 0,0 3 0 16,0-6-13-16,3 3 11 0,0-3-11 0,3 0 10 15,0-3-10-15,3 1 8 0,3-3-8 0,0 0 8 16,3-3-27 0,0-5-5-16,-1 0-2 0,4 0 0 0,0-3 53 0,3-5 10 15,0 3 3-15,3-3 0 0,-4-3-13 0,1 0-3 0,3 1 0 0,-3-6 0 16,0 3 32-16,-3-6 7 0,0 3 1 0,-4-3 0 15,1-4 0-15,-3 1 0 0,-3-2 0 0,0-2 0 16,-3-1-52-16,0-4-12 0,-3 1 0 0,0-1 0 16,-3-1 0-16,0 0 0 0,-3 0 0 0,0 3 0 15,-3 0 54-15,0 0 8 0,0 2 2 0,-6 1 0 16,3-1-52-16,-6 1-12 0,3-1 0 0,-2 6 0 16,-4-3 0-16,3 3-18 0,-3 0 4 0,0 2 1 15,-3 3-8-15,3 3-2 0,-2-1 0 0,-1 4 0 16,0 4-55-16,0 4-11 0,3-4-3 0</inkml:trace>
  <inkml:trace contextRef="#ctx0" brushRef="#br0" timeOffset="2178.549">19562 6573 2263 0,'0'0'47'0,"0"0"12"0,0 0-47 0,0 0-12 0,0 0 0 0,0 0 0 15,0 0 63-15,3 5 10 0,0 3 3 0,-3 2 0 16,0 4-10-16,0 2-2 0,0 5 0 0,-3 3 0 15,0-1-51-15,3 1-13 0,-3 3 0 0,0 2 0 16,0-3 54-16,0 1 8 0,0-1 2 0,0 1 0 16,0 2-52-16,3 0-12 0,0 0 0 0,-3 3 0 0,3-1 0 15,0 1 0-15,0 0 0 0,0 2 0 16,0-5 0-16,3-2 0 0,-3-1 0 0,0-2 0 16,0-3 0-16,0 0 0 0,0-2 0 0,-3 0 0 15,3-4-100-15,0 1-22 0,-3 0-5 0,3 0-1 16,-3 0-153-16</inkml:trace>
  <inkml:trace contextRef="#ctx0" brushRef="#br0" timeOffset="2698.536">17558 6864 1805 0,'0'5'76'0,"-3"0"-61"16,3 6 21-16,-3-3 5 0,3 0 1 0,-2 2 0 15,-1 1 27-15,3 2 6 0,0 3 1 0,-3 3 0 16,3-1-30-16,0 6-6 0,0 2 0 0,0 1-1 16,3 2-21-16,-3-3-4 0,0 3-1 0,0-2 0 15,3-1-13-15,-3 1 11 0,0-1-11 0,0-2 10 32,0 0-10-32,0 0 0 0,0 0 0 0,0 2 8 0,0 1-8 0,-3-4 0 0,3 6 0 15,-3-5 0-15,3 0 0 0,-3-3-9 0,0 0 0 0,3-2 0 31,-3-3-35-31,0 0-8 0,3-3 0 0,-3 0-1 0,0-5-149 16,0 0-30-16</inkml:trace>
  <inkml:trace contextRef="#ctx0" brushRef="#br0" timeOffset="3227.231">17362 4705 1355 0,'0'0'28'0,"-3"8"8"0,0-3-36 0,3 5 0 0,-3-2 0 0,0 0 0 16,3 3 98-16,-3-1 13 0,0 4 2 0,0-1 1 15,0 0-24-15,0 3-5 0,0 0-1 0,0 2 0 16,0 4-19-16,0-1-4 0,0 3-1 0,0 2 0 16,0 3-24-16,3-2-6 0,-3 2-1 0,0 2 0 15,0-1-1-15,3-1 0 0,-3-3 0 0,0 1 0 16,3-1-28-16,-2-2-21 0,2-3 3 0,-3 3 1 15,3-6 17-15,-3 1 0 0,0-1 0 0,0 1 0 16,0-1-13-16,0-2-6 0,-3 3-1 0,3-6 0 16,-3 3-93-16,3 0-19 0,-3-3-4 0</inkml:trace>
  <inkml:trace contextRef="#ctx0" brushRef="#br0" timeOffset="3781.858">15076 4625 1824 0,'0'0'38'0,"0"0"8"0,0 0-37 15,0 0-9-15,0 0 0 0,0 0 0 16,0 0 53-16,0 0 9 0,0 0 2 0,0 0 0 16,-6 5 0-16,3-2 0 0,0 2 0 0,0 3 0 0,3 6 0 15,0-4 0-15,0 3 0 0,0 3 0 16,0 3-52-16,3-1-12 0,-3 1 0 0,3-1 0 0,0 4 54 0,-3-4 8 15,3 6 2-15,0-6 0 16,0 6-52-16,0 3-12 0,3-4 0 0,-3 7 0 0,0-1 0 16,0 0 0-16,0 0 0 0,-3 5 0 0,3-13 0 0,0 6 9 15,0-1-9-15,0-7 8 0,0 2-8 0,0-2-9 0,0-1 9 16,0 1-13-16,0-3-27 16,0-1-6-16,0 1-1 0,-1 0 0 15,1 3-149-15,0-1-29 0</inkml:trace>
  <inkml:trace contextRef="#ctx0" brushRef="#br0" timeOffset="4310.046">15216 6813 1337 0,'0'-10'56'0,"0"2"-44"16,-3 0 41-16,3 0 9 0,-3 0 2 0,0 0 0 16,3 3 51-16,-3 0 10 0,0-1 3 0,0 4 0 15,3 2-52-15,0 0-9 0,-3-6-3 0,3 6 0 16,0 0 0-16,0 0 0 0,0 0 0 0,0 0 0 15,0 0-51-15,-3 6-13 0,0 2 0 0,3 2 0 16,0 1 54-16,0 5 8 0,3 0 2 0,0 2 0 16,0 1-52-16,0 4-12 0,0-1 0 0,0 7 0 15,3 0 0-15,-3 0 0 0,3 5 0 0,-3 3 0 16,3-5 54-16,-3 0 8 0,0 0 2 0,3-1 0 16,-3-4-52-16,0-1-12 0,0-2 0 15,0 0 0-15,0-6 0 0,-3 4 0 0,3-7 0 0,-1 1 0 16,-2 0-48-16,3 0-13 0,-3-3-3 15</inkml:trace>
  <inkml:trace contextRef="#ctx0" brushRef="#br1" timeOffset="19649.171">19077 4623 1459 0,'0'-8'41'0,"0"2"10"0,0 1-41 0,0-3-10 0,2 5 0 0,-2-4 0 15,0 1 73-15,0 1 13 0,0 0 2 0,0 5 1 16,0 0-20-16,0-6-4 0,0 6-1 0,0 0 0 15,0 0 0-15,0-5 0 0,0 5 0 0,0 0 0 16,0 0 0-16,0 0 0 0,0 0 0 0,0 0 0 16,0 0-51-16,0 0-13 0,0 8 0 0,0 0 0 15,0 0 0-15,0 2 0 0,0 1 0 0,0 2 0 16,0 0 0-16,0 1 0 0,3 2 0 0,-3-1 0 16,0 1 0-16,3 0 0 0,-3 0 0 0,0 0 0 15,3 0 0-15,-3 0 0 0,0 0 0 0,3 2 0 16,-3-2 0-16,0 3 0 0,3-4 0 0,-3 4 0 15,0 2 0-15,-3 0 0 0,3 6 0 0,0-3 0 16,-3 5 0-16,3-3 0 0,0 3 0 0,-3 0 0 0,3-2 0 16,-3 2 0-16,3-5 0 0,-3 2 0 0,3-2 0 15,-2 0 0-15,2 0 0 0,0-1 0 16,0 1 0-16,0 0 0 0,0 0 0 0,0 2 0 16,0-2 0-16,2 0 0 0,-2 0 0 0,3 2 0 15,0-5 0-15,-3-2 0 0,3-1 0 0,-3-2 0 16,0 0 0-16,3-3 0 0,-3 1 0 0,0-4 0 0,0 1 0 0,0-1 0 15,0-2 0-15,-3 3 0 0,3-6 54 0,0 3 8 0,0-3 2 0,0-5 0 16,-3 6-52-16,3-6-12 0,0 2 0 0,0-2 0 16,0 0 0-16,0 0 0 0,0 0 0 0,0 6 0 15,0-6 0-15,0 0 0 0,0 0 0 0,0 0 0 16,0 0 0-16,0 0 0 0,0 0 0 16,3 5 0-16,-3-5 0 0,3 3 0 0,-3-3 0 0,3 2 0 15,0 1 0-15,-3-3 0 0,6 0 0 0,0 3 0 16,0-3-12-16,0 0-4 0,3 2-2 0,-3-2 0 15,3 0 18-15,0 0 0 0,0 0 0 0,3 0 9 16,-3 0-9-16,3-2 12 0,2 2-12 0,1 0 12 16,-3 0-12-16,6-3 0 0,-3 3 9 0,3 0-9 15,0-3 0-15,0 3 8 0,-1-2-8 0,1-1 0 16,0 3 0-16,3-5 0 0,0 2 0 0,6 0 8 16,-4 1-8-16,7-1 0 0,3-2 0 0,0 2 8 15,-4 0-8-15,4 1 0 0,0-1 0 0,0 1 0 16,-7-1 0-16,4-2 0 0,-3-1 0 0,0 4 0 15,3-4 0-15,2 4 0 0,-2-1 0 0,6 0 0 16,-3 1 0-16,-1-1 0 0,4 1 0 0,0-4 0 16,-7 6 0-16,1-2 0 0,0-1 0 0,0 0 0 15,-3 3 0-15,2-2 0 0,4 2 0 0,0 0 0 0,-3-3 0 0,2 3 0 16,1-3 0-16,0 3 0 0,-3-2 0 16,-1 2 0-16,-2 0 0 0,0 0 0 0,0 0 0 0,0 0 0 0,-1 0 0 15,-2 0 0-15,3 0 0 0,3 0 0 0,-4 0 0 0,1 0 0 16,0 0 0-16,3 0 0 0,-3 0 0 0,-1 2 0 15,-2-2 0-15,0 0 8 0,0 3-8 0,0-3 8 16,-4 3-8-16,4-3 0 0,0 0-8 0,0 0 8 16,0 2 0-16,0-2 0 0,5 0 0 0,-2 0 0 15,-3 3 0 1,3-3 0-16,-1 0 0 0,1 0 0 0,-3 3 0 0,-3-3 0 0,3 0 9 16,-3 0-9-16,-1 2 0 0,-2-2 0 0,3 0 0 0,-3 0 0 15,3 0 0-15,-3 0 0 0,3 0 0 0,-4 0-12 16,4 0 12-16,3 0 0 0,-3 0 0 0,0 0 0 15,0 0 0-15,-1 0 0 0,4 0 0 0,-6 0 0 16,3 0 0-16,-3 0 0 0,0 0 0 0,-1 0 0 16,-2 0 0-16,0-2 0 0,0 2 0 0,0 0 0 15,-3 0 0-15,3 0 0 0,0-3 0 0,0 3 0 16,2 0 0-16,-2-3 0 0,0 3 0 0,3 0 0 16,-3-2 0-16,0 2 8 0,3 0 0 0,-3 0-8 15,-1-3 8-15,-2 3-8 0,3 0 0 0,0 0 0 16,0 0 0-16,-3 0 0 0,0 0 0 0,3 0 0 15,-3 0 0-15,-1 0 0 0,1 0 0 0,0 0 0 16,0 0 0-16,-3 0 0 0,0 0 0 0,3 0 0 0,-6 0 0 16,3 0 0-16,-3 0 0 0,0 0 0 0,0 0 8 15,0 3-8-15,0-6 0 0,0 3 0 16,0 0 0-16,-4 0 0 0,4 0 0 0,-3 0 0 16,3 0 0-16,-3 0 0 0,-3 0 0 0,6 0 0 15,-3-3 8-15,3 3-8 0,-3-2 0 0,-3 2 0 16,3-3 9-16,0 0-9 0,0 1 0 0,0-1 9 15,-3-2-9-15,3 0 8 0,-3-1-8 0,0 1 8 0,3-3-8 0,-3 0 8 0,0-3-8 0,3 1 8 16,-3-3 0-16,3-1-8 0,-3-1 12 0,3-4-4 16,0 1-8-16,0-4 12 0,0 4-12 0,0-6 12 15,0 3-4-15,0 0-8 0,0 0 12 0,-3-1-4 16,3 1 0-16,0 0-8 0,-3-3 12 16,3 0-4-16,-3-2 0 0,3-3-8 0,0-3 12 0,-3 0-4 15,3 3 4-15,0-5 0 0,-3 2 0 0,3 0 0 16,0 6-1-16,-3 2 0 0,3 0 0 0,0 0 0 15,0 1 0-15,0 1 0 0,2-1 0 0,-5 1 0 16,3-4-3-16,0 2 0 0,-3 0 0 0,0-2 0 16,3 5 0-16,-3 0 0 0,0-3 0 0,-3 3 0 15,3 5-8-15,0 0 12 0,-3 0-12 0,3 5 12 16,-3-5-12-16,3 6 12 0,-2-1-12 0,-1 3 12 16,0 0-12-16,3 1 8 0,-3-4-8 0,0 8 8 15,0-7-8-15,0 4 0 0,0 1 9 0,-3 0-9 16,3 2 0-16,-3-5 8 0,3 6-8 0,-3-4 0 15,0 4 0-15,0-4 8 0,0 4-8 0,0-1 0 16,0 3 0-16,0-5 0 0,-3 5 0 0,3-3 0 16,-3 3 0-16,0-5 0 0,0 5 0 0,1-3 0 0,-1 1 0 0,0 2 0 15,0-3 0-15,-3 3 0 0,3-3 0 16,-3 3 0-16,0 0 0 0,-3-2 0 0,0 2 0 0,-3-3 0 0,1 3 0 0,-4 0 0 16,0 0 0-16,-3 0 0 0,0 0 0 0,-2 0 0 15,-1 3 0-15,0-3 0 0,3 0 0 0,-3 0 0 16,4 0 0-16,-4 2 0 0,6-2 0 0,-6 0 0 15,0 0 0-15,-2 3 0 0,-1-3 0 0,-3 0 0 16,3 3 0-16,-5-3 0 0,2 2 0 0,0 1-8 16,0 2 8-16,4-5 0 0,2 0 0 0,-3 3-8 15,3-3 8 1,-3 5 0-16,-2-5-9 0,-1 0 9 0,0 3 0 0,0-1-11 0,-2-2 11 16,-1 3-8-16,3 0 8 0,1-1-10 0,2-2 10 15,-3 6-10-15,0-6 10 0,1 2-8 0,-1-2 8 0,-3 3-8 16,0 2 8-16,-2-5 0 0,-1 0 0 0,0 3 0 15,7-1 11-15,-4 1 7 0,6 0 2 0,-3-3 0 16,1 2-20-16,-4-2 0 0,3 0 0 0,-6 0 0 16,4 3-24-16,2 0-8 0,-3-3-1 15,1 2-1-15,5 1 3 0,0 2 1 16,3-5 0-16,-3 3 0 0,7 2 30 0,-4-5 0 0,0 0 0 0,0 0 0 16,0 0 0-16,1 3 0 0,-1-3 0 0,0 0 0 15,0 0 0-15,4 3 0 0,-1-3 0 0,0 2 0 16,3-2 0-16,3 3 0 0,0-1 0 0,0-2 0 15,1 3 0-15,2-3 0 0,3 0 0 0,-3-3 0 16,0 3 0-16,-3 0 0 0,3-2 0 0,-3 2 0 0,1-3 0 16,-1 3 0-16,0-2 0 0,-3 2 0 0,3-3 0 0,0 3 0 15,0 0 0-15,1-3 0 16,-1 3 0-16,3 0 0 0,0 0 0 0,0 0 0 16,3 0 0-16,0 0 0 0,0 0 0 0,0 0 0 15,4 3 16-15,-1-3 10 0,0 0 2 0,3 0 0 16,-3 0-28-16,0 0 0 0,3 0 0 0,0 0 0 0,0 0 0 0,0 0 0 0,0 0 0 15,0 0 0-15,0 0 0 0,0 0 0 16,0 0 0-16,0 0 0 0,0 0 0 0,0 0 0 0,0-3 0 0,1 3 0 16,-4 0 0-16,3 0 0 0,0 0 8 0,-3 0-8 15,3 0 0-15,0 0 0 0,0 0 0 0,0 0 0 16,-3 0 0-16,3 0 0 0,0 0 0 0,0 0 0 16,-3 0-21-16,3 0-7 0,-3 0 0 0,0 0-1 15,0 0 29-15,1 3 0 0,-1-3 0 0,0 0 0 16,0 0 0-16,0 3 0 0,0-3 0 0,0 2 0 15,0 1 19-15,0-3 9 0,0 2 3 0,0 1 0 16,3 0-31-16,-3-1 0 0,3-2 0 0,0 3 0 16,0 2-24-16,4-5-4 15,2 0 0-15,-6 3-1 0,6-3 29 0,-3 5 0 0,3-5 0 0,-6 6 0 16,6-6-57-16,0 0-6 16,0 5-1-16,0-5 0 0,0 0-51 0,0 0-10 0,0 0-3 0</inkml:trace>
  <inkml:trace contextRef="#ctx0" brushRef="#br2" timeOffset="32036.274">22887 4496 1340 0,'0'0'28'0,"0"0"7"0,0 0-35 0,0 0 0 0,0 0 0 0,0 0 0 16,-6 0 85-16,0-3 11 0,0 3 1 0,0 0 1 16,0 0-18-16,0 0-4 0,0 0-1 0,0 3 0 15,-3-3-24-15,3 0-5 0,-3 2-1 0,-3-2 0 16,3 3 3-16,-3-3 1 0,3 2 0 0,-2-2 0 15,2 3-13-15,-3 0-2 0,0-1-1 0,0 1 0 16,-3 2-10-16,3-5-3 0,0 3 0 0,0 2 0 16,0-2-5-16,0 2-2 0,1-2 0 0,-4 0 0 15,3-1-3-15,-3 1-1 0,3-3 0 0,-3 0 0 16,3 2 3-16,-3-2 0 0,0 0 0 0,1 0 0 16,-4 0-12-16,3-2 12 0,0 2-12 0,-3 0 12 15,0 0-12-15,0 0 10 0,1 0-10 0,-1 0 10 16,0 0-10-16,0 0 0 0,0 2 9 0,0 1-9 15,0-3 0-15,0 5 9 0,4-5-9 0,-4 3 0 16,0-3 17-16,0 3-3 0,-3-3-1 0,0 2 0 16,1-2-4-16,-1 3-1 0,-3-3 0 0,0 0 0 15,-3 0-8-15,3 3 0 0,1-1 0 0,-4 1 0 16,3 0 0-16,3-1 0 0,-3 1 8 0,4 2-8 16,2 0 0-16,0-5 0 0,0 3 0 0,3 0 0 15,-3-1 0-15,3 1 0 0,0-3 9 0,-2 0-9 0,2 3 0 16,0-3 8-16,0 0-8 0,0 0 0 0,0 0 0 15,0 0 9-15,0 0-9 0,1 0 0 0,2-3 10 0,0 3-10 0,-3 0 8 16,3 0-8-16,3 0-13 0,-3 0-8 0,3 0-2 0,0 0 0 16,3 0 23-16,0 0 0 0,0 0 0 0,0 0 0 15,6 0 47-15,-6 0 13 0,6 0 4 16,0 0 0-16,0 0-52 0,0 0-12 0,0 0 0 16,-5 3 0-16,5-3 0 0,0 0 0 0,0 0 0 0,0 0 0 15,0 8 0-15,0 0 0 0,0-1 0 0,0-4 0 16,0 5 0-16,0 0 0 0,3-3 0 0,-3 3 0 15,0 0 0-15,2 3 0 0,-2-3 0 0,0 2 0 16,0 1 0-16,0-3 0 0,0 2 0 0,0 1 0 16,0 0-48-16,-2 2-13 0,2-5-3 15,0 2 0-15,0 1 103 0,-3-1 20 0,3 1 4 0,0 0 1 16,-3 2-52-16,3-5-12 0,0 2 0 0,-3 4 0 16,3-1 0-16,0 0 0 0,-3 3 0 0,3 0 0 15,0 2 0-15,-3 1 0 0,3-1 0 0,0 4 0 16,0-1-48-16,0 5-13 0,0-7-3 0,0 5 0 15,0-1 52-15,0-4 12 0,0-1 0 0,0 1 0 16,0-1 48-16,0 1 13 0,0-3 3 0,0 0 0 16,-3 0-52-16,3-3-12 0,-3 3 0 0,0 2 0 15,3-2-48-15,-3 5-13 0,0 0-3 0,3 1 0 16,-3 1 103-16,0 4 20 0,3-6 4 0,-3 3 1 0,0 0-52 16,0-6-12-16,3 3 0 0,-3 1 0 0,0-4 0 0,0 1 0 15,3-1 0-15,-3-2 0 0,0 0 0 0,0 0 0 0,0 0 0 16,3-1 0-16,-3 4 0 0,0-3 0 0,3 0 0 0,-3 0 0 15,3 2 0-15,0 1 0 16,-3 2 0-16,3 0 0 0,0 0 0 0,0-2 0 0,0 2 0 16,0-3 0-16,0 1 0 0,0-1 0 0,0-2 0 15,0 3 0-15,0-3 0 0,0 0 0 0,0-1 0 16,0-1 0-16,-3 2 0 0,3-3 0 16,0 0 0-16,0 3 0 0,-3-3 0 0,3 6 0 0,0-3 0 15,0-1 0-15,0 4 0 0,0-1 0 0,0 4 0 0,0-1 0 16,0-3 21-16,0 3 2 0,0-2 0 0,0 2 0 15,0-2-37-15,0-1-7 0,0-2-2 0,0 3 0 16,0-4 41-16,0 1 8 0,0 0 2 0,0 0 0 16,0 0-28-16,0 0 0 0,0 0 8 0,0 2-8 15,0 1 0-15,-3-1 0 0,3 3 0 0,0 3 0 16,0 0 9-16,-3 0-9 0,3 0 10 0,0 0-10 16,0-1 11-16,0-1-11 0,0 1 12 0,0-1-12 15,0-4 11-15,-3 1-11 0,3-4 10 0,0 4-10 16,0-3 9-16,-3 0-9 0,3 0 8 0,0 2-8 15,0 1 0-15,-3-4 8 0,3 7-8 0,0-1 0 16,0-3 8-16,-3 4-8 0,6-1 0 0,-3 0 8 16,0 0-8-16,0-2 0 0,0-1 9 0,0 3-9 15,0-5 0-15,0 0 9 0,0 3-9 0,-3-4 0 16,3-1 8-16,0-1-8 0,0 0 0 0,-3 0 0 16,3 1 8-16,0-4-8 0,0 3 0 0,-3 1 0 0,3-4 8 15,0 3-8-15,0-2 0 0,-3 2 0 0,3 0 8 16,0 1-8-16,0-1 0 0,0 3 0 0,-3-6 8 0,3 4-8 15,0-1 0-15,0-3 0 0,0 4 9 16,0-4-9-16,0 1 0 0,-3 2 9 0,3-2-9 0,0-3 0 0,0-1 0 0,0 4 8 16,0-3-8-16,0 0 0 0,0 0 0 0,0 0 8 15,0-3-8 1,-3 3 0-16,3 0 0 0,0-3 0 0,0 3 0 0,-3 0 0 0,3-3 8 0,0 1-8 16,0 2 0-16,0-8 0 0,0 5 0 0,0-5 8 15,0 5-8-15,0-5 0 0,0 6 0 0,0-6 0 16,3 5 0-16,-3-5 8 0,0 5-8 0,0-5 0 15,0 0 0-15,3 3 8 0,-3-3-8 0,0 0 0 16,3 5 0-16,-3-5 8 0,3 3-8 0,3-3 0 16,-3 2 0-16,3-2 8 0,-3 3-8 0,3-3 0 15,-3 0 0-15,3 0 0 0,0-3 8 0,3 3-8 16,0-2 0-16,-3 2 0 0,3-3 0 0,3 3 0 16,0-3 0-16,0 1 0 0,-1-1 0 0,7 3 0 15,-3-5 0-15,6 2 0 0,0 1 0 0,0-1 0 16,0 0 0-16,2 1 0 0,1-4 0 0,0 4 0 15,0-1 0-15,0-2 0 0,-1-1 0 0,1 4 0 16,3-3 0-16,3 2 0 0,0-2 0 0,2 2 0 16,1 0-20-16,3-2-7 0,-1 2-1 0,1-2 0 15,-3 2 28-15,0 1 0 0,-4-1 0 0,4 3 0 0,0-3 0 16,0 3 0-16,-1-2 0 0,1 2 0 0,0 0 0 16,0-3 0-16,2 3 0 0,-5-2 0 0,0 2 0 0,-3 0 0 15,-1 2 0-15,-5-2 0 0,0 3 0 0,0-3 0 16,-3 0 0-16,0 2 0 0,-3-2 16 0,-1 3 9 0,-2-3 2 0,3 0 0 15,-3 3-27-15,-3-3 0 0,3 0 8 0,-6 2-8 16,3-2 0-16,-3 3 0 0,0-3 0 0,-6 0 0 16,6 0 0-16,-6 0 0 0,0 0 8 0,0 0-8 15,0 0 0-15,6 3 0 0,-6-3 0 16,0 0 8-16,0 0-8 16,0 0 0-16,0 0 0 0,0 0 0 0,0 0 0 0,0 0 0 0,0 0 0 0,0 0 0 15,0 0 0-15,0 0 0 0,0 0 0 0,0 0 0 16,0 0 0-16,0-6 0 0,0 1 0 0,0 0 0 15,0 0 0-15,0-1 0 0,-3-2 0 0,0 0 0 16,3 0 0-16,-3-2 0 0,0-3 0 0,3-1 0 16,-3-1 0-16,0 1 0 0,0-4 8 0,3 2-8 15,-3-3 0-15,3 1 0 0,-3-1 0 0,3 3 0 16,0-2 0-16,-3 2 0 0,3 0 0 0,0 0 0 16,-3-2 0-16,3 2 0 0,0-3 0 0,-3-2 8 15,3 0 16-15,-3-3 4 0,3-5 0 0,0 0 0 16,-3-3-40-16,3-2-8 0,0-3-2 0,0 2 0 15,0 4 22-15,0 2 0 0,-3 2 0 0,3 1 0 16,0-1 0-16,0-2 0 0,3 0 0 0,-3-3 0 16,0 0 0-16,3-5 0 0,-3 0 0 0,3 0 0 15,0 3 0-15,-3 2 0 0,3 3 0 0,-3 0 8 16,0 3 8-16,0-4 2 0,0 1 0 0,-3-2 0 16,3-4-28-16,-3-2-6 0,3-3 0 0,-3 3-1 15,0 3 17-15,0 2 0 0,0 3 11 0,0 3-11 16,0-3 0-16,0 5 0 0,0-3 0 0,0 1 0 15,0-6 0-15,0 0 0 0,0-5 0 0,0 0 0 0,3 3 10 0,-3 2-10 0,3-2 8 16,0 2-8-16,-3 5 9 0,3 4-9 0,0-1 10 0,-3-3-10 16,3 4 10-16,0-1-10 0,3-3 10 0,-3-2-10 15,0 0 8-15,3-3-8 16,-3 1 0-16,0-1 9 0,3 3-9 0,0 2 0 16,0 3 0-16,-3 1 8 0,3 4-8 0,0-2 0 0,0 5 0 0,-3-2 8 15,3-1-8-15,0 3 0 0,-3-5 9 0,3 2-9 16,0-4 0-16,-3-1 8 0,3 0-8 0,-3 0 0 15,3 0 0-15,0 3 8 0,0-5-8 0,-3 2 0 16,3 3 0-16,0 2 0 0,3 1 0 0,-3-1 8 16,0 6-8-16,3-6 0 0,0 6 0 0,-3 0 0 15,3 0 0-15,0 0 0 0,0-1 0 0,-3 1 0 16,2 0 0-16,1-3 0 0,0 3 0 0,-3-3 0 16,3 0 0-16,-3-3 0 0,3 4 0 0,-3-4 0 15,0 1 0-15,3 2 0 0,-3-3 0 0,0 3 8 16,0 0-8-16,0 3 0 0,0-3 0 0,0 6 0 15,0-1 0-15,0 1 8 0,0-1-8 0,0 0 0 16,-3 3 0-16,3 0 0 0,0 3 0 0,0 0 0 16,0 2 0-16,-3-2 0 0,3 2 0 0,-3 3 0 15,0 0 0-15,3-5 0 0,-3 5 0 0,0 0 0 16,0 0 0-16,0 0 0 0,0 0 0 0,0 0 0 16,0 0-63-16,0 0-7 0,0 0-2 0,0 0 0 15,0 0-154-15,0 0-31 0</inkml:trace>
  <inkml:trace contextRef="#ctx0" brushRef="#br2" timeOffset="43401.106">22157 7718 1552 0,'-6'8'44'0,"0"3"10"0,0-3-43 0,1 5-11 0,-1-2 0 0,0 2 0 16,0 5 104-16,-3-2 20 0,3 5 3 0,-3 3 1 16,-3 0-52-16,0 3-9 0,0-1-3 0,0 3 0 15,-3 0-19-15,0 0-4 0,1 0-1 0,-7 6 0 16,3 2-12-16,-3 3-4 0,0 2 0 0,-3 3 0 16,7-3 31-16,-4 3 5 0,3 0 2 15,-3 0 0-15,0 0-27 0,0 0-6 0,-3 0-1 0,-2 5 0 16,2-5-8-16,0 0-1 0,0 0-1 0,-6 3 0 15,10-6-5-15,-4-2-1 0,3-3 0 0,-3 3 0 16,6-1 3-16,0 1 0 0,4 0 0 0,-1-1 0 16,0-4-15-16,3-3-8 0,3-3 8 0,-3-3-13 15,3-5 13-15,3 1 15 0,-3-1-3 0,3-3-1 16,0-5-19-16,0 1-4 0,3-6-1 0,-3 0 0 16,6-3-113-16,0-5-22 0,0 0-5 15</inkml:trace>
  <inkml:trace contextRef="#ctx0" brushRef="#br2" timeOffset="44227.413">21241 9100 1579 0,'0'0'32'0,"0"0"10"0,-6-3-34 15,6 3-8-15,-6-3 0 0,6 3 0 16,-6 0 104-16,0-2 20 0,6 2 3 0,-6-3 1 15,6 3-103-15,-3-3-25 0,3 3 0 0,0 0 0 0,0 0 56 0,0 0 7 0,0 0 1 16,0 0 0-16,0 0 0 0,0 0 0 0,0 0 0 0,0 0 0 16,0 0-52-16,0 0-12 0,0 0 0 0,0 0 0 15,0 8 0 1,3-2 0-16,0 2 0 0,0 2 0 16,3 1 54-16,-3-1 8 0,3 4 2 0,0-4 0 0,-3 3-52 15,2 3-12-15,1-3 0 0,-3 1 0 0,3 2 0 0,0-3 0 0,0 0 0 16,-3 0 0-16,3 0 0 0,0 3 0 0,0-2 0 15,-3-1 0-15,3-3-26 16,0 1-8-16,-3 0-2 0,3-4 0 0,0 4 26 0,0-3 10 0,0 0-8 0,-3-3 8 16,3 1 0-16,0-1 0 0,0 0 0 0,0-2-8 15,0-3-12-15,-1 0-3 16,4 0 0-16,-3-3 0 0,3 0 70 0,-3-2 13 0,3 0 4 0,0-3 0 16,3 0-64-16,0 0 0 0,0 0-9 0,3 0 0 15,0-2 9-15,-1-4 12 0,4 6-2 0,0-2-1 16,0-3-9-16,3 2 0 0,0 0 0 0,0-2 0 15,-4 3 0-15,4-1 0 0,0-2 0 0,-3 2 0 16,-3 1 0-16,3-4 0 0,-3 4 0 0,-4 2 0 16,1-3-184-16,-6 6-40 0</inkml:trace>
  <inkml:trace contextRef="#ctx0" brushRef="#br2" timeOffset="70583.148">20880 10348 1577 0,'0'0'66'0,"0"0"-53"16,0 0 73-16,-3 0 14 0,3 0 4 0,-9 0 0 15,3 0-64-15,-2 3-12 0,-1 0-2 0,0 2-1 16,-3 0 31-16,3 3 7 0,-3 0 1 16,0 0 0-1,-3 3-52-15,3-1-12 0,-3 1 0 0,0 2 0 0,1 0 34 0,-4 1 4 0,0-4 1 0,3 6 0 16,0 0-11-16,0 0-3 0,3 0 0 0,-3 0 0 16,1 2-25-16,-4-2 0 0,3 0 0 0,-3 2 0 15,0-2-15-15,3 3-8 0,-3-3-1 0,1 2-1 16,-1 1 9-16,0-1 3 0,3 1 0 0,-3-1 0 15,0-2-35 1,3-3-8-16,0 3 0 0</inkml:trace>
  <inkml:trace contextRef="#ctx0" brushRef="#br2" timeOffset="70908.739">20318 10510 1824 0,'-3'-5'38'0,"3"-1"8"16,0 6-37-16,0 0-9 0,0-2 0 0,0 2 0 15,0 0 106-15,0 0 19 0,0 0 4 0,0 0 1 16,3-6-58-16,-3 6-11 0,6 0-2 0,0 0-1 16,-3 0 8-16,3 3 2 0,0 0 0 0,-3-1 0 15,2 4-48-15,1 2-8 0,0-3-3 0,0 3 0 16,0 0 5-16,0 2 1 0,0-2 0 0,0 3 0 0,3-1-3 0,0 1 0 0,0 2 0 0,0 0 0 15,0 1-2-15,3 2-1 16,-3 2 0-16,3 1 0 0,-1-1 8 0,1 1 2 16,0-1 0-16,-3 1 0 0,3-1-19 0,0 1 0 15,0-3 0-15,-3-1 0 0,3 1 0 0,-3-5 0 16,3 2 0-16,-1-2 0 0,1-3 0 0,0 0 0 0,0-3 0 16,0 0 0-1,0 1-99-15,3-6-23 0,0 0-5 0</inkml:trace>
  <inkml:trace contextRef="#ctx0" brushRef="#br2" timeOffset="71206.405">21002 10640 1579 0,'0'0'32'0,"0"0"10"16,-6 2-34-16,6-2-8 0,-6 3 0 0,6-3 0 15,-2 2 111-15,2-2 20 0,-6 3 4 0,0 2 1 16,6-5-39-16,-3 6-7 0,0-4-2 0,0 4 0 15,0-1-16-15,0 3-4 0,3 0-1 0,0 0 0 16,-3 0-20-16,3 2-4 0,0 1-1 0,0 2 0 16,0-2-14-16,-3 5-4 0,3-3 0 0,0 5 0 15,0-2-9-15,-3 0-3 0,3 0 0 0,0 0 0 16,0 2-4-16,-3-2-8 0,3 3 11 0,0-1-11 16,0-2 8-16,-3 0-8 0,3 0 0 0,-3 0 0 0,3 0 0 15,0-3 8-15,-3 3-8 0,3-3 0 0,-3 0 0 16,3 0 0-16,0 1 0 0,-3-4-9 15,3 3-34-15,0-5-6 0,0 0-2 0,3 0 0 16,-3-2-166-16,3-1-34 0</inkml:trace>
  <inkml:trace contextRef="#ctx0" brushRef="#br2" timeOffset="72778.345">20255 10232 1601 0,'-9'3'45'0,"0"-1"11"0,3-2-45 0,0 3-11 0,-2 0 0 0,2-1 0 16,0-2 80-16,0 3 15 0,6-3 2 0,-6 3 1 16,6-3-19-16,0 0-4 0,0 0-1 0,-6 2 0 15,6-2-2-15,0 0-1 0,0 0 0 0,0 0 0 16,0 0-57-16,0 0-14 0,0 0 0 0,0 0 0 15,0 0 54-15,0 0 8 0,3 3 2 0,6-3 0 16,0 0-52-16,6 0-12 0,-1-3 0 0,4 1 0 16,3-1 34-16,3 0 4 0,3-2 1 0,-1 2 0 15,4 1-11-15,0-1-3 0,3 3 0 0,-3-3 0 16,-1 1-25-16,-2-4 0 0,-3 1 0 0,3 0 0 16,-4 2 0-16,4-2 0 0,0 0 0 0,-3-1 0 15,3 4 0-15,-4-1-9 0,1-2 0 0,-3 5 0 16,0-3 9-16,-3 3 11 0,-3-2-3 0,0 2 0 0,-3 0-8 15,-1 0 0-15,-2 0 0 0,0 2 0 16,-3-2 0-16,0 0 0 0,-3 0 0 0,-3 0 0 16,6 3 0-16,-6-3 0 0,0 0 0 0,0 0 0 0,3 0 0 15,-3 0 0-15,0 0 0 0,0 0 0 16,0 0 0-16,0 0 0 0,0 0 0 0,0 0 0 0,0 0 0 0,0 0 0 16,0 0 0-16,0 0 0 15,0 0-97-15,0 0-25 0,0 0-5 0</inkml:trace>
  <inkml:trace contextRef="#ctx0" brushRef="#br2" timeOffset="73579.996">21374 10714 1576 0,'0'0'32'0,"0"0"9"15,0 0-33-15,0 0-8 0,0 0 0 0,0 0 0 16,0 0 86-16,0 0 15 0,0 0 3 0,0 0 1 15,0 0-37-15,0 0-7 0,0 0-1 0,0 0-1 0,6 0-24 0,3 0-5 0,0 0-1 0,0 0 0 16,3-3 28-16,3 3 6 0,0-3 1 0,3 1 0 31,3-1 0-31,-1 0 0 0,4 1 0 0,3-1 0 0,0-2-52 0,0 2-12 0,-4 1 0 16,4-1 0-16,-3 0 0 0,0 1 0 16,0-1 0-16,-1-2 0 0,-2 2 0 0,0-2 0 0,-3-1 0 15,0 1 0-15,0 2 0 0,0-2 0 0,-4 3 0 0,-2-4 0 31,0 4-48-31,-3-1-13 0,0-2-3 0,0 5 0 16,-3-3-153-16,-6 3-31 0,0 0-7 0</inkml:trace>
  <inkml:trace contextRef="#ctx0" brushRef="#br2" timeOffset="73923.302">21732 10470 1963 0,'-3'-5'40'0,"3"-3"12"16,-3 3-42-16,3-1-10 0,0-2 0 0,0 3 0 15,-3 0 92-15,3 5 16 0,0-5 3 0,0 5 1 16,0 0-4-16,0 0-1 0,0 0 0 0,0 0 0 16,0 0-86-16,0 0-21 0,0 0 0 0,0 0 0 15,0 0 0-15,0 0 0 0,-3 8 0 0,3-1 0 16,-3 1 56-16,3 3 6 0,0 0 2 0,0 2 0 15,0 0-52-15,0 0-12 0,0 6 0 0,0-3 0 16,0 0 0-16,0 2 0 0,0 1 0 0,3 2 0 16,-3 3 0-16,0-1 0 0,3 1 0 0,-3 3 0 15,3-1 0-15,-3-2 0 0,3 0 0 0,0 0 0 16,0-3 0-16,0 0 0 0,0-3 0 0,3 1 0 0,-3-6 0 0,2 0 0 16,-2 1 0-16,0-4 0 0,3 1-10 0,-3-3-5 15,3-3-1-15,0 3 0 16,-3-5-128-16,3-1-25 0,0 1-6 0</inkml:trace>
  <inkml:trace contextRef="#ctx0" brushRef="#br2" timeOffset="74575.263">22672 10280 1579 0,'0'0'32'0,"0"0"10"0,0 0-34 0,0-3-8 0,0 3 0 0,0 0 0 16,0 0 104-16,0 0 18 0,0 0 4 0,0 0 1 15,0 0-50-15,-6-3-9 0,6 3-3 0,-6 0 0 16,0 3-9-16,0 0-1 0,0 2-1 0,-2 3 0 16,-1 5-30-16,0 0-5 0,0 1-2 0,-6 4 0 15,3 1-17-15,-3 2 8 0,-3 3-8 0,0-1 0 16,1 1 0-16,-4-3 0 0,3 1 0 0,-3-1 0 16,0 0 8-16,0 0-8 0,3-2 0 0,-5 2 0 15,5 0 0-15,-3 0-12 0,3 3 0 0,-3-3 0 16,3-2 12-16,4-1 0 0,-1-2 0 0,0 0 0 15,0-3-105-15,3-5-19 0,-3 0-3 0</inkml:trace>
  <inkml:trace contextRef="#ctx0" brushRef="#br2" timeOffset="74873.709">22253 10391 1983 0,'-6'-16'41'0,"0"0"10"0,3 3-41 15,-3 2-10-15,3 1 0 0,0 2 0 16,3 2 78-16,-3 1 14 0,3 5 2 0,0 0 1 16,0 0-31-16,0 0-5 0,0 0-2 0,0 0 0 0,0 0 4 0,6 5 1 0,-3 1 0 0,3 2 0 15,0 2-25-15,0 1-5 0,3 2 0 0,-4 6-1 16,4-4 1-16,0 4 1 0,3 0 0 0,-3-1 0 16,3 1-33-16,-3-4 0 0,3 4 0 0,0-3 0 15,-3 0 13-15,3 0-4 0,-3-1-1 0,2 1 0 16,1 0-8-16,-3 0-11 0,3 3 3 0,-3-4 0 15,3 4 8-15,-3 0 0 0,0-1 0 0,0 3 0 16,-3-5 0-16,3 3 0 0,-3-3 0 0,3-3 0 16,-3 0-104-1,3-5-20-15,-4 2-3 0,1-2-1 0,0 0-153 0,0-2-31 16</inkml:trace>
  <inkml:trace contextRef="#ctx0" brushRef="#br2" timeOffset="75334.417">22678 10663 2066 0,'0'-5'43'0,"-3"0"10"16,3-1-42-16,0 1-11 0,0 5 0 0,3-5 0 15,-3 0 83-15,3 2 14 0,0-2 3 0,0 2 1 16,0-2-15-16,0 2-3 0,3 0-1 0,0 1 0 0,0 2-22 0,0-3-5 0,0 3-1 0,0-2 0 16,0 2-28-16,0 2-6 0,0-2 0 0,-3 3-1 15,3-1-19-15,0 4 0 0,-3-4 0 0,2 4 0 16,-2 2 0-16,0 0 0 0,0-1 0 0,-3 4 0 15,0 2 0-15,-3 1 0 0,3 4 0 0,-6-2 0 32,4 2-48-32,-4 1-12 0,0 2-4 0,0-2 0 15,-3-1 49-15,3 1 15 0,-3-3 0 0,0 2-10 0,3-2 10 16,0-3 0-16,0 3 0 0,0-3 8 0,0 1-8 0,3-4 0 16,0 1 0-16,0-1 0 0,0-2 0 0,6 0 0 0,-3 0 0 0,6 0 0 15,-3-3 0-15,3 1 0 0,3-4-8 0,0 1 8 16,0 0 0-16,3-3 0 0,0 2 0 0,0-2 8 15,2 0 12-15,-2 0 4 0,3 0 0 0,3 0 0 16,-3 0 0-16,0 0 1 0,0-2 0 0,-3 2 0 16,3 0-9-16,-1-3-1 0,1 3-1 0,-3-3 0 15,0 3-14-15,0 0 9 0,0-2-9 0,-3 2 8 16,0 0-8-16,0-3 0 0,0 0 0 0,0 3 0 16,0 0 0-16,-3-2 0 0,2-1 0 0,-2 3 0 15,3 0 0-15,-3-3-16 0,0 3 3 0,0 0 0 16,-3 0-16-16,3 0-3 0,0 0-1 0,-6 0 0 15,0 0 9-15,3 0 1 0,-3 0 1 0,0 0 0 16,0 0-95-16,0 0-19 0,0 0-4 16</inkml:trace>
  <inkml:trace contextRef="#ctx0" brushRef="#br2" timeOffset="79493.118">20279 4390 1094 0,'0'0'23'0,"0"0"5"0,0 0-28 0,0 0 0 0,0 0 0 0,0 0 0 15,0 0 148-15,0 0 25 0,0 0 5 16,-3-3 1 0,0-5-51-16,3 3-9 0,-3 0-3 0,0-3 0 0,3-3-32 0,-3 3-8 0,3-5 0 0,0 0-1 15,0-3-11-15,0-3-3 0,0-2 0 0,0 0 0 16,3-8-11-16,-3-3-2 0,3 0-1 0,0-5 0 15,3 0-15-15,-3 0-2 0,3-3-1 16,3-5 0-16,0-5-29 0,0-3 8 0,3-5-8 16,0-8 0-16,2-3 0 0,4 3 9 0,0 0-9 0,3-6 8 15,0 12-8-15,0-4 0 0,3 3 0 0,-1-2-11 16,-2 7 3-16,-3 3 0 0,0 3 0 0,0-3 0 16,0 13 8-16,-4 3-13 0,-2 5 5 0,0-2 8 15,0 10 0-15,-3 3 0 0,0 3 0 0,-3 4 0 16,0-2 0-16,-3 3 0 0,0 0-11 0,0 5 11 15,-3 0-10-15,0 3 10 0,0 2-12 0,0 3 12 16,0 0-36-16,0 0-1 0,0 0 0 0,0 0 0 16,0 0-22-16,0 0-4 0,0 0-1 0,0 0 0 15,0 0-102-15,0 0-21 0,-3 3-4 0</inkml:trace>
  <inkml:trace contextRef="#ctx0" brushRef="#br2" timeOffset="79991.949">20398 2712 1018 0,'-9'5'43'0,"3"-2"-35"15,0 2 62-15,0-2 12 0,0 2 2 0,6-5 1 16,0 0-2-16,0 0-1 0,0 0 0 0,0 0 0 16,0 0-26-16,0 0-6 0,0 0-1 0,6 0 0 15,3 0 7-15,3 0 0 0,0 0 1 0,0-5 0 16,3 2-1-16,3-2-1 0,3-3 0 0,-1 3 0 15,-2-3-35-15,3 0-6 0,-3-3-2 0,3 1 0 16,0-1 22-16,-1 3 4 0,-2-5 1 0,3 5 0 16,3-5-21-16,-3 2-4 0,3 1-1 0,-4 2 0 15,1 5 1-15,0-5 0 0,-3 0 0 0,0 6 0 16,-3 2-2-16,0 0 0 0,-3 2 0 0,-4 6 0 16,1-5-20-16,0 5-5 0,-3 5-1 0,0-5 0 15,-3 8 41-15,-3 0 8 0,3 2 1 0,-6-2 1 16,3 0-25-16,-3 3-4 0,-3-4-8 0,3 4 11 15,0-1-11-15,-3-2 0 0,0-2 9 0,3 1-9 16,0-1 0-16,0 2-8 0,1-6 0 0,-1 1 0 16,3-1-32-16,0 3-5 0,0-5-2 0,3 0 0 15,-1 0-44-15,1 0-9 0,3-2-1 0</inkml:trace>
  <inkml:trace contextRef="#ctx0" brushRef="#br2" timeOffset="85936.441">19868 3932 1082 0,'-6'11'22'0,"-3"-4"6"15,3 1-28-15,1 0 0 0,-1 0 0 0,0 0 0 16,3-2 67-16,0 1 7 0,0-4 2 0,3-3 0 16,0 0-15-16,-3 5-2 0,3-5-1 0,0 0 0 15,0 0-3-15,0 0-1 0,0 0 0 0,0 0 0 16,0 0-10-16,0 0-1 0,6 0-1 0,0-2 0 15,0-4 6-15,2 1 0 0,1 3 1 0,0-6 0 16,0 0-4-16,0 2-1 0,3-2 0 0,-3-2 0 16,3 2-27-16,0 0-5 0,0 0-2 0,0 0 0 15,0 0-10-15,-3 3 8 0,-1 0-8 0,1-1 8 16,-6 1-8-16,3 2 0 0,-6 3 0 0,0 0 0 16,0 0 14-16,0 0-2 0,0 0-1 0,0 0 0 0,-9 3-11 0,3 2 10 15,-5 1-10-15,2-1 10 0,-6 0-23 0,3 3-5 16,0 0-1-16,-3 0 0 0,3-3 6 0,0 1 1 0,0 1 0 15,3 1 0-15,0-5 3 0,0 2 1 16,4-2 0-16,5-3 0 0,0 0 8 16,0 0 0-16,0 0 0 0,0 0-8 0,0 0 8 0,0 0 0 0,0 0 0 0,0 0 0 15,0 0 12-15,5 0 4 0,1-3 0 0,3-2 1 16,3 2-1-16,0-5-1 0,0 3 0 0,3 0 0 16,0 0-15-16,3-1 11 0,0-2-11 0,2 3 10 15,-2 0-10-15,0-3 0 0,3 0 0 0,0 5 0 16,0-5-107-16,-4-2-20 15,1 2-4-15</inkml:trace>
  <inkml:trace contextRef="#ctx0" brushRef="#br2" timeOffset="86805.551">22199 4027 1051 0,'0'0'21'0,"0"0"7"0,0 0-28 0,0 0 0 0,0 0 0 0,0 0 0 16,0 0 76-16,0 0 10 0,0 0 2 0,0 0 0 15,0 0-16-15,0 0-4 0,3-2 0 0,0-4 0 16,0 4-12-16,3-1-2 0,0-2-1 0,0 2 0 0,0 0 0 0,0-2 0 0,0 2 0 0,3-2 0 31,-1 3-8-31,1-4-1 0,0 1-1 0,3 0 0 0,0-1-15 0,-3 1-4 0,3 2 0 16,0-2 0-16,0 0-13 0,-3 0-3 0,3-1-8 0,-3 1 12 31,0 2-12-31,-1-5 0 0,-2 8-9 0,0-8 9 0,-6 8 0 0,3-2 0 0,-3 2 0 16,0 0 0-1,0 0 0-15,0 0 0 0,0 0 0 0,-6-3 0 0,0 6 0 0,0-3 0 0,-5 5 0 0,2 0 0 16,-3-2 0-16,3 5 0 0,-3-3 0 0,0 1 0 16,0 1 0-16,0 1 0 0,3-5 0 15,-3 5 0-15,3-3 0 0,0 1 0 0,4 2 0 0,-4-6 0 16,3 3 0-16,3-2 0 0,3-3 0 15,0 0 0-15,0 0-10 0,0 0 10 0,0 0-10 0,0 0 10 16,0 0 0-16,0 0-9 0,0 0 9 0,0 0 0 16,0 0 0-16,0 0 9 0,6 0 0 0,0-3 0 15,0 3 5-15,2 0 1 0,1-5 0 0,0 3 0 16,3-4-26-16,0 1-5 0,0 2 0 0,0-2-1 16,0 2 38-16,3-2 8 0,0 2 2 0,-1-2 0 15,1 0-31-15,0 0-13 0,0 2 1 0,0-2 0 16,-3 2-160-16,3 0-31 0</inkml:trace>
  <inkml:trace contextRef="#ctx0" brushRef="#br2" timeOffset="87649.039">21607 1929 1337 0,'-3'-8'56'15,"3"3"-44"1,-3-3 92-16,0 0 20 0,0 3 3 0,0 2 1 16,0-5-14-16,0 3-2 0,0 2-1 0,3 3 0 15,-3 0-75-15,3 0-16 0,0 0-2 0,-6-5-1 16,0 10 38-16,0-5 7 0,0 3 2 0,-3 2 0 15,0 3-52-15,3 0-12 0,-3 5 0 0,-3-2 0 16,0 2 0-16,1 8 0 0,-4-5 0 0,0 8 0 16,0 2 8-16,-3-2 0 0,3 5-8 0,-3 0 12 15,-3 0-12-15,1 3-8 0,-4 2 8 0,0-2-13 16,0 3-29-16,-3-12-6 0,4 7 0 0,-4-1-1 16,3-8-127-16,0-3-24 0,0 1-6 0</inkml:trace>
  <inkml:trace contextRef="#ctx0" brushRef="#br2" timeOffset="87919.232">21116 2069 1631 0,'5'-16'46'0,"1"3"10"0,-3-3-44 0,0 0-12 0,0 6 0 0,0-1 0 16,0 3 87-16,-3-2 15 0,3 7 3 0,0-5 1 15,-3 8-37-15,0 0-7 0,3 0-2 0,-3 0 0 16,6 0-27-16,0 3-5 0,0 2-2 0,0-2 0 15,0 2-2-15,0 3-1 0,0 0 0 0,3 5 0 16,-3 0-12-16,3 3-3 0,3 0 0 16,-3 5 0-16,-1 0 4 0,4 3 0 0,0-3 0 0,0 8 0 15,0-5-12-15,0 0-14 0,0 3 3 0,0-4 1 16,0-2 10-16,0 3 0 0,-3-5 0 0,2 5-8 16,-2-11-34-16,0 3-6 0,0 0-2 0,0-8 0 15,-3 0-154-15,-3-1-32 0</inkml:trace>
  <inkml:trace contextRef="#ctx0" brushRef="#br2" timeOffset="88142.978">21580 2276 1854 0,'0'-16'39'0,"0"-3"8"16,-3 9-38-16,3-9-9 0,0 8 0 0,0-2 0 0,-3 5 90 16,3 0 16-16,0 0 3 0,-3 3 1 0,3 5-40 0,0 0-8 0,0 0-2 0,0 0 0 15,0 0-25-15,0 8-6 16,0 0-1-16,0 3 0 0,0 4-4 0,0 1 0 15,0 0-1-15,0 5 0 16,0-5-11-16,0 3-3 0,0 5 0 0,0-3 0 16,-3-5-9-16,3 5 0 0,-3-5 9 0,3 5-9 15,-3-5 0-15,3 0-18 0,-3 5 3 0,3-5 1 16,-3 0-24-16,0 2-5 0,3-2-1 0,-3 5 0 16,0-5-60-16,0-3-12 0,-3 3-2 0</inkml:trace>
  <inkml:trace contextRef="#ctx0" brushRef="#br2" timeOffset="88663.623">21044 1730 1094 0,'0'0'23'0,"0"0"5"0,0 0-28 15,0 0 0-15,0 0 0 0,0 0 0 16,0 0 56-16,0 0 7 0,-6 6 1 0,6-6 0 0,-3 2-52 0,3-2-12 0,-3 6 0 0,3-6 0 16,-3 8 54-16,3-8 8 0,0 2 2 0,0-2 0 15,0 6 0-15,0-6 0 0,0 5 0 0,3 3 0 16,0-8-52-16,3 2-12 0,0 4 0 0,0-6 0 16,6 0 56-16,0 0 8 0,3 0 1 0,6-6 1 15,-1 4-15-15,4-3-3 0,3 2-1 0,3-2 0 16,-3 5-15-16,2-8-2 0,1 8-1 0,3-8 0 15,-3 2-29-15,-1 4-16 0,1-4 1 16,0-1 1-16,0 1 14 0,-1 4 0 16,-2-6 0-16,3 8 0 0,-6-6 23 0,-3 4 7 0,-1 2 2 15,-2 0 0-15,-3 0-23 0,-3 0-9 0,0 0 8 0,-3 0-8 16,0 0-8-16,-3 0-8 0,-3 0 0 0,-3 0-1 16,0 0-19-16,0 0-3 0,0 0-1 0,0 0 0 15,0 0-100-15,0 0-21 0,0 0-4 0</inkml:trace>
  <inkml:trace contextRef="#ctx0" brushRef="#br2" timeOffset="89236.27">21883 2172 1364 0,'0'0'28'0,"0"0"7"0,0 0-35 0,0 0 0 0,0 0 0 0,0 0 0 16,0 0 52-16,0 0 4 0,0 0 1 0,0 0 0 16,6 3 6-16,3-3 1 0,0 0 0 0,0 0 0 15,6-3 0-15,0 3 0 0,3-5 0 0,3 2 0 16,0 3-52-16,-1-8-12 0,4 8 0 0,3-5 0 16,-3 0 0-16,0 2 0 0,-4-5 0 0,4 3 0 15,0 2 0-15,-3-5 0 0,3 3 0 0,-3-3 0 16,-1 3 34-16,1 2 4 0,-3-2 1 0,0 2 0 15,-3-2-11-15,0 5-3 0,0-3 0 0,-4 3 0 16,1 0-46-16,-3-5-10 0,0 5-1 0,0 0-1 16,-3 0-20-16,0 0-4 0,-6 0-1 0,3 0 0 15,3-5-137-15,-3 5-27 0</inkml:trace>
  <inkml:trace contextRef="#ctx0" brushRef="#br2" timeOffset="89571.763">22261 1950 1637 0,'-14'-18'34'0,"8"15"8"0,3-5-34 0,-3 3-8 0,3 2 0 0,-3-5 0 16,3 3 100-16,-3 5 17 0,3-5 4 0,0 2 1 15,3 3-54-15,0 0-10 0,0 0-2 0,0 0-1 16,0 0 6-16,0 0 2 0,0 0 0 0,0 0 0 15,0 0-50-15,0 0-13 0,0 0 0 0,0 0 0 16,0 8 0-16,3-3 0 0,0 6 0 0,0 2 0 16,0 0 0-16,0 3 0 0,0 0 0 0,0 5 0 15,0 0 0-15,0 3 0 0,0-3 0 0,0 3 0 16,0 0 0-16,0 5 0 0,0-3 0 0,-3 4 0 16,3-1 0-16,-3-6 0 0,3 1 0 0,-3 3 0 15,0-9 0-15,3 3 0 0,-1 1 0 0,-2-7 0 16,0 7 0-16,3-9 0 0,-3 3 0 0,0-3 0 0,0 3 0 15,0-8 0-15,0 5 0 0</inkml:trace>
  <inkml:trace contextRef="#ctx0" brushRef="#br2" timeOffset="90302.075">23065 1738 1299 0,'3'-13'55'0,"-3"5"-44"15,0-2 101-15,0 2 21 0,0 2 4 0,0 1 1 16,-3 3-56-16,3 2-11 0,0 0-3 0,0 0 0 15,0 0-10-15,0 0-2 0,0 0-1 0,-6 0 0 16,-3 2-40-16,0 9-15 0,3-3 11 0,-3 0-11 16,-2 7 32-16,-1 7 0 0,3-1 0 0,-6 3 0 15,3-1-16-15,-6 4-4 0,3 2 0 0,-6 0 0 16,4 3-12-16,-1-8 8 0,-3 2-8 0,3-2 0 16,-3 0 0-16,3 2 0 0,-3 3-11 0,4-5 11 15,-4 0-32-15,3-3 0 0,0 3 1 0,0-3 0 16,0-2-41-16,3-3-8 0,1-1-1 0</inkml:trace>
  <inkml:trace contextRef="#ctx0" brushRef="#br2" timeOffset="90554.273">22642 1820 1337 0,'6'-23'56'15,"-3"1"-44"-15,3 7 41 0,0-1 9 0,-3 2 2 0,3 1 0 16,0 5 40-16,0 6 8 0,0-6 1 0,0 8 1 15,0 0-80-15,3 2-16 0,0 4-3 0,0 2-1 16,3 7 40-16,-3-1 8 0,3 7 2 0,-1 3 0 16,1-3-30-16,0 3-6 0,0-1 0 0,0 4-1 15,0-3-16-15,0 5-3 0,0-8-8 0,0 3 12 16,0 0-12-16,-3 2 8 0,2-2-8 0,-2 2 0 16,3-2 0-16,-3-3 0 0,0 1 0 0,0 1 0 15,0-1-32-15,-3-7-12 0,0 1-2 0</inkml:trace>
  <inkml:trace contextRef="#ctx0" brushRef="#br2" timeOffset="91027.196">23089 2069 1337 0,'3'-16'28'0,"-3"8"6"15,0 3-34-15,0-3 0 0,3 0 0 0,0 3 0 16,0 2 109-16,3-5 15 0,0 3 4 0,0 0 0 15,3 2-52-15,0-2-9 0,0 2-3 0,-1-2 0 16,4 5 12-16,0-3 1 0,-3 3 1 0,3 0 0 16,0 0-40-16,0 3-8 0,0 2-2 0,0-5 0 0,-3 3-12 0,3 2-2 15,-3 3-1-15,-1-5 0 0,1 7-5 0,-3-2 0 0,3 0-8 0,-6 0 12 16,3 0-12-16,-6 0-18 0,3 0 4 0,-3 0 1 31,-3 2-21-31,3-2-4 0,-3 0-1 0,0 0 0 0,0 0 11 0,0-3 3 16,-3 3 0-16,0-5 0 0,0 2 14 0,0 3 11 0,1-5-13 15,-1 0 5-15,0-1 8 16,6-2 0-16,-3 0 0 0,3 0 0 0,0 0 0 0,0 0 0 16,0 0 0-16,0 0 0 15,3-5 0-15,3 2 12 0,2-5-4 0,-2 0 0 0,6 3-8 0,-3 2 12 0,3-2-4 0,0-3 0 16,0 3-8-16,0 5 0 0,0-3 0 0,-3 3 8 16,0 0-8-16,0 0 0 0,0 0 8 0,-6 3-8 15,2 2 0-15,-2 3 8 0,-3-3-8 0,3 3 0 16,-3 3 40-16,-3 2 4 0,0 0 1 0,0 3 0 15,-2 0-11-15,-1 0-2 0,-3 3-1 0,0-1 0 16,-3 1-3-16,0-4 0 0,-3-1 0 0,0 2 0 16,0-3-3-16,-3 3-1 0,1-6 0 0,-1 4 0 15,3-1-11-15,-6-5-2 0,3 5-1 0,0-5 0 16,3 0-10-16,-2 0-14 0,2-6 3 0,-3 9 1 16,3-3-74-16,3-5-14 0,-3 2-3 15</inkml:trace>
  <inkml:trace contextRef="#ctx0" brushRef="#br2" timeOffset="93884.499">13424 13071 2471 0,'-6'3'70'0,"3"-3"15"16,3 0-68-16,0 0-17 0,0 0 0 0,-6 0 0 15,3 3 12-15,-3 2-2 0,3 0 0 0,0 3 0 16,-3 0 33-16,3 5 6 0,0 0 2 0,-3 6 0 15,3-1-25-15,0 4-5 0,0 4-1 0,0 1 0 16,0 2-9-16,3 2-3 0,-3 1 0 0,0 11 0 16,3-1 0-16,0 8 0 0,0 6 0 0,-2 5 0 15,2-1-24-15,-3 4-6 0,3-1-1 0,-3 9 0 16,3-9 23-16,-3 4 0 0,0 1 0 0,-3 4 0 16,3-6 47-16,-3 0 13 0,0 3 4 0,0 0 0 0,-3-11-64 15,0-3-26-15,0 1 2 0,-3 0 0 0,0-6 24 0,0 0 0 0,0 0 0 16,0-2 0-16,-2-8 0 0,2-3 0 0,0-6 0 0,-3-1 0 15,0-4-16-15,0-5 1 0,0 3 1 16,3-8 0 0,0 0-11-16,1-3-3 0,-1-2 0 0,0-6 0 15,0 0-27-15,3-5-5 0,0 0-2 0,-3-8 0 16,3-2-104-16,0-6-21 0,-3-3-4 0</inkml:trace>
  <inkml:trace contextRef="#ctx0" brushRef="#br2" timeOffset="94103.995">12945 14175 2258 0,'0'0'64'0,"0"-6"14"0,0 6-62 0,0-5-16 0,0 0 0 0,3-1 0 16,0 1 49-16,0 0 7 0,3 0 2 0,0-1 0 16,-1 1-39-16,4 0-8 0,0-1-2 0,0 4 0 15,3-6-9-15,3 3 0 0,0-1 0 0,3-2 0 16,3 0 29-16,-1 0 4 0,4 0 1 0,3 1 0 15,0-1-47-15,3-3-10 0,-4 0-1 0,4 1-1 16,3-1-123-16,-3 1-25 16,2-1-5-16</inkml:trace>
  <inkml:trace contextRef="#ctx0" brushRef="#br2" timeOffset="94482.732">13769 14029 1758 0,'0'0'50'0,"0"0"10"0,0 0-48 0,0 0-12 0,0 0 0 0,0 0 0 16,3-3 61-16,-3 3 10 0,6-2 1 0,0-1 1 15,0 3-7-15,3-3-2 0,0 3 0 0,0 0 0 16,6-2 0-16,0 2 0 0,0-3 0 0,2 3 0 16,4 0-24-16,0-2-4 0,0-1-2 0,3 0 0 15,-3 3-22-15,2-5-12 0,-2 2 12 0,3 1-12 16,-6-1 8-16,3 0-8 0,-3 1 0 0,-1-1 0 15,1 0 0-15,0 3 0 0,-3-2 0 0,3-1 0 16,-3 1-29-16,-3 2-10 0,3-3-1 0,-4 0-1 16,-2 3-61-16,0 0-12 0,-3 0-2 0</inkml:trace>
  <inkml:trace contextRef="#ctx0" brushRef="#br2" timeOffset="94752.423">13879 14280 2238 0,'0'0'47'0,"0"0"9"0,0 0-44 16,0 0-12-16,0 0 0 0,3-2 0 0,3 2 67 0,0-3 11 0,0 1 2 0,3 2 1 16,3-3-18-16,0 0-4 0,3 1-1 0,3-1 0 15,0-2-19-15,-1 2-4 0,7 0-1 0,-3-2 0 16,3 2-13-16,-3-2-2 0,0 0-1 0,2 2 0 15,1-2-18-15,0 2 8 0,3 1-8 0,0-1 0 16,-1-2 0-16,1 2 0 0,0-2-10 0,3 2 10 16,-4 0-54-1,4 1-3-15,0-1-1 0,0 0 0 0,0 3-150 0,-4 0-29 16</inkml:trace>
  <inkml:trace contextRef="#ctx0" brushRef="#br2" timeOffset="99256.729">15775 13468 1824 0,'0'0'38'0,"0"0"8"16,0 0-37-16,0 0-9 0,0 0 0 0,0 0 0 15,0 0 104-15,0 0 20 0,0 0 3 0,0 0 1 16,0 0-24-16,0 0-4 0,0 0 0 0,-5 0-1 16,-1 0-56-16,0 5-11 0,0 1-3 0,-3 2 0 0,0 0 7 15,0 2 2-15,-6 1 0 0,0 5 0 16,3 2-23-16,-6 3-5 0,3 0-1 0,-5 6 0 15,-1-1-9-15,0 4 0 0,-3-1 0 0,0 5 8 16,0-2 6-16,-2 0 1 0,2 2 0 0,-3 3 0 16,6 0-44-16,-3-3-9 0,4 3-2 0,-1-2 0 15,0-3-8-15,0-3-3 0,0-5 0 0,3-1 0 16,1-1-145-16,-1-7-28 0,3 1-7 0</inkml:trace>
  <inkml:trace contextRef="#ctx0" brushRef="#br2" timeOffset="99726.767">15311 13754 2322 0,'3'-5'66'0,"0"-1"14"0,-3 1-64 0,3 2-16 0,0-2 0 0,-3 5 0 16,0 0 54-16,0 0 8 0,0 0 2 0,0 0 0 16,3 0-20-16,-3 0-4 0,6 3-1 0,0 2 0 15,0 0-5-15,0 3-1 0,0 0 0 0,0 3 0 16,3 2-17-16,0 3-4 0,0 0-1 0,-1 2 0 15,4-2 16-15,-3 5 3 0,3-2 1 0,0-1 0 16,3 4-47-16,0-1-10 0,0 0-2 0,3 0 0 16,-1-2 16-16,-2-4 2 0,3 1 1 0,0-2 0 15,0-7-43-15,-3 1-8 0,3-2-1 0,0-4-1 16,-4-2-98-16,4-2-19 0,-3-4-4 0,0-2-1 16,0 1 92-16,0-4 17 0,-3-2 4 0,0-1 1 15,0 1 31-15,-4-3 7 0,1 1 0 0,-3-1 1 0,0 2 76 16,0-1 15-16,-3 1 4 0,0 1 0 0,0 2 85 15,0-2 18-15,-3 3 3 0,0-1 1 0,0 3-69 16,-3 0-14-16,3-2-2 0,-3 2-1 16,3 2-11-16,-3 4-2 0,3 2-1 0,0 0 0 0,0 0-11 15,0 0-3-15,0 0 0 0,0 0 0 0,-3 5-42 0,0 6-15 0,0-1 9 0,0 1-9 16,3 2 8-16,0 3-8 16,0 2 0-16,0 4 8 0,0 1-8 0,0-1 0 15,3 4 0-15,-3-2 0 0,3 0 0 0,-3-1 0 0,3 1 0 16,0-3 0-16,-3-2 0 0,3 0-11 0,0-4 1 0,-3 1 0 31,0 0-30-31,3-3-5 0,-3 1-2 0,0-1 0 16,0-3-77-16,-3 1-15 0,0-6-3 0</inkml:trace>
  <inkml:trace contextRef="#ctx0" brushRef="#br2" timeOffset="100098.391">15261 13211 1644 0,'-15'11'34'0,"12"-8"9"15,3-3-35-15,-6 5-8 0,6-5 0 0,-3 8 0 16,0-3 63-16,0 1 10 0,0-1 3 0,0 0 0 0,3 0-7 16,-3 1-1-16,3-1 0 0,-3 0 0 15,3-5-2-15,3 6-1 0,-3-1 0 0,3 0 0 0,3 0-13 0,-3-2-4 0,3 0 0 0,3-1 0 16,0-2-8-16,2 3-1 0,1-3-1 0,3 0 0 16,0 0-6-16,0 0 0 0,3-3-1 0,0 3 0 15,3-5-14-15,-1 2-2 0,4-2-1 0,3 0 0 16,0-3-14-16,3 0 8 0,-1 0-8 0,4-3 0 15,-3 1-13-15,3 2-9 0,-4-3-2 16,4 1 0 0,0 2-147-16,-3-3-29 0,-1 3-7 0</inkml:trace>
  <inkml:trace contextRef="#ctx0" brushRef="#br2" timeOffset="100560.412">16246 13870 1792 0,'0'0'51'0,"0"0"10"0,0 0-49 0,0 0-12 0,0 0 0 0,0 0 0 15,0 0 85-15,0 0 15 0,3-5 2 0,3 2 1 16,-3-2-31-16,3 2-7 0,3 1-1 15,-1-1 0-15,1 1 20 0,3-1 4 0,3 3 1 0,0-3 0 16,3 1-89-16,3-1-9 0,0 3-7 0,-1-3 0 16,1 1 16-16,3-1 11 0,0 0-2 0,-3 1 0 15,3-1-9-15,-7 3 0 0,4-3 9 0,0 1-9 16,0-1 8-16,-3 3-8 0,0-3 10 0,0 3-10 16,-4-2 0-16,1 2 0 0,0 0 0 0,-3 0 0 15,-3 0-61-15,0-3-19 0,-3 3-3 16,0 0-1-16,-6 0-121 0,0 0-25 0,0 0-5 0</inkml:trace>
  <inkml:trace contextRef="#ctx0" brushRef="#br2" timeOffset="100834.041">16463 13645 2277 0,'-6'-5'64'0,"0"0"15"0,0-3-63 0,3 3-16 0,0-3 0 16,0 2 0-16,0 1 77 0,3 5 13 15,-3-5 2-15,3 5 1 0,0 0-21 16,0 0-5-16,0 0-1 0,0 0 0 16,0 0-22-16,0 0-4 0,3 8 0 0,0 0-1 0,-3 5-15 15,3 0-2-15,0 3-1 0,-3 0 0 0,3 2-8 0,0 4-1 0,3-1-1 0,-3 3 0 16,3-1-11-16,-3 4 0 0,0-1 9 0,3 6-9 16,-3-3 0-16,0 3 0 0,3 2 0 15,0-2 8-15,0-3-8 0,0-2 0 0,0 2 0 0,0-5-8 31,0-3-28-31,0 0-4 0,-1-3-2 0,1 1 0 16,0-3-100-16,0-3-20 0,0-2-4 0</inkml:trace>
  <inkml:trace contextRef="#ctx0" brushRef="#br2" timeOffset="101212.615">17520 13452 2024 0,'0'0'42'0,"0"0"10"16,0 0-41-16,0 0-11 0,0 0 0 0,0 0 0 15,6 0 11-15,-6 0 0 0,0 0 0 0,0 0 0 0,0 0 80 0,0 0 16 0,0 0 3 0,0 0 1 16,0 0-38-16,0 0-7 0,0 0-2 0,-9 6 0 16,0-4-37-16,0 3-8 0,0 1-2 15,0 2 0-15,-3 0 38 0,0 2 7 16,0 1 2-16,-3 2 0 0,1 3-52 0,-1 2-12 0,0 1 0 16,0 5 0-1,-3-3 0-15,-3 3 9 0,0 0-9 0,1 2 8 0,-1-2-17 16,-3-3-4-16,3 3-1 0,0-3 0 15,3-5-32-15,1 2-6 0,-1-2-2 0,0-5 0 16,0-3-166-16,0 0-32 0</inkml:trace>
  <inkml:trace contextRef="#ctx0" brushRef="#br2" timeOffset="101466.791">17115 13516 2066 0,'3'-21'43'0,"-3"13"10"0,3 0-42 0,-3-3-11 0,0 3 0 0,3 0 0 15,-3 3 114-15,0 0 21 0,3-1 4 0,-3 6 1 16,0 0-71-16,0 0-13 0,0 0-4 0,0 0 0 16,6 0 6-16,0 6 1 0,0-4 0 0,0 6 0 15,0 3-43-15,0-1-16 0,0 6 11 0,2 0-11 16,1 5 57-16,0 6 6 0,3-3 1 0,-3 7 0 16,0-4-52-16,3-1-12 0,-3 1 0 0,3 2 0 15,0-5-22-15,0 2-7 0,0 1-2 0,-1-1 0 16,1-2 17-16,0 2 3 0,-3-2 1 0,0 0 0 15,3-3-62-15,-3-2-12 0,0 2-2 0,0-5-1 16,0-3-107-16,3-3-22 0,-3 1-4 0</inkml:trace>
  <inkml:trace contextRef="#ctx0" brushRef="#br2" timeOffset="101863.561">17541 13868 2269 0,'-3'-8'64'0,"3"2"15"0,0-1-63 0,0 1-16 0,3-2 0 0,0 3 0 15,0 0 54-15,0-3 8 0,2 2 2 0,1 1 0 16,3 0 16-16,0 2 3 0,3 1 1 0,-3-1 0 16,3 0-40-16,0 1-7 0,0-1-1 0,0 3-1 15,0 0-21-15,0 0-4 0,2 3-1 0,-5-1 0 16,3 4-9-16,-3-4 0 0,0 4 0 0,0-1 0 16,-6 3 0-16,3-3 0 0,-3 0 0 0,-3 3 0 15,3 0 0-15,-3-2 0 0,-3-1 0 0,3 3 0 31,-3 0-52-31,-3-3-8 0,3 3-3 0,-3 0 0 0,0-3 42 0,0 3 8 0,0-3 1 0,0 1 1 16,0-1-33-16,3 0-8 0,3-5 0 16,-6 6-1-16,6-6 42 0,0 0 11 0,0 0 0 0,0 0 0 15,6 2 0-15,-3 1 0 0,3-1 0 0,3-2 0 16,-3 0 0-16,3-2 0 0,3-1 0 0,0 3 0 16,-3-2 0-16,3-1 0 0,0 0 0 0,-3 1 0 15,0-1 42-15,-1 3 10 0,1 0 3 0,0 3 0 16,0-1-37-16,-3 4-7 0,-3-1-2 0,0 3 0 15,0 2 23-15,-3 1 4 0,0 2 0 0,0 3 1 16,-3 3-8-16,-3-1-1 0,0 1-1 0,0-1 0 16,-3 1-73-16,0-1-14 0,1 1-4 0,-4-1 0 15,3-2 0-15,-3 3 0 0,0-4 0 0</inkml:trace>
  <inkml:trace contextRef="#ctx0" brushRef="#br2" timeOffset="102247.443">17916 13383 2310 0,'-6'-10'97'0,"3"-1"-77"15,0 3 86-15,3 0 18 0,-3 0 3 0,3 3 1 16,0 5-68-16,0 0-14 0,3-5-2 0,-3 5-1 15,6 0-18-15,0 0-3 0,3 3-1 0,0 2 0 16,2 0 35-16,1 3 6 0,3 0 2 0,0 3 0 16,0 2-52-16,0 0-12 0,0 6 0 0,-3 2 0 15,3 3-12-15,-4-1-6 0,1 6-1 0,0 3 0 16,-3 3 19-16,-3-1 0 0,3 3 8 0,-6 3-8 16,0-1 9-16,-3 4-9 0,0-4 8 0,-6 6-8 15,0 0 8-15,0 3-8 0,-6 0 0 0,0 2 8 16,-3-8-8-16,-5 1 0 0,2-4 9 0,-3 4-9 15,-3-6 8-15,3 2-8 0,-3 1 8 0,1-3-8 16,2-2-47-16,0-4-13 0,0-4-4 0,0-1 0 16,3-5 0-16,-2-2 0 0,2-1 0 0,-3-2 0 15,0-2-106-15,-3-1-22 0,0-3-4 0</inkml:trace>
  <inkml:trace contextRef="#ctx0" brushRef="#br2" timeOffset="102766.01">15085 13548 1824 0,'-9'-3'38'0,"3"0"8"16,-3 1-37-16,3 2-9 0,0 0 0 0,-3 0 0 16,0 2 96-16,0 1 16 0,0 5 4 0,1 0 1 0,-1 0-41 0,-3 5-9 0,3 0-2 0,-3 6 0 15,0-1-44-15,3 3-9 0,-3 1-1 16,0 7-1-16,3 0 34 16,-3 0 8-16,0 5 0 0,1 6 1 0,2 0-33 15,0 2-8-15,3 3 0 0,3 3-1 0,0-6-11 16,3-2 0-16,0-1 0 0,3 4 0 0,3-6 0 0,3 0 0 15,3 2 0-15,2-2 0 0,-2-2 0 0,3-1 0 16,0-2 0-16,3 0 0 16,0-6 0-16,3 1 0 0,2-4 0 0,1-1 0 0,3-1 0 0,6-3 0 0,0 1 0 0,5-1 0 15,1-4 0-15,0-4 0 0,2-2 0 0,7-3 0 16,3-5-157 0,2-5-34-16</inkml:trace>
  <inkml:trace contextRef="#ctx0" brushRef="#br2" timeOffset="103501.987">18725 13915 1337 0,'3'-8'56'0,"-3"3"-44"15,3 2 79-15,-3 3 16 0,0-5 3 0,0 5 1 16,0 0-24-16,0 0-5 0,0 0-1 0,0 0 0 16,0 0 16-16,0 0 3 0,-6-3 1 0,0 3 0 15,6 0-59-15,-6 3-12 0,0 2-2 0,-3-2-1 16,4 5-27-16,-1-3 0 0,0 3 0 0,0 0 0 15,0 0 0-15,3-3 0 0,0 3 0 0,0 0 0 16,0-2 0-16,3-6 0 0,0 5 0 0,0-5 0 16,0 0 0-16,0 0 0 0,0 0 0 0,0 0 0 15,0 0 0-15,3 0 0 0,0-3 0 0,3 1 0 16,-3-4 0-16,3 1 0 0,-3 0 0 0,3-1 0 16,-3 1 41-16,0-3 3 0,-3 3 1 0,3 0 0 15,-3-1-21-15,0 6-4 0,-3-5 0 0,3 5-1 16,-3-3 36-16,3 3 7 0,-3-5 2 0,-3 2 0 15,6 3-52-15,-6 0-12 0,0 3 0 0,6-3 0 16,-6 3 0-16,0-1 0 0,3 4 0 0,-3-1 0 16,3 0 0-16,0 1 0 0,0-1 0 0,0 3 0 15,3-3 0-15,0 3 0 0,0-3 0 0,0 3 0 0,3-2 0 16,0-1 0-16,0 0 0 0,3-2 0 16,-3-1 0-16,3 1 0 0,0-3 0 0,0 3 0 15,0-3 0-15,0-3 0 0,3 3-9 0,-4-3 9 16,-2-2 0-16,3 2 0 0,-3 1 0 0,0-3 10 15,-3 5-10-15,3-6 0 0,-3 1 0 0,3 2 0 0,-6-2 33 0,3 0 5 0,-3-1 1 0,0 1 0 16,0 0-11-16,0 0-3 0,-3-1 0 0,4 4 0 16,-1-4-33-16,-3 1-8 0,3 0 0 0,0 2-1 31,0-2-25-31,3 5-5 0,0 0-1 0</inkml:trace>
  <inkml:trace contextRef="#ctx0" brushRef="#br2" timeOffset="104146.472">19722 13259 1934 0,'-6'0'81'0,"1"5"-65"15,-1-2 67-15,-3 2 13 0,0 1 2 0,-3 2 1 16,0-1-31-16,0 4-7 0,-3 2-1 0,0 6 0 16,0-1-28-16,0 6-7 0,-2 0-1 0,2 5 0 15,-3 3-35-15,3 5-7 0,0 3-2 0,0 2 0 16,3-2 20-16,3-3 0 0,0 2 0 0,4 1 0 15,2-3 48-15,0 3 12 0,0-3 4 0,6 2 0 16,0-1-64-16,0-1-12 0,5 0-2 16,1-3-1-16,3-2 24 0,3-3 5 0,3-3 1 0,3-2 0 15,0-5-15-15,2-1 0 0,1-2 0 0,3-3 0 16,0-2 0-16,0-6 9 0,-1-2-9 0,4-3 8 16,0-5-60-16,-3-3-13 0,3-3-3 0</inkml:trace>
  <inkml:trace contextRef="#ctx0" brushRef="#br2" timeOffset="104451.743">20559 13296 2090 0,'0'0'44'0,"0"0"8"0,0 0-41 15,0 0-11-15,0 0 0 0,0 0 0 0,0 0 48 0,0 0 8 0,0 0 2 0,0 0 0 16,0 0 22-16,0 0 4 0,0 0 0 0,-6 5 1 16,0 1-31-16,0-1-6 0,-3 3-2 0,0 5 0 15,-3-2-13-15,0 2-2 0,0 0-1 0,-5 3 0 16,-1 0-13-16,-3 5-2 0,0-2-1 0,0 4 0 16,-3 1-14-16,1 3 9 0,-1-1-9 0,0 3 8 15,3-2-16-15,0-3-4 0,0-1-1 0,4-1 0 16,-1-4-27-16,0 1-6 0,0-3-1 15,0-3 0-15,3-3-94 0,0 1-19 0,3-3-4 16</inkml:trace>
  <inkml:trace contextRef="#ctx0" brushRef="#br2" timeOffset="104727.052">20220 13376 2508 0,'-3'-11'71'0,"6"0"16"0,-3 3-70 15,0 0-17-15,3 1 0 0,-3 1 0 0,0 1 45 0,0 5 6 0,0 0 1 0,0 0 0 16,0 0-3-16,0 0 0 0,0 0 0 0,0 0 0 16,0 0-17-16,0 0-4 0,5 5-1 0,-2 6 0 15,3-1-27-15,0 1 0 0,0 2 0 0,0 0 0 16,0 3 0-16,3 3 0 0,0-1 0 0,0 1 0 16,0 2 0-16,0 3 0 0,0 0 0 15,3 2 0-15,0-2 0 0,0 2 0 0,-1 1 0 16,4-3 0-16,0-3 30 0,-3 0 1 0,3-5 0 0,0 0 0 15,-3-3-47 1,3-2-8-16,-3-1-3 0,2 1 0 16,-2-6-100-16,0 0-20 0,0 1-4 0</inkml:trace>
  <inkml:trace contextRef="#ctx0" brushRef="#br2" timeOffset="104975.203">20708 13592 2336 0,'0'-7'48'16,"-3"-1"12"-16,3 0-48 0,0 0-12 0,-3 2 0 0,3 1 0 15,0 5 100-15,-3-2 16 0,3 2 4 0,0 0 1 16,0 0-45-16,-6 0-10 0,0 2-2 0,0 3 0 16,0 1-51-16,3 4-13 0,-3 1 0 0,0 2 0 15,0 0 54-15,3 6 8 0,0-3 2 0,-3 5 0 16,3-5-52-16,0 2-12 0,0 1 0 0,0-1 0 16,3 1 0-16,-3-1 0 0,0 1 0 0,0 2 0 0,0-2 0 15,0 2 0-15,0-3 0 0,0 1 0 16,3 2 0-16,-3-2 0 0,1-1 0 0,-1-2 0 15,3 0-48-15,-3-3-13 0,0 0-3 0,3-5 0 16,-3 0-32-16,3 0-8 0,0-3 0 0,0-5-1 16,0 0-62-16,0 0-12 0,0 0-2 0</inkml:trace>
  <inkml:trace contextRef="#ctx0" brushRef="#br2" timeOffset="105299.154">20026 13016 1982 0,'0'0'56'0,"0"0"12"16,0 0-54-16,6-3-14 0,-3 0 0 0,3 3 0 15,0 0 63-15,0-2 9 0,3 2 3 0,-3 0 0 16,3 0-3-16,3 0 0 0,-1 0 0 0,1 0 0 16,0 0-12-16,3 0-4 0,0-3 0 0,3 3 0 15,0-3-43-15,3 3-13 0,-1-2 0 0,4-4 8 16,3 4-8-16,0-3 0 0,6 2 0 0,-1-5 0 16,1 3 14-16,0-3 2 0,3 0 0 0,-1 3 0 15,-2-3-124-15,-3 2-25 0,2 1-5 0</inkml:trace>
  <inkml:trace contextRef="#ctx0" brushRef="#br2" timeOffset="105681.035">21121 13484 2266 0,'6'-3'64'0,"3"1"14"15,0-4-62-15,3 4-16 0,3-1 0 0,0 0 0 16,0 3 48-16,6-2 6 0,-3-1 2 0,5 3 0 16,-2 0 13-16,3-2 3 0,0 2 1 0,0 0 0 15,-4 0-73-15,4 0-17 0,-3-3-3 0,0 3 0 16,0-3 32-16,0 3 7 0,-1 0 1 0,1 0 0 16,3 0-20-16,-6 0 0 0,3 0 0 0,-3 0 0 15,-1 0-48-15,-2 0-12 0,3 0-4 0,-6 0 0 16,0-5-153-16,0 0-31 0</inkml:trace>
  <inkml:trace contextRef="#ctx0" brushRef="#br2" timeOffset="105972.581">21360 13264 2428 0,'0'0'102'0,"0"0"-82"15,0 0 48-15,0 0 10 0,0 0 2 0,0 0 0 16,0 0-15-16,0 0-2 0,0 0-1 0,0 0 0 16,0 0-10-16,3 8-3 0,0-2 0 0,0 2 0 15,-1-1-19-15,1 4-4 0,0 0-1 0,-3 2 0 16,0 0-13-16,3 3-2 0,-3 0-1 0,0 2 0 16,0 1-9-16,0 2 0 0,0 0 9 0,-3 3-9 15,3 0 0-15,-3 2 0 0,3 1 0 0,-3-1 0 16,3-2 0-16,0 0 0 0,0 0 0 0,0-3 0 15,0-3-23-15,3 1-2 16,-3-6-1-16,3 3 0 0,0-5-126 0,0-1-26 16,0 1-5-16</inkml:trace>
  <inkml:trace contextRef="#ctx0" brushRef="#br2" timeOffset="106318.078">22776 13074 2269 0,'-6'3'64'0,"1"-3"15"0,-1 2-63 15,0 1-16-15,0 2 0 0,0 0 0 16,-3 1 0-16,0 2 0 0,0 0 0 0,-3 5 0 0,0-3 54 0,0 4 8 0,-3 1 2 0,-3 4 0 16,4 0-52-16,-7-1-12 0,0 3 0 0,0 3 0 15,-3-3 0-15,0 3 0 0,-2 0 0 0,-1 2 0 16,0-2 54-16,0 0 8 0,1 0 2 0,-1 2 0 16,3 1-77-16,0-4-15 0,3 1-4 15,-3 0 0-15,7-5 20 0,-1 2 3 0,0-5 1 0,0 0 0 16,3-3-64-16,-3-3-13 0,3 1-3 0</inkml:trace>
  <inkml:trace contextRef="#ctx0" brushRef="#br2" timeOffset="106572.906">22136 13283 2336 0,'3'-13'48'0,"6"-1"12"0,-3 1-48 16,3 3-12-16,0-4 0 0,0 4 0 15,-3 2 60-15,3 0 10 0,-3 3 2 0,3-1 0 0,-3 4-18 16,0 2-3-16,-3 0-1 0,3 2 0 16,0 4-3-16,-3-1-1 0,3 3 0 0,0 2 0 0,0 4-15 15,-1 4-3-15,4-2-1 0,-3 5 0 0,3 0-27 0,-3-2-11 0,3 5 1 0,0 0 0 16,-3-3 10-16,3 3 0 0,0-3 0 0,0 3 0 16,0-3 0-16,0 3 0 15,0-3 0-15,0 3 0 0,2-3 0 16,-2-3 0-16,3 1 0 0,-3-3 0 15,0-3-156-15,3-5-28 0,0 0-7 0</inkml:trace>
  <inkml:trace contextRef="#ctx0" brushRef="#br2" timeOffset="106883.53">22735 13484 2305 0,'3'-5'48'0,"0"-3"12"15,0 2-48-15,3 1-12 0,-3 0 0 0,0 2 0 16,0 1 54-16,-3 2 9 0,6-3 1 0,-3 0 1 15,-3 3-1-15,5 0 0 0,1 0 0 0,-3 3 0 16,3 0 0-16,0-3 0 0,-3 2 0 0,3 4 0 16,-3 1-51-16,0 1-13 0,0 0 0 0,-3 6 0 15,-3-1 0-15,0 3 0 0,-3 2-9 0,0 1 9 16,0-1 0-16,-3 3 0 0,0-2 0 0,1 2 10 16,-1 0-10-16,0-2 0 0,0-1 0 0,0 1 0 15,3-3-49-15,3 0-12 0,0-1-3 0,0-1 0 16,3-1 52-16,0 0 12 0,3-2 0 0,0-1 0 15,3-2 0-15,0-2 0 0,3-1 0 0,0 0 0 16,3-2 0-16,2-3 0 0,1 2 0 0,3 1 0 16,0-6 0-16,0 1 0 0,3-1 0 0,-3 1 0 15,2-4 0-15,4-2 0 0,0-2 0 0,-3-1 0 16,0-2-156-16,3 0-29 0,-4-1-6 0</inkml:trace>
  <inkml:trace contextRef="#ctx0" brushRef="#br2" timeOffset="107196.304">23032 13122 2067 0,'-6'-11'87'0,"-2"3"-70"16,5 0 89-16,0 3 18 0,3-1 3 0,0 6 1 16,0 0-52-16,0 0-9 0,0 0-3 0,0 0 0 15,6 0-51-15,-3 3-13 0,5 0 0 0,-2 2 0 16,3 6 54-16,3-1 8 0,-3 3 2 0,6 6 0 15,0-1 0-15,6 6 0 0,3 3 0 0,2 5 0 16,1-3-52-16,0 0-12 0,6 2 0 0,-4 4 0 16,-2 2 0-16,-3 3-13 0,0-1 2 0,-3 6 1 15,-6-2 10-15,-1 2 0 0,-5 0 0 0,-3 2 0 16,-3-2 8-16,-6 0-8 0,-3 3 10 0,-5-1-10 16,-4-2 12-16,-9-2-4 0,0 2-8 0,-12 0 12 15,1-8-12-15,-4 0 0 0,-3-5 0 0,-8 2-10 16,-1-8 10-16,-6 1 0 0,-2-3 0 0,-10-3 0 15,4-3-153-15,-6-4-32 0,-4-1-7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3:05:02.101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14275 4469 1083 0,'0'0'45'16,"0"0"-36"-1,-3-3 54-15,3 3 10 0,-6 0 3 0,0 3 0 16,6-3-12-16,-6 0-1 0,0 3-1 0,6-3 0 16,-5 0-19-16,-1 2-4 0,6-2-1 0,-6 8 0 15,0-8-1-15,0 8 0 0,0-8 0 0,0 6 0 16,0-1-9-16,3 3-1 0,-3 2-1 0,0-2 0 15,0 0-6-15,3 3 0 0,-3 2-1 0,0 3 0 16,3 2-7-16,0-2-2 0,0 5 0 0,-3-2 0 16,3 2 1-16,3-2 0 0,-3 2 0 0,0-3 0 15,3 4-11-15,0-1 0 0,3-3 0 0,-3 1 8 16,3-3-8-16,0 0 0 0,0-3 0 0,0 3 0 16,3-3 0-16,0-3 0 0,0 4 0 0,3-4 0 15,0-2 0-15,0 3 0 0,3-3 0 0,0 0 0 16,0 0-20-16,2-6 0 0,1 4 0 0,0-1 0 15,0 0 32-15,3-5 6 0,0 0 2 0,0 0 0 16,0-5-20-16,-4 2 0 0,4-2 8 0,-3 2-8 0,0-2 37 0,3 0 4 0,-3-3 1 16,0 5 0-16,0-10-34 0,-4 2-8 0,1 6 0 15,0-11 0-15,-3 6 104 0,0-1 20 0,0-5 3 0,-3 0 1 16,0 0-103-16,-3 0-25 0,0-2 0 0,0-3 0 16,-3 0 56-16,-3-1 7 0,3-1 1 0,-3-1 0 15,0 3-52-15,-3-6-12 0,0 6 0 0,-3 2 0 16,3-4 29-16,-3 9 3 0,0-4 1 15,0 7 0-15,-3-5-21 16,-2 6-4-16,2 2 0 0,-3-3-8 0,0 3 10 0,0 3-10 0,-3 0 8 16,0-3-8-16,0 5 0 0,1-2 0 0,-1 2 0 0,0 3 0 15,0 0-19-15,3 0 1 0,0 0 0 0,0 3 0 16,0 2-38-16,1-2-7 0,2 5-1 16</inkml:trace>
  <inkml:trace contextRef="#ctx0" brushRef="#br0" timeOffset="1997.43">14153 6496 1094 0,'0'0'23'0,"0"0"5"0,0 0-28 0,0 0 0 0,0 0 0 0,0 0 0 15,0 0 108-15,0 0 16 0,0 0 3 0,-6 0 1 16,6 0-52-16,-6 0-9 0,6 0-3 0,-6 0 0 16,6 0 0-16,-6 0 0 0,6 0 0 0,-6 5 0 15,6-5-51-15,-6 3-13 0,1 0 0 0,-1-1 0 16,0 3 54-16,3 1 8 0,-3-1 2 0,0 3 0 16,0 0-52-16,0 0-12 0,0 2 0 0,0 4 0 15,0 2 0-15,-3-1 0 0,0 4 0 0,3 2 0 16,-3 3 0-16,3-3 0 0,0 6 0 0,0-4 0 15,3-1 0-15,-3-1 0 0,3 0 0 0,3-3 0 16,-3 1 0-16,3-1 0 0,3-2 0 0,0 0 0 16,0-3 0-16,3 3 0 0,0-2 0 0,0 1 0 15,6-1 0-15,-3-1 0 0,3 0 0 0,0-2 0 0,0 2-12 16,0-5-6-16,3 0-1 0,-3 0 0 0,2-3 9 16,1-2 2-16,-3-1 0 0,3 1 0 0,0-3 8 0,3-3 0 15,-3 1 0-15,3-1 0 0,-1-2 0 0,1-3 0 16,0 2 10-16,0-1-10 0,-3-1 21 15,0 0-1-15,0 0-1 0,0 0 0 0,-4-3 38 0,1 3 8 0,-3-2 2 0,0 2 0 16,0-3-3-16,0 1 0 0,-3-1 0 0,0 0 0 16,0-2-27-16,0 0-5 0,0 0-2 0,-3-1 0 15,0-1 5-15,0-1 1 0,0 3 0 0,-3-3 0 16,0 0-8-16,0-3 0 0,0 3-1 0,-3-2 0 16,0 2-4-16,-3 0-1 0,3 0 0 0,-3 0 0 15,0 3-7-15,-3-3-2 0,3 3 0 0,0 2 0 16,-6 1-5-16,3-1 0 0,-3 3-8 0,0-2 12 15,-2 2-12-15,2 2-8 0,-3 1 8 0,0 3-13 16,0-4 13-16,3 4 0 0,-3-1 0 0,0 0 0 16,0 3-27-16,1 0-2 0,-1 3-1 0,3-3 0 15,0 5-78-15,0-2-16 0,3 2-4 0,0-2 0 16,-3 2-129-16,0 0-27 0</inkml:trace>
  <inkml:trace contextRef="#ctx0" brushRef="#br0" timeOffset="9887.454">16347 4601 1516 0,'-9'-13'32'0,"6"8"6"0,0 0-30 0,0 2-8 0,-3-5 0 0,3 3 0 15,-3-1 66-15,0 1 12 0,3 0 2 0,-3 0 1 16,0-1-13-16,3 4-4 0,-3-4 0 0,1 6 0 16,-1-5 0-16,0 2 0 0,0-2 0 0,0 2 0 15,0 3 0-15,0 0 0 0,6 0 0 0,-6 0 0 16,0 3-51-16,0 2-13 0,0-2 0 0,0 2 0 15,0 3 0-15,0 3 0 0,0-1 0 0,0 4 0 16,0-1 0-16,0 3 0 0,0 2 0 0,0 1 0 16,0 5 0-16,3-9 0 0,0 7 0 0,1-1 0 15,-1-3 19-15,0 1 1 0,3 2 0 0,0-2 0 16,0-1-20-16,3-2 0 0,-3 0 0 0,3 0 0 16,2 0 0-16,-2-1-12 0,6-1 12 0,0-4-12 15,0 1 0-15,3 2 0 0,0-8 0 0,3 6 0 16,0-3-3-16,3-3 0 0,3 3 0 0,-1-8 0 15,1 3 15-15,3-3-11 0,3-3 11 0,-3 3-10 16,-1-5 10-16,1 2 0 0,-3-2 0 0,0 0 0 16,-3-3 0-16,0 0 0 0,-4 5 0 0,-2-10 0 15,0 2 14-15,0 6 5 0,0-11 1 0,0 6 0 16,-3-1 35-16,-3-5 7 0,3 0 2 0,-3 0 0 16,0 0-21-16,0 1-4 0,0-1-1 0,-3 0 0 0,-3-5-10 0,3-1-1 15,-6 1-1-15,3 0 0 0,-3 3 30 0,0-6 7 16,-3 3 1-16,0 2 0 0,0 3-64 15,0 0-13-15,-3 3-3 0,-3 3 0 0,0-1 26 0,0 0 5 16,0 3 1-16,-3 0 0 0,1 1-16 0,-1 1 0 0,-3 1 0 16,0 2 0-16,-3-2 0 0,3 2 0 0,-3 1 0 0,1 2 0 31,2 0-57-31,-3 2-15 0,3 1-2 0,0 2-1 0,0 3-98 16,6 0-20-16,-2 3-4 0</inkml:trace>
  <inkml:trace contextRef="#ctx0" brushRef="#br0" timeOffset="11686.126">20642 4387 851 0,'0'0'36'0,"0"0"-36"16,0 0 109-1,0 0 15-15,0 0 4 0,0 0 0 16,-3-5-52-16,3 5-9 0,-6-3-3 0,6 3 0 15,-3 0 0-15,3 0 0 0,0 0 0 0,-6 0 0 0,0 0 0 0,6 0 0 0,-6 3 0 0,0 2 0 16,1 3-51-16,-1 0-13 0,-3 0 0 0,3 2 0 16,-3 1 0-16,3 2 0 15,-3-2 0-15,-3 5 0 0,3-3 31 0,0 3 3 0,-3 2 1 0,0 1 0 32,3 2-56-32,0 0-11 0,1 3-3 0,-1 2 0 0,3-4 57 15,0-1 11-15,-3 3 3 0,6-6 0 0,0 3-36 0,3-5 0 0,0 3 0 16,3-3 0-16,0-1 0 0,0 1 0 0,3-2 0 0,3-1 0 15,0-3 0-15,2 1 0 0,1 0 0 16,0-3 0-16,0-1 0 0,3-1 0 0,-3-4 0 0,3 4 0 16,0-6 0-16,0 0 0 0,-1-3 0 0,4 0 0 15,-3-2 29-15,3 0-1 0,3 0 0 0,-3-3 0 16,3 0-4-16,-4-3-2 0,4 3 0 0,-3-5 0 16,0 2 15-16,3-5 3 0,-6 6 1 0,3-9 0 15,-3 3 1-15,-4-2 0 0,1-1 0 0,-3 1 0 16,0-1-15-16,0-2-3 0,-3 0-1 0,-3 2 0 15,0-2 19-15,-3 5 4 0,0-7 1 16,0 9 0-16,-3-7-24 0,-3 8-5 0,0-6-1 0,-3 9 0 16,0-1-7-16,-3-2-2 0,0 3 0 0,1-1 0 15,-4 3-8-15,0 0 0 0,0 0 9 0,-3 0-9 16,0 3 0-16,3 0-13 0,-3-1 1 0,1 1 1 16,2 2-5-16,-3 1 0 0,3-1-1 0,0 3 0 15,0 0-24-15,3 0-5 0,0 3-1 0,-3-1 0 16,4 4-116-16,-4 2-23 0,3 2-5 0,0-5-1 15,0 1-51-15</inkml:trace>
  <inkml:trace contextRef="#ctx0" brushRef="#br0" timeOffset="13076.411">20624 6411 1541 0,'0'0'44'0,"0"0"9"0,0 0-42 0,0 0-11 0,0 0 0 0,0 0 0 15,0 0 56-15,-3 0 8 0,3 0 3 0,-6 3 0 16,6-3-7-16,-6 3 0 0,3-1-1 0,-2 3 0 15,5-5-43-15,-6 6-16 0,3-1 11 0,-3 0-11 16,3 1 51-16,-3 2 4 0,0 0 1 0,0 2 0 16,0 1-39-16,0-1-7 0,0 1-2 0,-3 5 0 15,0-3-8-15,3 3 0 0,0 2 0 0,-3 1 0 16,3 2 27-16,0 3 3 0,0-3 1 0,0 5 0 16,1-2-31-16,2-3 8 0,0 1-8 0,3-1 0 15,0-3 0-15,0 4 0 0,0-7 0 0,3 4 0 16,0-1 0-16,2-2 0 0,-2-2 0 0,3 1 0 15,0 1-25-15,0-2-5 16,3-4-1-16,-3 3 0 0,6-2 31 0,-3-1 0 0,0-2 0 0,0 0 0 16,3-2 19-16,-3-1 9 0,3-2 3 0,-3-1 0 15,2-2-50-15,1 0-9 0,3-2-3 0,-3-1 0 16,3-5 76-16,3 3 15 0,0-3 4 0,0 0 0 0,-1-3-44 16,4 3-9-16,-3-2-2 0,3-1 0 0,0 1 28 0,0-4 6 15,-3 1 1-15,2 0 0 0,-5 0-27 0,3-3-5 0,0 0 0 16,-6 0-1-16,0 0 42 0,-3 0 9 0,0-2 2 15,-3-1 0-15,0 1-52 0,0-1-12 16,-1 1 0-16,-2-1 0 0,-3 1 54 0,0-1 8 0,0 3 2 0,-3-2 0 16,0 2-52-16,1 0-12 0,-1 5 0 0,-6-2 0 15,3 0 0-15,-6 2 0 0,0 1 0 0,0-1 0 16,-6 3 0-16,0 0 0 0,0-2 0 0,0 2 0 16,-2 2 0-16,-1 1 0 0,-3 0 0 0,3 0 0 15,3 2 0-15,-3-2 0 0,4 5 0 0,-1-3 0 16,0 6-48-16,3-3-13 0,3 5-3 15,0-2 0 1,0 2 0-16,0 0 0 0,3 3 0 0,-2 0 0 0,2 0-102 0,-3 0-21 16,3 0-4-16</inkml:trace>
  <inkml:trace contextRef="#ctx0" brushRef="#br0" timeOffset="14584.769">18624 4435 1576 0,'-6'-3'32'0,"0"3"9"16,0 3-33-16,-3-3-8 0,3 2 0 0,0 1 0 15,-3 2 54-15,1-2 9 0,2 2 1 0,-3 1 1 16,0-1-1-16,0 3 0 0,-3-3 0 0,3 8 0 16,0-7-51-16,-3 4-13 0,3 3 0 0,0-2 0 15,0 5 0-15,0 0 0 0,3 2 0 0,-2 1 0 16,2 5 0-16,3-3 0 0,-3 0 0 0,3 0 0 15,3 0 0-15,0 0 0 0,0 1 0 0,3-1 0 16,3-3 0-16,-3 1 0 0,3-1 0 0,-1 1 0 16,4-3 28-16,0 0 2 0,3-1 1 0,-3 4 0 0,3-8-31 15,0-1 0-15,0 3 0 0,0-2 0 0,0 0 11 16,0-1-11-16,-1-7 12 0,4 2-12 0,-3-2 26 16,0-3-2-16,3 0 0 0,0-3 0 0,0 0 35 0,0 1 6 15,0-1 2-15,2-7 0 0,-2 4-40 0,0-2-8 0,0 0-2 16,3-2 0-16,-3 2 29 15,0-3 6-15,-3 6 0 0,3-11 1 16,-4 6-9-16,-2-1-1 0,3-5-1 0,-3 0 0 0,-3 0-10 0,3 0-1 0,-3-2-1 16,0-3 0-16,0 0-11 0,-3-1-3 0,0-1 0 15,-3-4 0-15,0 3-2 0,-3 0-1 0,0 1 0 0,-3-1 0 16,0 5-5-16,-3 1 0 0,-3-1-8 0,0 3 12 16,0 3-12-16,-2 5 9 0,-4-8-9 0,0 8 8 15,0 1-8-15,0 1 0 0,0 1-12 0,-3 2 12 16,4 3-31-16,-1 0 2 0,0 0 0 0,0 3 0 15,0 2-43-15,3 1-9 16,-3 1-2-16,0 9 0 0,1-5-97 0,-1 5-20 16,0 2-4-16</inkml:trace>
  <inkml:trace contextRef="#ctx0" brushRef="#br0" timeOffset="19357.551">18597 8478 1561 0,'-3'-6'32'0,"0"-1"8"0,-3 1-32 0,3-2-8 0,0 0 0 0,0 0 0 16,-3 1 84-16,4 1 14 0,-4-2 3 0,-3 0 1 16,3 3-19-16,-3 0-4 0,0-1-1 0,-3 4 0 15,3-1-24-15,-3 3-5 0,0 0-1 0,0 0 0 16,0 3-21-16,0-1-5 0,-2 4-1 0,2-1 0 15,-3 3-12-15,0 0-9 0,0 3 12 0,-3 2-12 16,6 0 12-16,-3 3-12 16,3 2 12-16,-2 1-12 0,5-1 0 15,-3 4 0-15,3 1-15 0,3 1 5 0,-3 3 10 0,3 2 12 0,3 0-2 16,0 3-1-16,3-6-9 0,3 3-12 0,0-5 2 0,6 2 1 16,-3-4 9-16,6-1 12 0,0-3-2 0,0-2-1 15,5 0-22-15,1-3-5 0,0-2-1 0,6-3 0 16,-3 0 19-16,3-3-8 0,-1 0 8 0,1-2 0 15,-3-3 0-15,0-3 0 0,0 1 10 0,0-6-2 16,2 0 5-16,-2 0 2 0,0-5 0 0,0-1 0 16,-3 1 39-16,0-3 8 0,2 0 2 0,-5-2 0 15,0-3-16-15,0-3-4 0,-3-3 0 0,0-2 0 16,0 3-19-16,-3-1-4 0,-3-2-1 0,-3 6 0 16,0-1 21-16,-3 0 4 0,-3 3 1 0,0 2 0 15,-3-2-25-15,-3 5-5 0,-3-2 0 0,0-1-1 16,-3 3-15-16,0 0 9 0,-3-2-9 0,1 5 8 15,-1-1-8-15,0 4-12 0,0-1 2 0,0 1 1 16,0 2-38-16,0 2-7 16,1 1-2-16,2 0 0 0,-3 5-27 0,3-3-5 0,0 3-2 0,3 3 0 15,3 2-98-15,0 3-19 0</inkml:trace>
  <inkml:trace contextRef="#ctx0" brushRef="#br0" timeOffset="19936.521">20693 8224 1820 0,'0'0'38'0,"0"0"8"0,0 0-37 0,0 0-9 0,0 0 0 0,0 0 0 16,0 0 54-16,0 0 9 0,0 5 1 0,0 3 1 15,0 3-1-15,-3 2 0 0,0 0 0 0,3 6 0 16,-3-1 0-16,0 6 0 0,0 0 0 0,0 0 0 15,0 2 0-15,0-2 0 0,0 2 0 0,0 1 0 16,-3-3-51-16,3 2-13 0,0-2 0 0,0 2 0 16,0 3 0-16,3 0 0 15,0 6 0-15,-3-3 0 0,3-3 19 0,0 0 1 16,3-3 0-16,-3 1 0 0,3-6-20 0,-3 3 0 0,3-6 0 0,0 3 0 16,-3-2-10-16,3-1-9 0,0 1-1 0,-3 2-1 15,0-2-3-15,0-1-1 0,0 1 0 0,0 2 0 31,0-3-165-31,0 4-33 0,3-1-6 0</inkml:trace>
  <inkml:trace contextRef="#ctx0" brushRef="#br0" timeOffset="20390.607">20589 10132 2066 0,'0'0'43'0,"0"0"10"0,0 0-42 0,0 0-11 0,0 0 0 0,0 0 0 16,0 0 53-16,0 0 9 0,-3 5 2 0,0 0 0 16,0 3 16-16,3 0 4 0,-3 3 1 0,0-1 0 15,3 6-40-15,-3 0-8 0,0 5-1 0,3 0-1 16,-3 3-11-16,0 5-3 0,0 0 0 0,0 0 0 15,0 0-21-15,3 1-16 0,0-4 2 16,-3 1 1-16,3-4 28 0,-3 4 5 0,3-6 2 0,-3 3 0 16,3 0-22-16,-3-1 8 0,0 1-8 0,0 0 0 15,3 0 0-15,-3 0-12 0,0-1 2 0,-3 1 0 16,3-5-26-16,-3 2-6 16,3-3-1-16,0 1 0 0,-3-3-136 0,3-3-27 0,-3 0-6 15</inkml:trace>
  <inkml:trace contextRef="#ctx0" brushRef="#br0" timeOffset="20839.938">18502 10460 1580 0,'0'0'67'0,"0"-6"-54"16,0 6 92-16,0 0 19 0,0 0 3 0,0 0 1 16,0 0-52-16,0 0-9 0,0 0-3 0,-3 8 0 15,0-2 0-15,0 4 0 0,-3 1 0 0,3 2 0 16,0 3-51-16,-3 2-13 0,3 1 0 0,0 5 0 16,0-3 0-16,0 5 0 0,0 1 0 0,0 5 0 15,0-3 0-15,3 2 0 0,0 1 0 0,0 0 0 16,0-3 0-16,0-3 0 0,0 1 0 0,3-1 0 15,-3-2 0-15,0-3 0 0,3-2 0 0,-3 2 0 16,0-2-11-16,0-4-5 0,0 1 0 0,-3 3-1 16,3-6-75-16,0 0-16 0,-3 1-2 0</inkml:trace>
  <inkml:trace contextRef="#ctx0" brushRef="#br0" timeOffset="21400.528">18267 6448 1314 0,'3'-8'37'0,"-3"3"8"0,3-3-36 15,-3 3-9-15,3 0 0 0,-3 5 0 0,0-3 97 0,0 3 18 16,0-5 3-16,0 5 1 0,0 0-19 0,0 0-4 0,0 0-1 0,0 0 0 16,0 0-43-16,0 0-8 0,0 0-1 0,-6 5-1 15,3 5 18-15,0 1 3 0,-3 0 1 0,3 7 0 31,0-2-52-31,-3 5-12 0,3 3 0 0,0 5 0 16,0 3 54-16,0 5 8 0,0 5 2 0,0 1 0 16,3-4-52-16,0-2-12 0,3 0 0 0,-3 0 0 0,3-2 0 0,-3-1 0 15,3 1 0-15,0-1 0 16,-3-2-48-16,3 2-13 0,0-5-3 0,0 3 0 0,-3-6 52 16,3-2 12-16,0-5 0 0,-3 2 0 15,0-2-156-15,0-4-29 0,0-1-6 0</inkml:trace>
  <inkml:trace contextRef="#ctx0" brushRef="#br0" timeOffset="21923.084">16347 6382 1579 0,'0'0'32'0,"0"0"10"0,0 0-34 16,0 0-8-16,0 0 0 0,0 0 0 0,-6 0 100 0,6 0 19 0,0 0 3 0,-3 3 1 15,-3 2-57-15,3 0-11 0,0 1-3 0,0 2 0 16,0 2-18-16,0 1-4 0,0 2-1 0,0 3 0 16,0 0-4-16,3 0-1 0,0 2 0 0,-3 3 0 15,3 3-16-15,0 5-8 0,0 0 8 0,0 3-8 16,3 0 8-16,-3 0-8 0,3-1 8 0,0-2-8 16,0 1 0-16,0-7 0 0,0 1 8 0,0-3-8 15,0 3-17-15,0-5-6 0,0 2-1 0,0-3 0 16,0 4-87-16,0-1-17 0,0 0-4 0</inkml:trace>
  <inkml:trace contextRef="#ctx0" brushRef="#br0" timeOffset="22439.885">16305 8285 1792 0,'0'-6'51'0,"-3"1"10"16,3 0-49-16,0 5-12 0,0-6 0 0,0 6 0 15,0 0 105-15,-3-2 19 0,3 2 3 0,0 0 1 16,-6-3-52-16,6 3-9 0,0 0-3 0,-6 3 0 15,0-1 0-15,1 4 0 0,-1-1 0 0,3 6 0 16,-3-1-51-16,3 6-13 0,0 0 0 0,-3 2 0 16,3 1 0-16,0 2 0 0,3 3 0 0,0-3 0 15,-3 3 0-15,3-3 0 0,0 0 0 0,0 0 0 16,0 3 0-16,0-3 0 0,0 1 0 0,0 1 0 16,0 1 0-16,0 0 0 0,0 0 0 0,0 0 0 15,0 0 0-15,0-3 0 0,0 0 0 0,-3-3 0 16,3-2-48-16,-3 0-13 0,0-5-3 0,3-1 0 15,-3 1-102-15,0-3-21 0,0-3-4 0</inkml:trace>
  <inkml:trace contextRef="#ctx0" brushRef="#br0" timeOffset="22957.777">14326 8303 1337 0,'0'-8'56'16,"-3"0"-44"-16,0 3 92 0,3 0 20 0,0 5 3 0,-6-3 1 15,6 3-24 1,0 0-4-16,0 0 0 0,-6 0-1 15,0 0-31-15,6 0-7 0,-6 3-1 0,3 5 0 0,-3 2-24 16,3 3-6-16,0 3-1 0,0 3 0 16,0 2-20-16,0 3-9 0,3 2 8 0,-3-2-8 15,3 3 0-15,0-4 0 0,0 4 0 0,0 2 0 0,0 0 0 0,0 3 0 16,0 2 0-16,3 3 0 0,-3-2 56 16,3-4 7-16,-3 1 1 0,3 0 0 15,-3-3-77-15,0-3-15 0,0-2-4 0,0 3 0 16,0-6 0-16,-3 3 0 0,0-3 0 0,0 3 0 0,0-3 32 0,0 3 0 0,0-1 0 0,0 4 0 31,-3-3-212-31,3 0-36 0</inkml:trace>
  <inkml:trace contextRef="#ctx0" brushRef="#br0" timeOffset="23460.651">14058 9983 1933 0,'0'-8'55'0,"-3"6"12"0,3 2-54 16,0 0-13-16,0 0 0 0,0 0 0 0,0 0 71 0,0 0 11 0,0 0 2 0,0 0 1 15,-3 5-32-15,0 3-6 0,3 3-2 0,-3 2 0 16,0 0-15-16,3 6-3 0,0-1-1 0,-3 3 0 16,3 0-3-16,0 3-1 0,-3 3 0 0,3 2 0 15,0 0-6-15,0 5-2 0,0 1 0 0,0 2 0 16,3-3-14-16,-3 1 8 0,3-4-8 0,0 1 0 16,0-3 8-16,0-2-8 0,0-1 0 0,0 1 0 15,-3-6 8-15,0 3-8 0,3-3 0 0,-3 0 9 16,0-3-9-16,3 4-11 0,-3-4 3 0,0 3 0 15,3-2-32-15,-3-1-5 0,0 1-2 16,3-1 0-16,-3-2-157 0,0-3-32 16</inkml:trace>
  <inkml:trace contextRef="#ctx0" brushRef="#br0" timeOffset="23994.922">16255 10039 1792 0,'0'0'51'0,"-3"3"10"16,3-3-49-16,-6 5-12 0,6-5 0 0,-6 5 0 16,3 3 103-16,0-3 17 0,0 3 4 0,0 3 1 15,0-1-46-15,0 4-10 0,0-1-1 0,0 3-1 16,0 5-3-16,0 0 0 0,0 3 0 0,0 2 0 16,0 6-53-16,0 0-11 0,0 2 0 0,3 1 0 15,-3-1 0-15,3-5 0 0,0 0 0 0,0 0 0 16,3-5 34-16,-3 0 2 0,3-3 1 0,-3 0 0 15,3 1-23-15,-3-1-5 0,0-3-1 0,3 3 0 0,-3-2-8 16,0-1 0-16,0-2 0 0,0 3 8 0,0-3 8 16,0-3 0-16,0 0 1 0,0 0 0 15,0-2-65-15,3 2-12 0,-3-5-4 0,0 3 0 16,3-1-66-16,-3-2-14 0,0 0-2 0</inkml:trace>
  <inkml:trace contextRef="#ctx0" brushRef="#br0" timeOffset="53166.058">13745 4342 1579 0,'0'0'32'0,"0"0"10"0,-6-8-34 0,6 8-8 0,0 0 0 0,0 0 0 16,0 0 104-16,0 0 20 0,0 0 3 0,0 0 1 15,0 0-52-15,0 0-9 0,0 0-3 0,0 0 0 16,0 0-29-16,-3 8-7 0,3 0 0 0,-2-5-1 16,2 5-8-16,0 0-2 0,2 2 0 0,-2-2 0 15,0 3-5-15,0 2-2 0,0 0 0 0,0 3 0 16,0 0-10-16,0 2 0 0,0 4 9 0,-2 1-9 16,2 1 0-16,0 3 0 0,0 2 0 0,0 2 0 15,0-1 10-15,0 1-2 0,0 1-8 0,0 0 12 16,0-3-12-16,-3 3 0 0,3-3 0 0,-3 3 0 15,3-3 0-15,-3 0 0 0,3 3 0 16,0-3 0-16,-3 0 0 0,3-3 0 0,0-2 0 0,0 0-10 16,0 0 10-16,0-6 0 0,0 1 8 0,0-1-8 15,0-2 0-15,0 0 0 0,0 0 0 0,0-3 0 16,0 0 0-16,0-2 0 0,0-1 0 0,0-2 0 16,0 0 0-16,0 0 0 0,0 0 0 0,0 0 0 15,-3-3 0-15,3 1 0 0,0-6 0 0,0 5 0 0,0-5 0 16,0 5 0-16,0-5 0 0,0 0 0 0,0 3 0 15,0-3 0-15,0 0 0 0,0 0 0 16,0 0 0-16,0 0 0 0,0 5 0 0,0-5 0 0,0 0 32 16,-3 6 1-16,3-6 1 0,0 0 0 0,0 0-22 15,0 5-4-15,0-5 0 0,0 0-8 16,0 0 25-16,3 5-1 0,-3-5-1 0,0 5 0 0,0-5-33 0,3 3-6 0,0 2-2 0,0-2 0 16,0 2 29-16,-3-5 5 0,3 3 2 15,-1 0 0-15,1-1-18 0,3-2 0 0,-3 3 0 0,3-3 0 16,-3 0 0-16,3 3 0 0,0-3 0 0,0 0 0 15,0 0 0-15,0 0-12 0,3-3 1 0,-3 3 1 16,3 0 10-16,0-3 14 0,3 1-3 0,-3-1-1 16,3 3-10-16,-1-3 0 0,1 1 0 0,0-1 0 15,3 3 0-15,3-3 0 0,0 1 0 0,0-1 0 16,0 3 0-16,-1-3 0 0,4 1 0 0,0-1 0 16,-3 1 0-16,0-1 0 0,3 0 0 0,-3 1 0 15,-1-1 0-15,1-2 0 0,0-1 0 0,3 4 0 16,-3-4 0-16,3 4 0 0,0-4 0 0,-1 4 0 15,4-1 0-15,-3-2-11 0,3 2 3 0,0 3 0 16,-1-2 8-16,1-1 0 0,-3 3 0 0,3 0 8 16,0-3-8-16,-3 3 9 0,-1 0-9 0,1-2 10 15,3 2-10-15,0 0 0 0,0 0 9 0,5 0-9 16,1 0 0-16,0 0 9 0,3 0-9 0,-1 0 0 16,1 2 8-16,-3 1-8 0,0 0 0 0,2-1 0 15,-2 1 0-15,-3-3 0 0,0 3 8 0,3-1-8 16,-1-2 0-16,4 3 0 0,0-3 8 0,0 5-8 15,-4-2 0-15,4 2 0 0,0 0 8 0,-3-2-8 0,-1 2 0 0,-5-2 0 16,0 2 0-16,0-2 0 0,3 2 8 0,-4-2-8 0,4-1 0 16,0 1 0-16,3 2 0 0,-1-2 0 0,1 2 0 0,3-2 0 15,-6 2 0-15,3 1 0 0,-1-1 0 16,-2 0 0-16,0 0 8 0,-3-2-8 0,3 2 0 0,-1-2 0 16,1 0 0-16,6-1 0 0,-3 1 0 0,2 5 0 15,4-8 0-15,-3 3 0 0,0-1 0 0,2 3 0 16,-2-2 0-1,-3 0 0-15,0-1 8 0,2 1-8 0,1 0 0 0,0-1 8 0,5 1-8 16,1-3 0-16,-3 3 8 0,3-3-8 0,-1 2 0 0,1-2 0 16,-3 0 0-16,-4 0 0 0,1 0 0 0,0 0 0 15,3 0 0-15,5 0 0 0,-2-2 0 0,3 2 0 16,-1-3 9-16,-5 3-9 0,3 0 0 0,-1 0 9 16,-2-3-9-16,6 3 0 0,-3-2 0 0,2 2 8 15,1-3-8-15,0 3 0 0,2-3 0 0,1 3 0 16,-6-2 8-16,-1-1-8 0,-2 3 0 0,3-3 8 15,-1 1-8-15,1 2 0 0,3-3 0 0,2 3 0 16,-5-2 8-16,0 2-8 0,-4 0 0 0,4-3 8 16,-3 3-8-16,0 0 0 0,2-8 9 0,1 8-9 15,0-3 0-15,-1 1 0 0,4 2 0 0,-3-3 8 16,-1 3-8-16,-2-3 8 0,-3 3-8 0,3-2 8 16,-4-1-8-16,7-2 0 0,0 2 8 0,-1-2-8 15,1 5 10-15,0-8-2 0,0 8-8 0,-4-3 12 16,1-2-12-16,-3 2 0 0,-1-2 0 0,1 0 0 15,0-1 0-15,3 1 0 0,-1 0 8 0,1 0-8 16,-3 2 10-16,3 0-10 0,-4 1 10 0,-2-1-10 0,0 0 9 16,-3-2-9-16,-1 0 8 0,1 2-8 0,-3-2 8 15,3 2-8-15,0-2 8 0,-1 0-8 16,4 2 0-16,-3 0 0 0,3 1 8 0,0 2-8 0,-1-6 0 16,-2 4 0-16,0 2 0 0,-3-3 8 0,-1 0-8 0,-2 1 0 0,0-1 0 15,-3 0 0-15,3 1 0 0,3-1 0 0,-3-2 0 0,2 5 0 16,1-3 0-16,3 1 0 0,0 2 8 15,-3 0-8-15,2 0 0 0,1-6 0 0,-3 6 0 0,0-2 0 16,-3 2 0-16,-1-3 0 0,1 3 0 0,0 0 0 16,-3-3 0-16,3 3 0 0,-3-2 0 0,-1-1 0 15,4 3 0-15,0 0 0 0,0-3 0 0,3 1 0 16,0 2 0-16,-1 0 0 0,1-3 0 0,0 3 0 16,0 0 0-16,0 0 0 0,-3 0 0 0,2 0 0 15,-5 0 0-15,3 0 0 0,-3 0 0 0,3 0 0 16,-3-3 0-16,-1 3 0 0,4-2 0 0,0 2 0 15,3 0 0-15,0 0 0 0,0 0 0 0,-1 2 0 16,4-2 0-16,-3 3 8 0,3-3-8 0,-3 0 0 16,-1 0 0-16,1 3 0 0,-3-3 0 0,0 0 0 15,0 2 0-15,0 1 0 0,-1-3 0 0,-2 0 0 16,3 0 0-16,3 0 0 0,0 0 0 0,0 0 0 16,-4 0 0-16,4 3 0 0,0-3 0 0,0 0 0 15,-3 2 0-15,-1-2 0 0,1 3 0 0,-3-3 0 16,0 3 0-16,0-3 0 0,-3 2 0 0,-3 4 0 15,3-6 0-15,-4 0 0 0,-2 0 0 0,6 0 0 0,-6 0 0 16,0 0 0-16,3 0 8 0,-3 0-8 0,0 0 0 16,0 0 0-16,-3 0 0 0,3-6 0 0,0 6 8 0,0-2-8 15,-3-1 0-15,-1 3 8 0,1-3-8 0,-3 1 0 0,3-1 9 16,-3 0-9-16,0 1 8 0,0-4-8 0,0 4 10 0,0-3-10 16,-3-1 15-16,3 1-3 0,-3 0-1 0,0 2 0 15,0-5 1-15,3 0 0 0,-3 0 0 0,0-2 0 16,0-1-1-1,0-2 0-15,0-3 0 0,0-3 0 0,0 1-11 16,3-3 0-16,-3 2 9 0,3-5-9 0,-3 6 0 0,3-3 9 0,0 0-9 0,0 2 0 16,0 3 8-16,3 0-8 0,-3 0 0 0,3 1 0 15,0 4 10-15,-3-8-10 0,3 6 8 0,0 0-8 16,-3-3 8-16,3 3-8 0,3-3 8 0,-6 3-8 16,3-8 9-16,-3 5-9 0,2-3 10 0,-2 1-10 15,0-1 9-15,3 3-9 0,-3-5 8 0,0 5-8 16,3-2 0-16,-3 4 8 0,0-4-8 0,0 2 0 15,0 3 0-15,0 0 8 0,0-1-8 0,-3 1 0 16,3 3 0-16,0-1 0 0,0 0 8 0,-3 1-8 16,3 2 0-16,0-3 0 0,0 1 0 0,-3-4 0 15,3 4 0-15,0-1 0 0,-3 1 0 0,3-1 0 16,-3 1 0-16,0-1 0 0,3 3 0 0,-3-5 0 16,0 2 0-16,3 1 0 0,-3-1 8 0,0 0-8 15,0-2 0-15,0 3 0 0,0-1 0 0,0 0 0 16,0 1 0-16,0-1 0 0,0 1 0 0,-3 2 0 15,3 0 0-15,0-5 0 0,-3 2 8 0,3 0-8 16,-3 4 0-16,0-4 0 0,3 3 0 0,-3-3 0 16,0 3 0-16,3 3 0 0,-3-3 0 0,0 6 0 15,0-6 0-15,-3 2 0 0,3 1 0 0,-3 0 8 16,3-1-8-16,-3 4 0 0,0-3 0 0,0 5 0 16,0-6 0-16,0 4 0 0,1-4 0 0,-1 6 0 0,-3-2 0 0,0-1 0 0,3 0 8 15,-3 3-8-15,0-2 0 0,0 2 0 0,0 0 0 0,0-3 0 16,0 3 0-16,-3 0 0 0,3 0 0 15,-3 0 0-15,1 0 0 0,-1 0 0 0,3 0 0 16,-3 0 0-16,3 3 0 0,-3-3 0 0,3 0 0 0,0 2 0 16,-3-2 0-16,3 3 0 0,-3-3 0 0,3 0 0 15,-2 3 0-15,-1-3 0 0,0 0 0 0,0-3 0 16,0 3 0-16,-3 0 0 0,-3 0 0 0,3 0 0 16,-3 0 0-16,1 0 0 0,-1 0 0 0,-3 0 0 15,0 0 0-15,3 0 0 0,-6 0 0 0,4 0 0 16,-1 0 0-16,0 0 0 0,0 0 0 0,0 3 0 15,0-3 0-15,0 0 0 0,-2 0 0 0,-1-3 0 16,-3 3 0-16,-3 0 0 0,-2-3 0 0,-1 1 0 16,0 2 0-16,0 0 0 0,-2 0 0 0,-1 0 0 15,0 0 0-15,0 0 0 0,4 0 0 0,-7 0 0 16,-3 0 0-16,1 0 0 0,-7 0 0 0,0 2 0 16,1-2 0-16,5 3 0 0,0-3 0 0,-5 3 0 15,-1-1 0-15,-2-2 0 0,-1 0 0 0,-6 6 0 16,10-6 0-16,-1 2 0 0,4 4 0 0,-4-6 0 15,0 2 0-15,-2 1 0 0,2-3 0 0,-6 2 0 16,10 1 0-16,2 0 0 0,0 2 0 0,-2-2 0 16,2-1 0-16,-2 4 0 0,2-6 0 0,-6 0 0 0,7 0 0 0,-4 2 0 15,3 4 0-15,1-4 0 0,2-2 0 0,0 3 0 16,0-3 0-16,-2 3 0 0,2-3 0 0,-6 2 0 16,1-2 0-16,-4 3 0 0,7-3 0 0,2 8 0 15,0-8 0-15,-3 2 0 0,-2-2 0 0,-1 0 0 16,-2 0 0-16,-4 6 0 0,6-6 0 0,1 2 0 15,2 1 0-15,-6 2 0 0,1-5 0 16,-1 3 0-16,0-3 0 0,-5 3 0 0,5-1 27 0,1 1 0 0,2 0 0 0,-6 2 0 16,4-5-27-16,-4 2 0 0,1-2 0 15,-1 6 0 1,0-6-16-16,4 2-9 0,-1 1-2 0,-3 2 0 0,4-5 27 0,-4 3 0 0,4-3 0 0,-4 3 0 16,3-1 0-16,1 1 0 0,-1 5 0 0,1-8 0 15,2 2 0-15,0-2 0 0,-2 6 0 0,2-6 0 16,-3 0 0-16,4 2 0 0,-4 1 0 0,0 0 0 15,7-1 0-15,2 1 0 0,0-3 0 0,1 3 0 16,-4-1 0-16,3-2 0 0,-5 0 0 0,2 3 0 16,0-3 0-16,7 3 0 0,2-3 0 0,-3 0 0 15,3 0 0-15,1 0 0 0,-1-3 0 0,-3 3 0 16,0-3 0-16,1 3 0 0,-1 0 0 0,-3-2 0 16,7 2 0-16,-1 0 0 0,3 0 0 0,0 0 0 15,4-3 0-15,-1 3 0 0,0-3 0 0,0 3 0 16,-3-2 0-16,1-1 0 0,-1 0 0 0,0 3 0 15,0 0 0-15,1 0 0 0,2 0 0 0,0 0-8 16,3 0 28-16,0 0 7 0,6 0 1 0,-2 0 0 16,-1 0-28-16,3 0 0 0,3 0 0 0,-3 0 0 15,0 0 0-15,0 0 0 0,-2 0 0 0,2 3 0 16,0-3-17-16,0 0-9 0,0 3-2 0,0-1 0 16,-2-2 28-16,2 3 0 0,0-3 0 0,0 5-8 15,0-2-22-15,3 0-4 0,-3 2-1 0,0-5 0 0,4 3 56 0,-1 2 11 0,0-3 3 16,0 1 0-16,0 0-35 0,0-1 0 15,3 1 0-15,-3 0 0 0,0-1 0 0,-2 4 0 16,2-1 0-16,-3-2 0 0,0-1 0 0,3 4 0 0,-3-4 0 0,0 3 0 16,1-2 0-16,-1 0 0 0,0 2 0 15,3-5 0-15,0 8 0 0,0-8 0 0,3 3 0 0,0-1 0 16,0-2 0-16,1 3 0 0,-1 0 0 0,3-1 0 16,0-2 0-16,0 3 0 0,3-1 0 0,0-2 0 15,-3 3 0-15,3 0 0 0,6-3 0 0,-6 5 0 16,0-5 0-16,-3 0 0 0,3 0 0 0,0 3 0 15,0-3 0-15,-3 5 0 0,4-5 0 0,-1 0 0 16,0 0 0-16,-3 3 0 0,0-3 0 0,3 2 0 16,-3-2 0-16,0 3 0 0,0-3 0 0,0 3 0 15,3-3 0-15,-3 2 0 0,0-2 0 0,0 3 0 16,0-3 0-16,0 3 0 0,1-1 0 0,-1 1 0 16,0-3 0-16,0 5 0 0,0-5 0 0,0 0 0 15,-3 3 0-15,3 2 0 0,0-5 0 0,-3 0 0 16,3 3 0-16,0-3 0 0,-3 2 0 0,4 1 0 15,-4 0 0-15,3-3 0 0,0 2 8 0,0 1-8 16,0 0 0-16,3-1 10 0,-3 1-10 0,3 2 8 16,-3-5-8-16,3 3 0 0,0-1 0 0,0 1 0 0,0 0 0 15,0-1 0-15,0 4 0 0,6-6 0 0,-6 2 0 16,1 1 0-16,5-3 0 0,-6 5 0 0,0-2 0 0,0 2 0 0,6-5 0 16,-6 3 0-16,0 0-11 0,6-3-4 0,-6 5-1 0,6-5 0 31,-6 2-104-31,0 4-20 0,3-4-5 0</inkml:trace>
  <inkml:trace contextRef="#ctx0" brushRef="#br1" timeOffset="61780.145">22077 4191 1608 0,'0'0'45'0,"0"0"11"16,0 0-44-16,0 0-12 0,0-5 0 0,0 5 0 15,0 0 97-15,3-3 18 0,-3 3 3 0,0-5 1 16,0 5-31-16,0-5-7 0,0 5-1 0,-3-6 0 0,0 4-25 0,0-3-6 0,3 5-1 16,-6-6 0-16,0 4-12 0,-3-1-4 15,3 0 0-15,-3 1 0 0,0-1-6 0,0 3-2 16,-2-3 0-16,-1 1 0 15,0 2-2-15,0 0-1 0,-3 0 0 0,0-6 0 16,0 6-3-16,0 0-1 0,0 0 0 0,-2 0 0 0,-1 0-5 16,0 0 0-16,0 0-1 0,0 0 0 0,-3 0-11 0,0 0 8 15,-2-2-8-15,-4 2 8 0,3 0-8 16,-3-6 0-16,-3 4 9 0,1-1-9 0,2 3 0 0,-3 0 0 0,0 0 0 0,1 0 8 16,2 0-8-16,-3 0 0 0,3 0 8 0,0 0-8 15,-2-2 0-15,-1 2 8 0,0-3-8 0,-3 0 0 16,4 3 0-16,-4 0 0 0,0 0 0 0,0 0 0 15,4 0 8-15,-1 0-8 0,3 3 8 0,-3-3-8 16,4 0 0-16,-4 0 0 0,3 0 0 0,-3 0 0 16,0 0 0-16,4 0 0 0,-4 0 0 0,0 3 0 15,3-1 0-15,1-2 0 0,2 3 0 0,0 5 0 16,3-8 0-16,0 2 0 0,3 4 0 0,1-6 0 16,-1 2 0-16,3-2 0 0,0 0 0 0,3 3-12 15,0-3 12-15,0 0 0 0,3 0 0 0,0 0 0 16,3 0 0-16,0 3 0 0,0-3 0 0,6 0 0 15,-8 0 0-15,8 0 0 0,0 0 0 0,-3 2 0 16,3-2 0-16,0 0 0 0,0 0 9 0,0 0-9 16,0 0 0-16,0 0 0 0,0 0 0 0,0 0 0 0,-6 3 0 15,6-3 0-15,-3 5 0 0,0-2 0 16,3-3 0-16,-3 8 0 0,0 0 0 0,0-3 0 16,0 0 0-16,3 3 0 0,-3 3 0 0,0-3 0 0,3 0 0 15,-3 2 0-15,3 4 0 0,-3-4 0 0,3 3 0 16,-3 1 0-16,3-1 0 0,-3 0 0 15,3 0 0-15,-3 3 0 0,3 0 0 0,0-3 0 0,0 3 0 0,0-3 0 16,0 3 0-16,0 0 0 0,0 0 0 0,0 0 0 0,0-3 0 0,0 8 0 16,0-8 0-16,0 11 0 0,-3-8 0 0,3 8 0 15,3-3 0-15,-3 3 0 0,0 2 0 0,0-2 0 16,3 0 0-16,-3 0 0 0,0 0 0 0,0-3 0 16,3 0 0-16,-3 3 0 0,0-6 0 0,0 4 0 15,0-1 0-15,0 0 0 0,0 3 0 0,0-1 0 16,0 1 0-16,0 3 0 0,0-3 0 15,0 2 0-15,0-2 0 0,0 2 0 16,0-2 0-16,0 0 0 0,0 2 0 0,-3-7 0 0,0 2 0 0,3 0 0 16,-3-2 0-16,0-1 0 0,-3 1 0 0,3-1 0 15,-3 4 0-15,0-4 0 0,0 3 0 0,0 0 0 16,0 6 0-16,-3-9 0 0,3 6 0 0,0 0 0 16,-3 0 0-16,4-3 0 0,-1 0 0 0,-3 0 0 15,3 3 0-15,0-8 0 0,-3 3 0 0,3-1 0 16,0 1 16-16,0-1-4 0,0-2-1 0,0 0 0 15,0 2-11-15,0-2 0 0,0 3 0 0,3-1 0 16,-3 1 0-16,3 2 0 0,0 0 9 0,0 0-9 16,3-2 0-16,-3 2 0 0,3-2 0 0,-3-1 8 15,0 1-8-15,3-1 0 0,-3-2 8 0,3 0-8 16,0 0 0-16,-3 0 0 0,3-1 0 0,0-1 8 0,0 2-8 16,-3-6 0-16,3 3 8 0,0 1-8 0,0-1 0 15,-3-3 0-15,3 4 0 0,0-1 0 0,0 0 0 16,0 3 0-16,0-3 0 0,0 6 8 15,0-6-8-15,-2 3 0 0,2 0 0 0,0 0 8 16,0-1-8-16,0-1 0 0,0 2 0 0,0-1 0 0,0-1 0 0,-3 2 8 16,3-3-8-16,0 0 0 0,-3-2 0 0,3 2 9 0,0 0-9 0,-3 0 0 15,3 1 0 1,0-1 0-16,-3 0 0 0,3 0 0 0,0-2 12 0,-3 2-12 16,3-2 12-16,0 2-12 0,0 0 0 0,0 3 0 15,0-3 0-15,0 3 0 16,0 0-30-16,-3-3-3 0,3 3-1 0,0 0 0 0,0 0 54 15,0 0 12-15,0 0 1 0,0-1 1 0,0 1-34 0,0-2 0 0,0-1 0 0,0 3 0 16,0-3 8-16,-3 0-8 0,3 0 0 0,0 3 0 16,0-3 0-16,0-2 0 0,0 2 0 0,0 0 0 15,0-2 0-15,0 0 0 0,0-1 0 0,0 1 0 16,3-3 8-16,-3 2-8 0,0-2 0 0,0 3 0 16,0-3 8-16,0 0-8 0,0 2 0 0,0-2 0 15,3 3 8-15,-3-3-8 0,0 0 0 0,3 2 0 16,-3-2 0-16,0 0 8 0,3 0-8 15,-3 0 0-15,0 0 8 0,3 0-8 0,-3-3 0 0,0 3 0 16,3-3 0-16,-3 1 0 0,0 2 0 0,3-3 0 16,-1 0 8-16,-2 1-8 0,0-6 0 0,3 5 0 15,0-3 8-15,0 4-8 0,-3-6 0 0,3 5 0 16,3-2 0-16,-3-1 8 0,-3-2-8 0,3 3 0 16,3 2 9-16,-3-5-9 0,0 3 0 0,3 0 9 15,-6-3-9-15,6 2 0 0,-3-2 9 0,3 3-9 16,0-3 0-16,-3 0 8 0,3 3-8 0,0-3 0 15,-3 2 0-15,3-2 0 0,0 0 0 0,-3 0 0 0,3 0 0 16,0 0 0-16,3 0 0 0,-3 0 8 0,-1 0-8 0,4 3 0 0,-3-3 0 16,3 0 0-16,0 0 0 0,-3 0 0 0,3 0 0 15,-3 0 0-15,3 0 0 0,0 0 0 0,0-3 0 16,-3 3 0-16,3 0 0 0,0-2 0 0,0-1 0 0,0 3 0 16,-1 0 0-16,1-3 0 0,0 3 0 0,0-2 0 15,0 2 0-15,0-3 0 0,3 0 0 0,-3 3 0 16,0 0 0-16,3-2 0 0,-3-1 0 15,3 3 0-15,0 0 0 0,-1-3 0 16,1 3 0-16,3 0 0 0,0-2 0 16,0-1 0-16,0 0 0 0,3 1 0 0,0 2 0 0,-1-3 0 0,1 0 0 0,3 1 0 15,-3 2 0-15,3-3 0 0,-3 1 0 0,3-1 0 16,-4 3 0-16,4-3 0 0,-3 1 0 0,3-1 0 16,-3 3 0-16,0-3 0 0,0 3 0 0,-1-2 0 15,4 2 0-15,-3-3 0 0,3 0 0 0,-3 3 0 16,3-2 0-16,2 2 0 0,-2 0 0 0,3-3 0 15,-3 3 0-15,0 0 0 0,3 0 0 0,-4-3 0 16,1 3 0-16,0-2 0 0,3 2 0 0,-3-3 0 16,0 3 0-16,-4 0 0 0,4-2 0 0,-3 2 0 15,6-3 0-15,-3 3 0 0,0 0 0 0,2-3 0 16,1 3 0-16,0 0 0 0,0-2 0 0,0 2 8 16,-1-3-8-16,-2 3 0 0,3 0 0 0,-3-3 0 0,-3 3 8 15,0 0-8-15,0 0 8 0,-1 0-8 0,1 0 8 0,-3 0-8 0,0 0 8 16,0 0-8-1,0 0 8-15,0 0-8 0,3 0 10 0,-4 0-10 0,1 0 0 0,3 0-15 16,-3 0 2-16,0 0 0 0,0 0 13 16,0 0 0-16,0 0 0 0,-4 0 0 0,4 0 0 0,-3 0 0 15,0 0 0-15,0 0 0 0,3 0 16 0,-6 0 7 16,3 0 1-16,0 0 0 0,-3 0-24 16,3 0 9-16,-4 0-9 0,1 0 0 0,0 0 8 15,0 0-8-15,0 0 0 0,0 0 0 0,-3 0 0 0,3 0 0 0,-3 0 8 0,0-2-8 16,3 2 0-16,-3-3 0 0,3 3 0 0,-3 0 0 15,3-3 0-15,-3 3 0 0,-1-2 0 0,4 2 0 16,-3-3 8-16,0 3-8 0,0-3 0 0,0 1 0 16,0-1 0-16,0 3 0 0,0-5 0 0,0 2 0 15,-3 1 0-15,0-1-9 0,3 0 1 0,-3-2 0 16,0 2-33-16,-3-2-7 0,3 0 0 0,-3-3-1 16,0 0-146-16,0 0-29 0</inkml:trace>
  <inkml:trace contextRef="#ctx0" brushRef="#br1" timeOffset="64931.28">13135 4017 1074 0,'-15'2'30'0,"0"4"8"16,1-4-30-16,-1 4-8 0,0-6 0 0,0 2 0 16,0 1 90-16,3 2 17 0,0-2 3 0,0 2 1 15,0-2-35-15,3 5-6 0,1-8-2 0,2 8 0 16,0-8-14-16,6 0-3 0,0 0-1 0,-3 5 0 15,3-5-12-15,0 0-2 0,-3 5-1 0,3-5 0 16,3 5-14-16,-3 1-2 0,3 2-1 0,3-6 0 0,0 4 1 0,-1-6 0 16,4 2 0-16,0 1 0 0,3 0 0 0,0-1 0 0,3-2 0 15,3 3 0 1,0-3 0-16,3 0 0 0,-1 2 0 0,7 4 0 0,-3-6-1 16,6 0 0-16,0 2 0 0,-1-2 0 0,4 0 2 0,0-2 0 15,0 2 0-15,5-6 0 0,1 6 0 16,6-2 1-16,-1 2 0 0,7 0 0 15,-6 0 23-15,2 0 5 0,1-3 1 0,2 1 0 16,-2 2-62-16,6 2-12 0,-4-2-2 0,4 3-1 0,-7-3 43 0,1 2 9 16,-3-2 2-16,-1 0 0 0,1 6-27 0,-3-6 0 0,5 0 0 0,-5 2 0 15,-3-2-9-15,-7 6-7 0,1-6-2 0,-3 2 0 16,-3-2 18-16,-4 0 0 0,-2 3 11 0,0-3-11 16,-3 0 16-16,0 0-3 0,-3 0-1 0,0 0 0 15,-3 0-12-15,-1 0 0 0,-2 3 0 0,0-1 0 16,0 1 54-16,0-3 8 0,-3 3 2 15,-3-1 0-15,3 1-52 0,-6-3-12 0,6 8 0 0,-3-6 0 16,0 4 0-16,0-4 0 0,0 1 0 0,-3-3 0 16,3 8 0-16,0-3 0 0,0 1 0 0,0 1 0 15,0 1 0-15,0 0 0 0,0 0 0 0,0 3 0 16,0-3 0-16,0 0 0 0,0 2 0 0,-3 1 0 16,3 0 0-16,0-4 0 0,0 7 0 0,0-4 0 15,0-2 0-15,-3 3 0 0,3 2 0 0,-1-5 0 16,-2 3 0-16,3-1 0 0,-3 1 0 0,3-1 0 15,-3 1 0-15,0-1 0 0,3-2 0 0,-3 8 0 16,0-8 0-16,0 3 0 0,0-1 0 0,0 6 0 16,0-5 0-16,0 2 0 0,0 0 0 0,0 3 0 15,0 3 0-15,0-3 0 0,0 5 0 0,-3-3 0 0,3 1 54 0,0 5 8 16,-3-9 2-16,3 7 0 0,0-6-52 0,0 5-12 0,0-8 0 16,3 5 0-16,-3 1 0 0,0-3 0 0,3 0 0 15,-3 0 0-15,0-1-8 0,3 4-5 0,-3-3-1 0,3 2 0 16,-3 4 22-1,0-1 5-15,3 0 1 0,-3 3 0 0,0 2-14 16,0-5 0-16,0 6 0 0,0-1 0 0,3-2 0 0,-3 0 0 16,0-3 0-16,0 3 0 0,3-3 0 0,-3-2 0 0,0-1 0 0,0 3 0 15,3-2 0-15,-3 2 0 0,0 3 0 16,0 0 0-16,0 2 13 0,0 0 0 0,0 1 0 0,0 2 0 16,0-2-13-16,0-4 0 0,0 4 0 0,0-3 0 15,0-1 8-15,0-1-8 0,0-1 0 0,0 3 0 16,0-3 8-16,-3 3-8 0,3-1 0 0,-3 1 9 15,3 3-9-15,-3 2 8 0,0 0-8 0,3 0 8 16,-3 0-8-16,0-2 8 0,0-1-8 0,3 0 8 16,-3-2-8-16,0 0 0 0,1-3 0 0,-1 3 8 15,0 0-8-15,0-3 0 0,0 3 0 0,0 2 8 16,0 1-31-16,3-1-6 0,-3 3-2 0,3 0 0 16,-3 1 52-16,3-4 11 0,0 0 1 0,0-2 1 15,-3 0-26-15,3-3-8 0,0 0 0 0,-3 1 0 16,3-4 0-16,0 3 0 0,0-2 8 0,0 2-8 15,-3 0 8-15,3 0-8 0,0 3 9 0,0 0-9 16,0 2 24-16,0-2-2 0,0-3 0 0,0 3 0 0,0-3-22 16,0 1 0-16,0-7 0 0,0 7 0 0,0-7 0 0,0 1 0 15,0-2 0-15,0 1 0 0,0-1-11 16,0-1-6-16,0 0-2 0,-3 0 0 0,3 1 19 16,0-1 0-16,-3 0 0 0,3 0 0 0,0 0 0 0,-3 3 0 15,3 0 0-15,0 0 0 0,-3 0 8 16,3-3-8-16,-3 3 11 0,0 0-11 0,3-3 0 15,-3 0 0-15,3 1 0 0,-3-1 0 0,3-3 0 0,-3 1 0 0,3-3 8 16,-3 0-8-16,3 0 14 0,-3 0-4 0,3 0-1 0,-3 0 0 16,3-3-9-16,-3 0-12 0,3 1 2 0,-3-1 1 15,0 0 9-15,3 0 0 0,-3 1 0 0,0-1 0 16,3-5 0-16,-3 5 0 0,0 1 8 0,0-1-8 16,3-5 0-16,-3 3 0 0,-3 2 0 0,3 0 0 15,3-5 0-15,-6 5 0 0,3-2 0 0,-3 2 8 16,0-2-8-16,4 2 0 0,-4-2 0 15,0 0 8-15,0-1-8 0,0 4 0 0,3-4 0 0,-3 1 8 16,0 2-8-16,0-2 0 0,0 2 0 0,0 0 0 16,0-2 0-16,-3 2 0 0,3-2 0 0,-3 2 0 15,3-2 0-15,-3 0 0 0,0-1 0 0,0 1 8 16,1-1-8-16,-4-2 0 0,3 3 0 0,-3-3 0 16,-3 0 0-16,3 0 8 0,-3 0-8 0,0-3 0 15,0 3 0-15,-3 0 0 0,1 0 0 0,-1 0 8 16,0 0-8-16,-3 0 0 0,3 0 0 0,-3 3 0 15,1-3 0-15,2 0 0 0,-3 3-12 0,3-3 4 16,0 2 8-16,-3-2 11 0,3 0-3 0,-2 0 0 16,-1 0-8-16,-3 0 0 0,3-2 0 0,-6 2 0 15,3-3 0-15,1 3 0 0,-4 0 0 0,0 0 0 0,3 0 0 16,3 0 0-16,-2 0 0 0,2 0 0 0,0 3 0 0,3-3 0 16,0 2 8-16,0-2-8 0,-2 0 0 15,2 0 0-15,-3 0 0 0,0 0 0 0,0 0 0 0,0 0 0 0,1-2 0 16,-1 2 0-1,-3 0 0-15,3 2 0 0,0-2 0 0,-3 0 0 16,4 3 0-16,2 0 0 0,-3-1 0 0,3 1 0 0,0 0 0 0,3-1 0 0,-3-2 0 16,4 6 0-16,2-6 0 0,-3 2 0 0,3-2 0 15,0 0 0-15,0 0 0 16,0 0 0-16,0 0 0 0,3 3 0 0,-3-3 0 0,3 3 0 0,0-3 0 16,1 0 0-16,-1 0 0 0,0 0 0 0,0 0 0 0,3 0 0 15,-3 0 0-15,0 0 0 0,3 0 0 0,0 0 0 16,-3 0 0-16,3 2 0 0,0-2 8 0,-3 0-8 15,0 3 0-15,3-3 0 0,-3 0 0 0,1 0 0 16,-1 0 0-16,-3 2-17 0,3-2 4 0,-3 3 1 16,0 0 12-16,3-1 16 0,-3 1-3 0,0 0-1 15,3-1-12-15,-3 4 0 0,0-4 0 0,1 4 0 16,2-4 0-16,0 1 0 0,0 2 0 0,-3-2 0 16,3-1 0-16,0 4 0 0,0-4 0 0,0 1 0 15,3 0 0-15,-3-1 0 0,3 4 0 0,-3-4 0 16,3 1-12-16,6-3 0 0,0 0 1 0,0 0 0 15,0 0-65-15,0 0-12 0,0 0-4 0</inkml:trace>
  <inkml:trace contextRef="#ctx0" brushRef="#br1" timeOffset="69426.888">18064 8001 1720 0,'0'0'48'0,"0"0"12"0,0 0-48 0,0 0-12 0,0 0 0 0,0 0 0 15,0 0 41-15,0 0 6 0,0 0 1 0,3 6 0 16,3-1-13-16,3-2-3 0,0-1 0 0,0 1 0 16,3 0-23-16,0 2-9 0,0-2 0 0,0 2 9 15,3-2-9-15,3 2 0 0,-4-3 0 0,7 1 0 16,0 2 0-16,3-2 0 0,3 2 0 0,2-2 0 15,1 0 36-15,3-1 4 0,-3 1 2 0,3 0 0 16,-1-3-23-16,-2 2-5 0,0-2-1 0,3 0 0 16,-1 0-3-16,4-2-1 0,0-1 0 0,-1 0 0 15,1 1-9-15,0-1 0 0,0 0 0 0,-1 3 0 16,-5-2 24-16,0-4 2 0,-6 4 1 0,2-1 0 16,-5 0-3-16,3 3 0 0,-3-2 0 0,0-1 0 15,-3 1-8-15,-1 2-3 0,-2-3 0 0,0 0 0 16,0 3 41-16,-3-2 8 0,-3 2 2 0,3 0 0 15,-3 0-54-15,-3 0-10 0,3 0 0 0,-3 0 0 16,0 2 8-16,0-2 8 0,-1 0 0 0,1 3 1 0,0 0-5 16,-3-3-2-16,3 2 0 0,0 1 0 0,0-1-10 0,-3 4 0 15,3-4 0-15,0 6 8 16,-3-2-27-16,0 2-5 0,3-3-2 0,-3 3 0 0,0 2 48 16,3-2 10-16,-6 3 1 0,3-3 1 0,0 2-17 0,-3 4-3 0,0-1-1 15,3 3 0-15,-3 0-13 0,-3 2 0 16,3 3 8-16,-3 3-8 15,3-3 8-15,-3 6 0 0,0-3-8 0,0 2 12 0,0 1-12 0,0-1 9 0,0 0-9 16,0-2 8-16,0 3-8 0,-3-3 0 0,3-1 9 0,-3 4-9 16,3 2 0-16,-3 0 0 0,0 3 0 0,3 2 8 15,-3-2-8-15,3-3 0 0,-3 0 0 0,3 0 0 16,1-2 0-16,-1-3 0 0,0-3 0 0,0 0 0 16,3 0 0-16,0 0 0 0,0-2 0 0,0 2 0 15,0-3 0-15,0 4 0 0,3-4 0 0,-3 3 0 16,0-2 0-16,3 2 8 0,-3-3-8 0,0-2 8 15,3 0-8-15,-3-3 0 0,0 1 0 16,0-4 0-16,0 1 0 0,0-3 0 0,2 0 8 0,-2 0-8 16,-2-3 0-16,2-2 9 0,0-3-9 0,0 0 0 15,-3 5 12-15,3-5-12 0,0 0 12 0,-3 3-12 16,3-3 0-16,-6 2-19 0,0-2 3 0,0 3 0 16,0-3 16-16,0 0 0 0,0-3 0 0,-3 3 0 15,0 0 48-15,-3-2 12 0,3 2 4 0,-3 0 0 16,-3-3-64-16,0 3-28 0,1-3 3 0,-1 3 0 15,-3 0 25-15,3 0 0 0,-3 0 0 0,-3 3 0 16,0 0 0-16,-5-3 0 0,2 2 0 0,-9 1 0 16,3 2 0-16,-2-2 0 0,-1 2 0 0,-3-2 0 15,3 2 0-15,1-2 0 0,2-1 0 0,0 4 8 16,0-4-8-16,1 4 0 0,-1-1 0 0,-3 0 0 0,3 0 0 0,4-2 0 0,-4 2 0 0,3 1 0 16,0-4 0-16,3 1 0 0,4 0 0 0,-1 2 8 15,3-3-8-15,0 1 0 0,6 2 0 0,-3-2 0 16,6 0 16-16,-3-1 3 0,6 1 0 0,-3 0 0 15,3-3-34-15,6 0-6 0,-5 2-2 0,5-2 0 16,-6 3 23-16,6-3 0 0,-6 3 0 0,6-3 0 16,-6 5 0-16,6-5 0 0,0 0 0 0,-6 3 0 15,6-3-8-15,0 0 8 0,-6 2 0 0,6-2 0 16,0 0 0-16,0 0 0 0,-6 3 0 0,6-3 0 16,0 0 0-16,0 0 0 0,0 0 0 0,0 0 0 15,0 0 0-15,0 0 0 0,0 0 0 0,-6 2 0 16,6-2 0-16,0 0 0 15,0 0 0-15,0 0 8 0,-6 0-8 0,6 0 0 0,-3-2 0 0,3 2 0 16,-6-3 0-16,6 3 8 0,-3-5-8 0,-3 0 0 16,3 2 0-16,0-5 8 0,0 3-8 0,0-3 0 15,0 0 0-15,3 0 8 0,-3-3-8 0,0 1 0 16,0-3 0-16,3-1 8 0,-3 1-8 0,0-5 0 16,3-4 0-16,0 1 8 0,-3-3-8 0,3-2 0 15,0-1 0-15,0 1 0 0,0-3 8 0,0 0-8 16,0 2 0-16,-3-2 0 0,3-3 0 0,-3 1 0 15,3-1 0-15,-3-5 0 0,3 0 9 0,0 0-9 16,-3 0 0-16,3 2 8 0,0 1-8 0,0 0 0 0,0-1 0 16,0 6 0-16,0 0 0 0,0 0 0 0,0 0 0 15,0 0 0-15,0 0 0 0,0-3 0 16,0 5 0-16,0 1 0 0,0 2 0 0,3-2 0 0,-3 4 0 0,0 4 0 16,0-1 0-16,0 4 0 0,0-1 0 0,3 5 0 15,-3-2 0-15,0 2 0 0,3 1 0 16,-3 2 0-16,3 0 0 0,-3 0 0 15,3 3 0-15,0-1 0 0,-3 1 0 0,3 0-8 0,0-1 8 0,-3 4 0 0,3-4 0 0,-3 4 0 16,0 2 0-16,3-3 0 0,-3 3 0 0,0 0-8 16,0-2 8-16,0 2 0 0,0 0 0 0,0 0 0 15,0 0 0-15,0 0 0 0,0 0-9 0,0 0 9 16,0 0 0-16,0 0-9 0,3-6 9 0,-3 6 0 16,0 0-16-16,0 0 3 0,0-2 1 0,3-4 0 15,0 4-20-15,0-4-3 0,0 1-1 0</inkml:trace>
  <inkml:trace contextRef="#ctx0" brushRef="#br1" timeOffset="78422.971">22312 7197 1580 0,'0'0'67'0,"0"0"-54"16,6 0 52-16,0 3 11 0,0-1 1 0,0 1 1 16,0 5 14-16,0-3 2 0,0 3 1 0,0 5 0 15,0-2-61-15,3 2-12 0,-3 3-2 0,2 5-1 16,-2 3 36-16,3 3 7 0,0 2 2 0,0 2 0 15,3 6-52-15,-3 1-12 0,3 4 0 0,3 3 0 16,-3-5 54-16,3 2 8 0,0 0 2 0,-1 1 0 16,4-1-52-16,-3 0-12 0,0 3 0 0,3-2 0 15,0-4 22-15,0-2 2 0,-1-2 0 0,1 2 0 16,0-6 12-16,0-1 4 0,0-1 0 0,0 2 0 16,0-1-32-16,-1-1-8 0,1 0 0 0,0 0 0 15,0-5-18-15,-6-1-5 0,3-1-1 0,-3-4 0 16,-3-2-62-16,0 0-13 0,0-3-2 0</inkml:trace>
  <inkml:trace contextRef="#ctx0" brushRef="#br1" timeOffset="79480.425">22985 8173 1579 0,'-9'-5'32'0,"9"5"10"16,0 0-34-16,-6-2-8 0,6 2 0 0,-3-3 0 15,3 3 104-15,0 0 20 0,0 0 3 0,0 0 1 16,0 0-34-16,0 0-6 0,0 0-2 0,0 0 0 15,0 0-53-15,0 0-10 0,0 0-3 0,0 0 0 16,0 0-4-16,0 0 0 0,-3 5-1 0,0 0 0 0,3 3-5 16,0-2-1-16,0 2 0 0,0 0 0 0,3-3-9 0,-3 3 8 0,3 0-8 0,-3 0 8 15,3 0-8-15,-3 0 0 0,0 2 0 0,3 1 0 16,-3-3 0-16,0 2 8 0,-3 1-8 16,3-3 0-16,-3 2 0 0,0 1 0 0,3 0 8 0,-6-1-8 15,3 1 0-15,-3-1-14 16,0-2 3-16,0 3 1 0,-3-1 10 15,0 1 0-15,0 0 0 0,-3-1 0 0,1-2 14 0,-1 0 5 0,0 3 1 16,0-3 0-16,-3-1-8 0,3 1 0 16,0 0-1-16,-3 0 0 0,3-2 17 0,0-1 4 0,1 0 1 0,-1 0 0 15,3 1-33-15,0-4 0 0,0 4 0 0,3-4 0 16,0 4 0-16,-3-6 0 0,9 0 0 0,-6 2 0 16,6-2 0-16,0 0 0 0,0 0 0 0,-3 3 0 15,3-3 0-15,0 0 0 0,0 0 0 0,0 0 0 16,-6 3 0-16,6-3 0 0,0 0 0 0,-6 0 0 15,6 0 0-15,0 0 0 0,-6 2 0 0,6-2 0 16,-6 3-44-16,6-3-16 0,0 0-4 0,-6 3 0 16,6-3 52-16,0 0 12 0,-3 0 0 0,3 0 0 15,0 0-156-15,0 0-29 0,0 0-6 0</inkml:trace>
  <inkml:trace contextRef="#ctx0" brushRef="#br1" timeOffset="87831.517">13835 3699 1116 0,'9'-3'23'0,"-9"3"6"16,6-5-29-16,3 3 0 0,-1-1 0 0,1 3 0 16,3-5 80-16,0 2 9 0,3-2 3 0,0 2 0 15,3 3-19-15,-3-8-3 0,3 5-1 0,-1 1 0 16,4-1-33-16,-3 0-8 0,3 1 0 0,-6-3-1 16,3 2-19-16,-6-2-8 0,2 2 8 0,-2 0-8 0,-3 1 8 0,-3-1-8 0,3 3 8 0,-6-3-8 15,-3 3 10 1,0 0-10-16,0 0 12 0,0 0-12 15,0 0 12-15,-6 3-4 0,-3 0 0 0,0-1-8 0,-6 1-12 0,-2 5-8 0,-1-8-3 0,-3 8 0 32,-3-8-3-32,0 2-1 0,0 1 0 0,1 0 0 0,-1-1 17 0,0 1 10 15,3 5-12-15,3-8 12 0,1 3 0 0,2 2 0 16,0-5 12-16,3 3-3 0,0-3 23 0,3 5 4 0,3-5 0 16,6 0 1-16,0 0 1 0,0 0 0 0,0 0 0 0,0 0 0 15,0 0-19-15,0 0-4 0,6-5-1 0,0 2 0 16,6 3-1-16,-3 0 0 0,3-5 0 0,3 2 0 15,-1 3-13-15,4 0 0 0,3 0 8 0,3-5-8 16,-3 5-20-16,6-3-6 0,-4 3-2 0</inkml:trace>
  <inkml:trace contextRef="#ctx0" brushRef="#br1" timeOffset="88915.446">20464 3686 828 0,'-9'0'35'0,"3"3"-35"16,0-1 73-16,0 1 8 0,0-1 2 0,0 1 0 15,6-3-22-15,-6 3-4 0,6-3-1 0,0 0 0 16,0 0-8-16,0 0-1 0,0 0-1 0,0 0 0 16,0 0-13-16,0 0-2 0,6 5-1 0,0-5 0 15,3 0 10-15,0 0 1 0,3 0 1 0,3 0 0 16,-1-5-5-16,1 2-1 0,0 3 0 0,0-3 0 16,3-2-6-16,-3 3-2 0,0-1 0 0,3-5 0 15,-1 3-11-15,1 2-2 0,0-5-1 0,0 3 0 16,0-1-14-16,0 4 9 0,0-3-9 0,-1 2 8 15,1-2-8-15,-3-1 0 0,0 4 0 0,0-1 0 16,-3 0 0-16,0-2 0 0,-3 5 0 0,0-3 8 16,0 1-8-16,-4 2 0 0,-2 0 0 0,-3 0 8 15,0 0-8-15,0 0 0 0,0 0 0 0,0 0 0 16,-5 0 0-16,-4 0 0 0,0 2-12 0,-3 1 12 16,-3 0-28-16,0-1 3 0,-3 1 0 0,0 2 0 15,0 1 6-15,1-1 2 0,-4 3 0 0,3-6 0 16,0 4 17-16,3-1-10 0,0 3 10 0,0 0-8 15,3-8 8-15,1 8 0 0,-1-8 0 0,3 3 0 16,3-1 0-16,6-2 8 0,0 0-8 0,0 0 11 16,0 0-2-16,0 0 0 0,0 0 0 0,0 0 0 0,0 0 0 0,6 0 0 0,3 0 0 15,0 0 0-15,-1-2 14 0,4-1 2 0,0 3 1 16,0-5 0-16,3 2-2 0,0-2-1 0,6 2 0 0,-3 3 0 16,0-5-13-16,2 2-2 0,-2 3-8 0,3-3 12 31,0 1-31-31,3 2-6 0,-3-3-2 0</inkml:trace>
  <inkml:trace contextRef="#ctx0" brushRef="#br1" timeOffset="91002.639">22797 8936 1501 0,'-6'0'63'0,"0"-3"-51"16,-3 3 59-16,3 3 11 0,-2-3 2 0,-1 2 1 15,0 1-22-15,-3 2-5 0,0-2-1 0,0 2 0 16,-3 3-40-16,3 0-8 0,-3 0-1 0,0 2-8 15,4 4 32-15,-4 2-1 0,0-1 0 0,-3 4 0 16,0 2-50-16,3 3-9 0,-3 0-3 0,-3 2 0 16,4-2 31-16,-4 0 0 0,3 0 0 0,0-1 0 15,0-1 0-15,0-1 0 0,0-3 0 0,1 3 0 16,2-5-57-16,3 0-6 0,-3 0-1 0</inkml:trace>
  <inkml:trace contextRef="#ctx0" brushRef="#br1" timeOffset="91315.429">22342 8949 1824 0,'0'0'76'15,"0"0"-60"-15,0 0 38 0,3-3 8 0,-3 3 2 0,0 0 0 16,0 0 51-16,3-3 10 0,3 3 3 0,0 3 0 15,-3-3-103-15,3 5-25 0,3-2 0 0,-3 5 0 16,2 0 56-16,1 3 7 0,0-1 1 0,0 3 0 16,0 6-52-16,0-1-12 0,0 4 0 0,3 1 0 15,-3 1 0-15,0 3 0 0,0-4 0 0,0 4 0 16,0-1 20-16,3-4 0 0,-4 1 1 0,1-1 0 16,3-1-21-16,-3-5 0 0,0 2 0 0,3-2-8 15,-3 0-8-15,-3 0 0 0,3-3-1 0,0 3 0 16,-3-6 17-16,0 1 0 0,0 0 0 0,0-1 0 15,-3-2-260-15,-3-3-48 0</inkml:trace>
  <inkml:trace contextRef="#ctx0" brushRef="#br1" timeOffset="91674.338">22759 9340 2146 0,'0'0'60'0,"0"0"15"15,0 0-60-15,0-2-15 0,0-4 0 0,0 6 0 16,3-2 80-16,0-1 14 0,0 0 2 0,-1 1 1 0,4 2-26 0,0-3-6 0,0 3-1 0,0 0 0 16,3 0-8-16,-3 3-3 0,3-3 0 0,-3 2 0 15,0 1-33-15,3 0-8 16,-3-3 0-16,0 5-1 0,0-2-11 0,0 2 0 16,-3 0 0-16,0 1 0 0,0 2 0 0,-3-3 0 15,0 3 0-15,0 0 0 16,-3 2-8-16,0 1-4 0,0-1-1 0,-3 1 0 15,0 2-31-15,-3 3-5 0,0 0-2 0,0 0 0 0,0 0 41 0,0 0 10 0,3 2 0 16,-3-2 0-16,3 0 0 0,0 0 0 0,3-3 0 0,0 0 0 16,0-2 0-16,3-1-12 0,0-2 12 0,3 0-12 15,0-5 12-15,0 2 8 0,3-2-8 0,3 2 11 16,-3-2-11-16,6-3 0 0,-3 0 0 0,3 0 0 16,-3-3 0-16,3 3 0 0,0-5 0 0,3 2 0 15,-3-2 0-15,2 0 0 0,1-1 0 0</inkml:trace>
  <inkml:trace contextRef="#ctx0" brushRef="#br1" timeOffset="92677.883">23122 9285 1242 0,'0'0'52'15,"0"0"-41"1,0 0 62-16,-6 0 13 0,6 0 2 0,-6 0 1 16,6 0 21-16,0 0 4 0,0 0 1 0,0 0 0 15,-3 0-47-15,3 0-10 0,0 0-2 0,0 0 0 16,0 0-28-16,0 0-5 0,0 0-2 0,0 0 0 16,0 0-21-16,0 0 0 0,0 0 0 0,0 0 0 15,0 0 56-15,0 0 6 0,0 0 2 0,6 2 0 16,0 1 0-16,0 0 0 0,3-3 0 0,0 0 0 15,0 0-52-15,-1 0-12 0,4 0 0 0,0-3 0 16,0 3 0-16,3-3 8 0,0 3-8 0,0 0 0 16,3-2 8-16,-3-1-8 0,2 1 0 0,-2-4 9 15,3 4-9-15,0-1 0 0,0 0 0 0,0 1 0 0,-3-1 0 16,2 0 0-16,-2 1-12 0,-3-4 12 16,3 4-59-16,-3-1-4 0,-3 0-1 0,3 1 0 15,-6-1 0-15,3 1 0 0,-3-1 0 0,-3 0 0 16,-3 3-153-16,0 0-31 0</inkml:trace>
  <inkml:trace contextRef="#ctx0" brushRef="#br1" timeOffset="93013.321">23354 9063 1690 0,'0'0'35'0,"0"-6"9"0,0 6-36 0,0-5-8 0,0 5 0 0,0 0 0 16,0 0 113-16,0 0 21 0,0-3 4 0,0 3 1 15,0 0-41-15,0 0-8 0,0 0-2 0,0 0 0 16,0 0-19-16,0 0-4 0,0 0-1 0,0 0 0 16,-3 6-32-16,0 4-8 0,3-2 0 0,-3 5-1 15,0 1 1-15,0 1 0 0,0 1 0 0,3 6 0 16,-3-4-13-16,0 1-3 0,3-1 0 0,0 3 0 15,-3-2-8-15,3-1 0 0,0 3 9 0,0-2-9 16,0-3 0-16,0 0 0 0,0 0 0 0,0-1 0 16,-3 1 0-16,3-2 0 0,0-1 0 0,0 3 0 15,0-3 0-15,0 0 0 0,0-2-12 0,0 2 4 16,3 0-18-16,-3-2-3 0,0-1-1 0,3 1 0 16,-3 0-95-16,3-4-19 0,0-1-4 0</inkml:trace>
  <inkml:trace contextRef="#ctx0" brushRef="#br1" timeOffset="97472.804">12525 5242 1314 0,'-9'-3'56'0,"0"-2"-45"15,0 5 85-15,0-3 16 0,3 3 4 0,-3 0 1 16,3 0-29-16,-2 0-5 0,2 0-2 0,0 0 0 16,6 0-5-16,0 0-2 0,0 0 0 0,0 0 0 15,0 0-28-15,0 0-6 0,0 0 0 0,0 0-1 16,0 0-3-16,6 0 0 0,2 3 0 0,1-3 0 16,0 0 4-16,3-3 1 0,-3 0 0 0,3 1 0 15,0-1-1-15,0-2 0 0,3 0 0 0,0-3 0 16,0 2-13-16,2 1-3 0,4 2-1 0,-3-7 0 15,3 2-23-15,3 0 9 0,-3 0-9 0,2 5 0 16,-2-10 0-16,3 5 0 0,-3-2 0 0,-3 4 0 16,0-4-100-16,-1 2-21 0,-2 0-4 0</inkml:trace>
  <inkml:trace contextRef="#ctx0" brushRef="#br1" timeOffset="98167.271">12537 7218 1458 0,'-3'8'30'0,"0"-2"8"16,-3-1-30-16,3 0-8 0,0 3 0 0,-3-3 0 0,3 1 94 0,0-1 18 0,3-5 3 0,-3 5 1 16,3-5-29-16,0 0-6 15,0 0-1-15,0 0 0 0,0 0-14 0,0 0-3 0,0 0-1 0,0 0 0 31,0 0-3-31,0 0-1 0,0 0 0 0,6-2 0 0,0-4-2 0,3 1 0 16,-3 0 0-16,3-1 0 0,0-2-10 0,0 3-2 0,3-3-1 0,-3 0 0 16,2 0-15-16,4 0-4 0,-3-2 0 0,3 2 0 15,0-3-37-15,3 1-8 0,0-1-2 0,0 1 0 16,-1-1 23-16,1-2 0 0,0 2 0 0,3-2 0 16,-6 2 0-16,0 1 0 0,0-1 0 0,0 3 0 15,-1 0-158 1,-2 0-27-16,0 3-6 0</inkml:trace>
  <inkml:trace contextRef="#ctx0" brushRef="#br1" timeOffset="99258.323">24092 8981 1910 0,'0'0'40'0,"-6"-3"9"0,0 0-39 0,6 3-10 0,-6-5 0 0,6 5 0 32,-3 0 90-32,-3-3 16 0,6 3 3 0,-6 0 1 0,0 0-44 0,3 3-9 0,3-3-1 0,-8 3-1 15,2 2-25-15,0 0-5 0,-3 0-1 0,3 6 0 16,-3 0-12-16,0-1-2 0,-3 6-1 0,0 0 0 15,3 5-9-15,-3 0 0 0,-3 0 0 0,3 3 8 32,1 0-31-32,-4-3-6 0,3 3-2 0,0 0 0 0,-3-3 31 0,3 0 0 15,-3 0 0-15,0 1 0 16,0-1-57-16,-2-5-6 0,-1 2-1 0,-3-2 0 16,3 0-153-16,0-6-31 0</inkml:trace>
  <inkml:trace contextRef="#ctx0" brushRef="#br1" timeOffset="99531.179">23693 9057 2310 0,'6'-8'48'0,"-3"0"11"16,3 0-47-16,0 3-12 0,0 0 0 0,0 0 0 15,3 2 53-15,-3 0 9 0,3 3 2 0,-3 0 0 16,3 0 0-16,0 3 0 0,0 0 0 0,-1 2 0 15,1 0-52-15,-3 3-12 0,3 3 0 0,0-1 0 16,0 3 54-16,-3 3 8 0,3 0 2 0,0 3 0 16,0-1-52-16,0 3-12 0,0 1 0 0,0-1 0 15,0-3 0-15,0 1 0 0,-1-1 0 0,1 1 0 16,0-3 0-16,0 0-18 0,-3-1 4 0,3 1 1 16,-3 0-31-16,3-3-5 0,-3 3-2 0,3-2 0 15,-3-1-65-15,-3 0-14 0,3-2-2 0</inkml:trace>
  <inkml:trace contextRef="#ctx0" brushRef="#br1" timeOffset="100014.575">24101 9362 1824 0,'6'-6'76'16,"-3"1"-60"-16,3 0 89 0,0-3 19 0,3 0 3 0,-3 2 1 15,3 1 0-15,0 3 0 0,0-1 0 0,-1-2 0 16,1 2-103-16,0 0-25 0,0 3 0 0,0-2 0 15,0 2 56-15,0 0 7 0,-3 0 1 0,3 2 0 16,-3-2-52-16,3 3-12 0,-3 0 0 0,0 2 0 16,0-2 0-16,0 2 0 0,0-3 0 0,-3 4 0 15,0-1 0-15,0 0 0 0,-1 1 0 0,-2-1 0 16,0 3 0-16,-2-3 0 0,2 3 0 0,-6-3 0 16,3 3-12-16,0 0-6 0,-3 0-1 0,0 0 0 15,3 0-21 1,-3 0-4-16,0 0 0 0,0 0-1 0,3-3 36 0,0 1 9 0,0-1 0 0,0 0 0 15,3-5 0-15,0 0 0 0,0 0 0 0,0 5 0 16,0-5 0-16,3 3 0 0,0 2 0 0,3-2 0 16,0 0 0-16,3-1 0 0,0-2 0 0,0 3 0 15,3 0 0-15,-4-1 0 0,1-2 0 0,3 3 0 16,-3 2 49-16,0-2 12 0,0 2 3 0,0 0 0 16,-3 1-48-16,0-1-16 0,0 0 9 0,0 3-9 15,-3 0 26-15,-3-3 0 0,3 3 0 0,-3 0 0 16,-3 3 0-16,0-3 0 0,-3 2 0 0,0-2 0 15,-3 3-14-15,0-3-4 0,0 0 0 0,-3 0 0 16,0 0-8-16,0 0 0 0,0 0 0 0,-2-1 0 16,2 1 13-16,-3 0 1 0,3 0 0 0,-3 0 0 0,3 0-14 0,-3 0 0 15,-3 0 0-15,4 0 0 16,-1 0-24-16,0-3-2 0,0 1 0 0,0-1 0 16,0 0-118-16,0 0-24 0,0-2-5 0</inkml:trace>
  <inkml:trace contextRef="#ctx0" brushRef="#br0" timeOffset="107299.563">17826 4165 1958 0,'0'0'43'0,"0"0"9"0,0 0 1 0,-6 0 3 0,0 0-45 0,0 0-11 0,1-8 0 0,2 5 0 0,-3-2 104 15,0 0 20-15,0-1 3 0,0-2 1 0,3-2-32 0,-6-1-7 16,3 1-1-16,0-9 0 0,0 1-32 0,0-1-8 16,0 1 0-16,0-9-1 0,0 1-12 0,3-6-3 15,0-3 0-15,3-4 0 0,0-1-4 0,3-5-2 16,-3 0 0-16,6-5 0 16,0-3-6-16,3-3 0 0,3-2-1 0,0-3 0 15,0 0-31-15,3 6-7 0,0-1-1 0,5-2 0 0,1-3 44 0,3 11 9 16,6-8 2-16,0 5 0 15,-1 8-56-15,4 5-11 0,-3 6-3 0,3 5 0 16,-7 0 35-16,-2 2 0 0,0 3 0 0,-3 0 0 0,-3 3 0 0,-3 0 0 16,-4 5 0-16,1-2 0 0,0 2 20 0,-3 0 12 15,-3 3 1-15,0 2 1 16,0 3-54-16,-3-2-12 0,0 2-1 0,0 5-1 16,-3-2-24-16,3 2-5 0,-3 3-1 0,0 0 0 15,0 0 0-15,0 0 0 0,0 0 0 0,0 0 0 16,0 0-122-16,0 0-25 0,0 0-5 0,-3 3-744 0</inkml:trace>
  <inkml:trace contextRef="#ctx0" brushRef="#br0" timeOffset="108111.842">18059 2519 1724 0,'-6'0'38'0,"-3"0"8"0,9 0 2 0,-6 0 0 0,6 0-39 0,-3 0-9 16,3 0 0-16,0 0 0 0,0 0 79 0,0 0 13 16,0 0 4-16,0 0 0 0,0 0-51 0,0 0-9 15,3 0-3-15,6 0 0 0,0 3 18 0,2-3 3 16,1 0 1-16,0 5 0 15,3-5-15-15,0 0-2 0,3 0-1 0,0 3 0 0,-3-3-15 0,0 0-3 16,-1 0-1-16,4 2 0 0,-3-2-8 16,3 0-2-16,0 0 0 0,-3 3 0 0,3 2-8 0,-4-5 0 0,1 3 0 0,0 2 0 15,0-5 0-15,-3 8 15 0,0-5-3 0,-3 2 0 16,0 0-12-16,-3 3 0 16,0-5 0-16,0 5 0 0,-3 0 0 0,-3 0 0 15,0 2 0-15,0 1 0 0,-3 2 54 0,0 0 8 0,-3-2 2 0,0-1 0 16,0 6-50-16,0-5-14 15,-3-3 0-15,3 5 8 0,0-5-8 0,-3 5 0 0,3-7 0 16,-3 4 0-16,3-2 0 0,0 0 0 0,3 0 12 16,-3-3-4-16,3 3-8 0,3-3-10 0,-3 3 10 0,3-8-13 15,3 6-173-15,-3-6-34 16,0 8-8-16</inkml:trace>
  <inkml:trace contextRef="#ctx0" brushRef="#br0" timeOffset="129834.992">19130 1979 1824 0,'3'-13'76'0,"3"5"-60"16,-3 0 40-16,0 0 8 0,0-2 1 0,0 7 1 15,0-5 30-15,0 0 7 0,0 3 1 0,-3-3 0 16,3 3-44-16,-3 2-8 0,0-2-1 0,0 5-1 15,0-3-14-15,0 3-2 0,0 0-1 0,0 0 0 16,0 0-9-16,0 0-1 0,0 0-1 0,0 0 0 16,-6 0-6-16,0 8-2 0,-3-5 0 0,0 7 0 15,0-2 14-15,-3 8 2 0,-3 0 1 0,0 5 0 16,-2 0-31-16,-1 0 0 0,0 6 0 0,-3-1 0 16,0 3 0-16,-3 3 0 0,-2 2 0 0,-1-2 0 15,3 3 0-15,-3-9 0 0,0 3 0 0,1 0 0 16,2-2 0-16,0-9 0 0,3 3 0 0,-3 1 0 15,7-9-46-15,-1 3-15 0,3-3-3 0,0-2-1 16,3-4-101-16,0 1-20 0,3-2-4 0</inkml:trace>
  <inkml:trace contextRef="#ctx0" brushRef="#br0" timeOffset="130082.184">18684 2056 1546 0,'0'-16'65'0,"3"-5"-52"16,-3 5 99-16,0 0 20 0,3 3 4 0,-3-3 1 15,3 8-7-15,0-5-2 0,-1 8 0 0,1-3 0 16,0 5-51-16,0 3-10 0,3 0-3 0,0 0 0 16,0 0-51-16,0 3-13 0,0 2 0 0,3 3 0 15,-3-3 20-15,3 6 2 0,3 2 0 0,-3 0 0 16,3 3-11-16,0 0-3 0,0 5 0 0,2 0 0 31,-2-2-30-31,0 7-6 0,0-2-2 0,0 3 0 0,0-1 75 0,0 0 15 0,0 4 4 16,0-7 0-16,0-1-103 15,-3 1-20-15,-1-1-4 0,1-1-1 0,0-5 52 0,-3-1 12 0,3-1 0 0,-3 2 0 16,3-3-105-16,-3-5-19 0,3 5-3 0</inkml:trace>
  <inkml:trace contextRef="#ctx0" brushRef="#br0" timeOffset="130545.393">19175 2278 2062 0,'0'-8'43'0,"3"0"10"0,0 0-42 16,0 0-11-16,3 1 0 0,0 1 0 0,0-2 105 0,2 6 19 0,1-9 4 0,0 8 1 15,0-5-52-15,0 3-10 0,0 3-3 0,3-4 0 16,-3 6-51-16,0 0-13 0,3 0 0 0,-3 0 0 31,0 6 54-31,0-6 8 0,0 7 2 0,-4-4 0 0,1 2-52 0,0 3-12 0,-3 0 0 0,0 0 0 16,0 0-11-16,-3 0-5 0,0 3 0 0,0-1-1 15,-3-2-3-15,0 3 0 0,-3-1 0 0,3 4 0 16,-3-6-5 0,1-1-2-16,-4 1 0 0,3 0 0 0,0-2 15 0,3 2 4 0,-3-3 0 0,3 3 0 15,3-8 8-15,0 0 0 0,0 0 0 0,0 0 0 16,6 0 0-16,0 2-10 0,3-2 10 0,0 6 0 16,-1-6 0-16,1 0 0 0,3 0 8 0,0 0-8 15,-3 0 11-15,3 0-11 0,0 0 12 0,-3 0-12 16,0 0 0-16,3 2 0 0,-3 4 0 0,0-6 0 15,0 2 58-15,-4 4 5 0,1-1 1 0,0-2 0 16,0 2-52-16,-3-2-12 0,0 4 0 0,-3-1 0 16,0-1 0-16,0 3 0 0,0 0 0 0,-3 0 0 15,-3 0 28-15,0 0 2 0,0 0 1 0,-2 5 0 16,-1-5-21-16,0 5-10 0,-3-5 10 0,0 3-10 16,3-1 8-16,-3-2-8 0,0 0 0 0,0 3 0 15,-3-6-11-15,0 3-8 0,1-3-1 0,-4 3-1 16,0 0-99-16,3-8-19 0,0 3-4 0</inkml:trace>
  <inkml:trace contextRef="#ctx0" brushRef="#br0" timeOffset="131116.856">19648 2217 1482 0,'0'0'31'0,"0"0"6"0,0 0-29 0,0 0-8 16,0 0 0-16,0 0 0 0,0 0 86 0,6 0 16 0,-3 0 3 15,3-5 1-15,0 2-30 0,3 3-7 0,-3 0-1 0,6-5 0 16,-3 5-15-16,2 0-3 0,4-3-1 0,0 3 0 31,3 0-11-31,-3 0-2 0,3-5-1 0,0 3 0 0,3 2-8 0,2-8-2 0,1 2 0 16,0 6 0-1,3-8-7-15,0 8-2 0,-1-8 0 0,1 8 0 0,-3-8-8 0,3 8-8 0,0-5 12 0,-4 0-12 16,-2 2-12-16,0-2-8 0,0 2-3 0,-3-5 0 16,-3 0 23-16,2 3 0 0,-2 0 0 0,-3 2 0 31,0-5-56-31,0 3-6 0,-3 2-2 0</inkml:trace>
  <inkml:trace contextRef="#ctx0" brushRef="#br0" timeOffset="131418.048">19967 1945 1831 0,'-6'-3'38'0,"6"3"9"0,0 0-38 0,0 0-9 0,0 0 0 0,0 0 0 16,0 0 84-16,0 0 14 0,0 0 3 0,0 0 1 15,0 0-39-15,0 0-8 0,6 3-2 0,-1 2 0 16,1-2-6-16,0 2-2 0,0-5 0 0,0 8 0 15,0-5-12-15,-3 7-2 0,3-7-1 0,0 10 0 16,0-5-11-16,-3 5-3 0,3 3 0 0,0-3 0 16,-3 6-1-16,3-1-1 0,-3 6 0 0,0 0 0 15,0 2-14-15,3-2 0 0,-6 5-12 0,3-5 12 0,-3 3 0 16,3-4 0-16,0-1 0 0,-3-4 0 0,3 3 0 16,-3-5 0-16,3 3 0 0,0-3 0 0,-3-3-20 15,3 3 2-15,3-3 1 0,-3-5 0 16,2 0-191-16,1-6-39 0</inkml:trace>
  <inkml:trace contextRef="#ctx0" brushRef="#br0" timeOffset="131703.386">21098 1818 2066 0,'0'-8'43'0,"-3"0"10"0,0 3-42 0,0-1-11 0,0 4 0 0,-3-6 0 16,3 8 104-16,-3-6 20 0,0 4 3 0,0 4 1 16,0-2-48-16,0 6-10 0,0-4-2 0,-3 4 0 15,-3 7-40-15,-3-5-8 0,3 8-1 0,-5 0-1 16,-1 5-9-16,-3 0-1 0,-3 0-8 0,-6 3 12 16,4-3-32-16,-4 3-8 0,-3 0 0 0,0 2-1 15,4-5 29-15,-1 6 0 0,0-1 0 0,-3-2 0 16,3-3 0-16,1 3 0 0,-1-3 0 0,0 0 0 15,3-5-40-15,1 0-3 0,-1-3 0 0,6 1 0 16,0-6-209-16,6-1-41 0</inkml:trace>
  <inkml:trace contextRef="#ctx0" brushRef="#br0" timeOffset="131947.038">20618 1937 1824 0,'6'-16'38'0,"0"-5"8"0,-3 5-37 0,0 3-9 0,0-1 0 0,-3 4 0 16,0 2 104-16,0 3 20 0,0-1 3 0,0 6 1 15,0 0-20 1,0 0-3-16,0 0-1 0,0 0 0 0,0 0-64 0,3 6-12 0,-3 2-4 0,3 0 0 16,0 5-24-16,0 0 0 0,3 3 0 0,0-3 0 15,0 6 36-15,3-1 1 0,0-2 1 0,0 5 0 16,3-5-10-16,-3 0-1 0,3 5-1 0,-1-5 0 16,1 0-26-16,0 5 0 0,0 0 0 0,3 0 0 15,-3-5-12-15,3 5-7 16,-3-2-1-16,0-1-1 0,0 4-18 15,-4-6-3-15,4-6-1 0,-3 3 0 0,0 1-100 0,3-4-20 0,-3 1-4 16</inkml:trace>
  <inkml:trace contextRef="#ctx0" brushRef="#br0" timeOffset="132495.033">21220 2082 1579 0,'0'0'32'0,"0"0"10"0,0 0-34 0,0 0-8 0,0 0 0 0,0 0 0 16,0 0 133-16,0 0 25 0,0 0 5 0,0 0 1 16,-6 0-58-1,-3 0-11-15,3 0-3 0,-3 0 0 0,3 0-73 0,-3 3-19 0,0 2 0 0,-3 3 0 16,0 0 12-16,0 0-2 0,0 0 0 0,-2 0 0 15,2 5-10-15,-3 0-14 0,3-5 3 0,0 8 1 16,3-8 10-16,0 5 0 0,0-5 0 0,0 6 0 16,3-6 0-16,0 2 14 0,3-2-3 0,0 3-1 15,0-3-10-15,3 0 0 0,3-1 0 0,-3-1 0 16,3 2-10-16,0 0 10 0,0-6 0 0,3 4-9 16,-3 2 9-16,3-8 0 0,0 5 0 0,3 3 0 15,-3-8 0-15,3 2 12 0,3 4-2 0,-3-6-1 16,3 2-17-16,0 4-4 0,0-6-1 0,2 0 0 15,-2 0 13-15,3 2 0 0,-3-2 0 0,0 0 0 16,0 0 0-16,0 0 0 0,0 0 0 0,0 0 0 16,-3 0 0-16,2 0 0 0,-2-2 0 0,-3 2 0 15,3 0 0-15,-3 0 0 0,0 0 0 0,0 0 0 16,-6 0-55-16,6-6-8 0,0 6-1 0</inkml:trace>
  <inkml:trace contextRef="#ctx0" brushRef="#br0" timeOffset="132768.889">21217 2138 2066 0,'-6'-3'43'0,"0"-2"10"0,0 2-42 16,0-2-11-16,3 2 0 0,3 3 0 0,0 0 104 0,0 0 20 0,-3-5 3 0,3 5 1 16,0 0-52-16,0 0-9 0,0 0-3 0,0 0 0 15,0 0-51-15,3 5-13 0,0 3 0 0,3 0 0 16,-3 0 54-16,3 5 8 0,0-2 2 0,0 8 0 15,0-4-52-15,0 1-12 0,0 6 0 0,-1-1 0 16,1-5 54-16,0 5 8 0,3-5 2 0,-3 5 0 16,0-3-52-16,-3 1-12 0,3-3 0 0,0 5 0 15,-3-5 0-15,0 0 0 0,3 5 0 0,-3-5 0 16,0 5 0-16,-3-5 0 0,3 2 0 0,0 1 0 16,-3-3-48-16,0 2-13 0,3-2-3 15</inkml:trace>
  <inkml:trace contextRef="#ctx0" brushRef="#br0" timeOffset="135202.037">18216 9483 1580 0,'0'-5'67'0,"3"2"-54"16,-3-2 92-16,0 5 19 0,3-3 3 15,-3 3 1-15,0 0-52 0,0 0-9 0,0 0-3 0,0 0 0 32,0 0 0-32,0 0 0 0,0 0 0 0,0 0 0 0,0 0 0 0,-3 6 0 0,0 4 0 0,0 1 0 15,0 5-51-15,0 2-13 0,0 1 0 0,-3 2 0 16,3 3 0-16,-3 2 0 0,-2-2 0 0,2 8 0 15,-3 0 0-15,-3-1 0 0,0 6 0 0,0 6 0 16,-3-4 0-16,0 9 0 0,-3 0 0 0,-3 10 0 16,1-3 0-16,-4 6 0 0,-3 3 0 0,0 7 0 15,3-7 22-15,-2-1 2 0,2 3 0 0,0 8 0 16,0-2 12-16,3-1 4 0,4 3 0 0,-4 11 0 16,0-6-40-16,-3-2-8 0,0 5-2 15,-3 8 0-15,4-8 10 0,-4 0 14 0,-3 3-3 0,0 2-1 16,4-7 7-16,2-4 2 0,-3 1 0 0,3 2 0 15,3-7-7-15,3-3 0 0,1 2-1 0,-4 3 0 16,6-10-1-16,0 2 0 0,3-3 0 0,0 1 0 16,0-9-10-16,3-7 10 0,-3-3-10 0,3-5 10 15,1-1-10-15,2-4 0 0,0 2 0 0,0-5 0 16,3-3 0-16,0-3 0 0,0-5 0 0,0 3 0 16,0-8 0-16,3-3 0 0,0 1 0 0,-3-7 0 15,3 1 0-15,0-2 0 0,0-6 0 0,0 0 0 16,0 0-9-16,0 0-4 0,0 0-1 0,0 0 0 15,0-8-12-15,0-3-2 0,0 1-1 0,0-9 0 16,3 1-95-16,0-6-18 0,0-3-4 0</inkml:trace>
  <inkml:trace contextRef="#ctx0" brushRef="#br0" timeOffset="135965.01">17945 9478 1552 0,'0'0'44'0,"-9"0"10"0,4-3-43 15,2 3-11-15,3 0 0 0,-6-2 0 0,0 2 53 0,6 0 9 0,-6 2 2 0,6-2 0 16,0 0 0-16,-6 3 0 0,6-3 0 0,0 0 0 16,0 0 0-16,0 0 0 0,0 0 0 0,0 0 0 15,0 0-52-15,0 0-12 0,3 3 0 0,3 2 0 16,3-2 54-16,0-1 8 0,5-2 2 0,-2 0 0 16,3 0-52-16,0 0-12 0,3-2 0 0,0-1 0 15,0 3 0-15,2-3 0 0,1 1 0 0,-3-1 0 16,-3 3 0-16,3-3 0 0,-6 1 0 0,3 2 0 15,0-3 0-15,-3 3 0 0,-1 0 0 0,1 0 0 16,0 0 0-16,0 0 0 0,-3 0 0 0,3 3 0 16,-3-1 0-16,0 1 0 0,-3 0 0 0,3 2 0 15,-3 0 54-15,0 0 8 0,0 1 2 0,-3 2 0 16,3-3-64-16,-4 3-15 0,4 0-1 0,-3 2-1 16,0 1 27-16,0-3 6 0,-3 3 0 0,3-1 1 15,-3 1-17-15,3-1 0 0,-3 1 0 0,-3-1 0 16,3 1 0-16,-3-3 0 0,0 0 0 0,0 3 0 15,0-4 0-15,0 1 0 0,0 0 0 0,1 0 0 16,-1-2 0-16,0 2 0 0,0-6 0 0,0 3 0 16,3-5-170-16,0 0-38 0,0 0-7 0</inkml:trace>
  <inkml:trace contextRef="#ctx0" brushRef="#br0" timeOffset="141783.806">17273 13428 1956 0,'0'0'40'0,"0"0"11"16,0 0-41-16,0 0-10 0,0 0 0 0,0 0 0 15,-3 3 82-15,3-3 14 0,-3 5 4 0,0 1 0 16,-3-1-35-16,0 0-6 0,0 1-2 0,-3 1 0 0,0-1-4 15,0 2-1-15,0 0 0 0,-3 2 0 16,-3 3-29-16,1 1-7 0,-4 2 0 0,0-1-1 16,0 4-15-16,0-1 0 0,0 6 0 0,0-3 0 0,3 1 0 15,1-1 0-15,-1 0 0 0,-3 0 0 0,3-2-9 16,-3 2 9-16,3 0 0 0,-6-2-9 16,4-1-23-16,-4-2-4 0,0 0 0 0,0 0-1 15,3-3-99-15,-3 0-20 0,0-2-4 0</inkml:trace>
  <inkml:trace contextRef="#ctx0" brushRef="#br0" timeOffset="142034.971">16695 13643 1910 0,'0'-16'40'0,"3"-3"9"0,3 3-39 16,-3 1-10-16,3 1 0 0,-3 4 0 0,3-3 88 0,0 5 15 0,0 0 3 0,0 0 1 15,0 2-31-15,0 1-5 0,3 3-2 0,-3-1 0 16,0 0-21-16,6 3-4 0,-4 0 0 0,4 6-1 15,0-1-12-15,-3 3-3 0,3 2 0 0,3 4 0 16,-3-1-28-16,0 3-16 0,3 0 1 0,-3 5 1 16,2-3 42-16,-2 3 9 0,0 1 2 0,0-1 0 15,0 0-39-15,0-3 0 0,3 4 0 0,-3-4 0 16,0 1 0-16,3-1 0 0,-4-2 0 0,4 3 8 31,0-4-38-31,-3 1-7 0,6-2-2 0,-3-1 0 0,-3-3-78 0,3 1-16 0,-3-3-3 0</inkml:trace>
  <inkml:trace contextRef="#ctx0" brushRef="#br0" timeOffset="142271.834">17356 13812 1963 0,'0'-18'40'0,"0"12"12"0,0 1-42 16,0 0-10-16,0 2 0 0,0 3 0 0,0 0 119 0,0 0 21 0,0 0 5 0,0 0 1 16,0 0-47-16,0 0-10 0,0 0-1 0,0 0-1 15,0 0-30-15,0 0-5 0,0 0-2 0,0 5 0 16,-3 3-20-16,0 3-4 0,3-1-1 0,0 1 0 15,-3 2-11-15,3 3-2 0,0-3-1 0,0 6 0 16,0-1-11-16,0 1 0 0,0 2 9 0,0 0-9 16,0 0 0-16,0-2 0 0,0-1 0 0,0 1 0 15,0 0-10-15,0-4-6 0,0-1-2 16,0-4 0-16,-3 3-40 16,3-5-8-16,0-2-2 0,-3 2 0 15,3-8-185-15,-3 2-38 0</inkml:trace>
  <inkml:trace contextRef="#ctx0" brushRef="#br0" timeOffset="142751.028">16767 13206 1302 0,'-6'3'36'0,"-3"2"10"0,0-2-37 0,3-1-9 0,-3 1 0 0,0 0 0 16,0-1 79-16,0 1 13 0,0 2 4 0,0-2 0 16,0 0-5-16,0-1-1 0,4 1 0 0,-4 2 0 15,3-2-14-15,0 2-2 0,3 0-1 0,-3-2 0 16,6-3-7-16,0 0-2 0,0 0 0 0,0 8 0 16,0-3-51-16,6-2-13 0,-3 2 0 0,3-2 0 15,6-1 49-15,-1-2 7 16,4 0 2-16,6 0 0 0,0 0-22 0,3-2-5 0,6-1-1 0,-1-2 0 15,-2 2-14-15,0-2-2 0,3-3-1 0,-4 3 0 16,1-1 11-16,0-1 3 0,3 1 0 0,3-2 0 16,-4 3-43-16,4-3-8 15,0 3-1-15,3-1-1 0,-7 1-11 0,1 0-3 0,0 2 0 0,-6-2 0 16,-1 2-132-16,-2 1-28 0,-3-1-4 16</inkml:trace>
  <inkml:trace contextRef="#ctx0" brushRef="#br0" timeOffset="143340.518">17764 13727 1824 0,'3'0'76'15,"3"0"-60"-15,3 0 71 0,-3 0 14 0,3 0 3 0,2-2 1 16,1 2-65-16,3 0-14 0,3-3-2 0,0 1-1 16,0 2 21-16,6-3 5 0,-1 0 1 0,4 1 0 15,-3-4-29-15,3 4-5 16,0-4-2-16,2 1 0 0,-5 2-14 0,-3-2-8 15,0 2 8-15,0 1-13 0,-3-3 0 0,-1 2 0 16,1-2 0-16,-3 2 0 16,-3-2-76-16,3 2-15 0,-3-2-4 0</inkml:trace>
  <inkml:trace contextRef="#ctx0" brushRef="#br0" timeOffset="143620.045">18026 13458 2238 0,'0'0'94'15,"0"0"-75"1,0 0 81-16,0 0 17 0,0 0 3 0,0 0 1 16,0 0-33-16,0 0-6 0,0 0-2 0,3 5 0 15,0 0-27-15,-3 6-5 0,3-1-2 0,-3 4 0 16,0 4-17-16,3 1-3 0,-3 4-1 0,3 1 0 15,-3 0-14-15,0 2-3 0,3 1-8 0,-3-1 12 16,0-2-12-16,3 0 0 0,-3 0 8 0,0 0-8 16,0-1 0-16,0 1 0 0,0-3 0 0,3 3 0 15,-3-3-13-15,3 3-6 0,0-3-1 0,-3 3 0 16,3-5-37-16,2-1-8 0,-2-2-2 0</inkml:trace>
  <inkml:trace contextRef="#ctx0" brushRef="#br0" timeOffset="144060.274">19109 13407 1824 0,'0'0'38'0,"0"0"8"15,0 0-37-15,0 0-9 0,0 0 0 0,0 0 0 16,-6-2 104-16,6 2 20 0,-6 0 3 0,0 2 1 16,6-2 0-16,-9 3 0 0,4 0 0 0,-1 2 0 15,0 0-103-15,-3 3-25 0,0 3 0 0,0-1 0 16,0 6 0-16,0 0 0 0,0 3 0 0,-3 2 0 16,-3 3 29-16,3-1 1 0,-3 4 0 0,-2 2 0 15,-1-5-45-15,-3 0-9 0,0-1-1 0,-3 1-1 16,6-3-34-16,-5-2-8 0,2-1 0 0,-3 1-1 15,6-6-132-15,-3-2-27 0</inkml:trace>
  <inkml:trace contextRef="#ctx0" brushRef="#br0" timeOffset="144298.616">18791 13399 2176 0,'6'-16'45'0,"-3"11"11"0,-3 3-44 0,0 2-12 0,3-6 0 0,-3 6 0 15,0 0 82-15,0 0 14 0,6 0 4 0,0 3 0 16,-3 0-27-16,3-1-5 0,-1 6 0 0,1 0-1 16,0 3-23-16,3 2-4 0,0 0 0 0,0 6-1 15,0 2-19-15,0 3-3 0,3-1-1 0,-3 7 0 16,3-4-16-16,-3 3 10 0,3-2-10 0,-3 2 8 16,2-3-8-16,1-2 0 0,-3 0 0 0,3-3 0 15,0-3 0-15,0 1 0 0,0-3 0 0,-3 0 0 16,3 0-97-16,0-6-25 0,0 1-5 0</inkml:trace>
  <inkml:trace contextRef="#ctx0" brushRef="#br0" timeOffset="144733.427">19237 13743 1838 0,'0'0'38'0,"0"0"10"0,0 0-39 16,0 0-9-16,0 0 0 0,0 0 0 0,0 0 93 0,0 0 17 0,0 0 3 0,0 0 1 16,3-5-37-16,3 2-7 0,-3 1-2 0,3-1 0 15,0 3-20-15,0 0-4 0,0 0 0 0,0 0-1 16,0 0-15-16,0 0-2 0,0 0-1 0,0 3 0 31,0-3-25-31,0 2 8 0,0 1-8 0,-3 0 0 0,0-1 16 0,0 1-3 0,0 2 0 0,-1 1 0 16,1-1-5-16,-3 3-8 0,0 0 11 0,-3 0-11 15,1 0 0-15,-1 2-19 0,-3-2 3 0,-3 3 0 32,3-1-24-32,-3 1-5 0,0-3-1 0,-3 5 0 0,3-2 1 0,0-1 0 0,0 1 0 15,0-1 0-15,0 1 19 0,3 2 4 0,0-2 1 0,0-1 0 16,0 1 21-16,3-3 0 0,3 0-9 0,0 0 9 16,0-3 0-16,3 0 0 0,3 1 8 0,-3-4-8 15,6 1 24-15,0 0 0 16,0-3-1-16,0 2 0 0,3-2 6 0,0-2 2 0,0 2 0 0,0 0 0 15,0-3-9-15,0 0-2 0,-4 1 0 0,1-1 0 16,0 0-12-16,0-2-8 0,0 2 10 0,-3-2-10 16,3 0 0-16,-3 0 8 0,3-3-8 0,-3 0 0 15,0 0-84-15,0 0-20 0,3 0-4 0</inkml:trace>
  <inkml:trace contextRef="#ctx0" brushRef="#br0" timeOffset="145065.663">18806 13238 2090 0,'-15'-3'44'0,"6"3"8"0,0-2-41 0,3-1-11 0,0 3 0 0,6 0 0 16,0 0 48-16,0 0 8 0,0 0 2 0,0 0 0 15,0 0 3-15,9 0 1 0,0 0 0 0,6 3 0 16,0-1-30-16,0 1-5 0,5-3-2 0,1 3 0 16,0-1-11-16,3-2-2 0,-3 0-1 0,2-2 0 15,1 2-11-15,6-3 8 0,-3 0-8 0,9 1 8 16,-1-1-22-16,4-2-5 0,3-1-1 0,2 1 0 15,-2 0-203-15,-3 0-41 0</inkml:trace>
  <inkml:trace contextRef="#ctx0" brushRef="#br0" timeOffset="145424.966">19803 13608 1925 0,'0'0'40'0,"0"0"10"0,0 0-40 0,6-2-10 0,0 2 0 0,0-6 0 16,3 4 74-16,0-1 13 0,-1 0 2 0,4 1 1 15,3-1-33-15,0 1-6 0,0-1-2 0,3 0 0 16,0 1-25-16,6-1-6 0,-4 0-1 0,4 3 0 16,0-2-17-16,-3-4 8 0,6 4-8 0,-7-1 0 15,1 0 9-15,-3 1-9 0,0-3 0 0,-3 2 9 16,0-2-121-16,-3-1-24 0,0 4-4 0</inkml:trace>
  <inkml:trace contextRef="#ctx0" brushRef="#br0" timeOffset="145709.539">19964 13368 2508 0,'-9'-3'71'0,"9"3"16"0,0 0-70 0,0 0-17 0,0 0 0 0,0 0 0 16,0 0 55-16,0 0 7 16,0 0 2-16,0 0 0 15,0 0 0-15,0 0 0 0,0 0 0 0,-3 8 0 0,3 0 0 0,0 0 0 0,0 2 0 0,0 4 0 16,0-1-52-16,0 3-12 0,-3 2 0 0,3 3 0 16,-3 6 0-16,0 5 0 0,0 2 0 15,3 0 0-15,-3-2 0 16,0 0 0-16,3-3 0 0,-3 0 0 0,3-2 0 0,-3-1 0 0,3 0 0 15,0-2 0-15,0 0-53 16,0 0-7-16,0 2-2 0,0-4 0 0,0-1-104 16,3-3-21-16,0-2-4 0</inkml:trace>
  <inkml:trace contextRef="#ctx0" brushRef="#br0" timeOffset="146083.174">21095 13328 1997 0,'0'0'56'0,"0"0"13"0,-6 0-55 0,0 3-14 0,0-1 0 0,0 1 0 15,0-1 61-15,0 1 10 0,3 0 1 0,-3-1 1 16,0 4-7-16,0-1-2 0,-3 0 0 0,3 1 0 31,-3 2-16-31,0-1-4 0,0 1-1 0,-2 3 0 0,-1 0-29 0,-3-1-6 0,0 3 0 0,-3 1-8 16,-3 1 0-16,0 1 0 0,-2 3-15 0,-1-1 5 31,3 1-22-31,-3-1-4 0,3 1 0 0,0-1-1 0,4-2-25 16,-1-2-5-16,0-4-1 0</inkml:trace>
  <inkml:trace contextRef="#ctx0" brushRef="#br0" timeOffset="146728.117">20654 13426 2191 0,'3'-11'62'0,"0"-2"14"15,0 2-61-15,0 1-15 0,0 2 0 0,0 0 0 16,0 0 71-16,0 5 11 0,-3 3 2 0,0 0 1 16,0 0-17-16,0 0-3 0,6 0-1 0,-3 3 0 15,3 2 0-15,0 1 0 0,3 2 0 0,-3 2 0 16,3 1-51-16,0 2-13 0,-1 0 0 0,4 3 0 16,-3 0 0-16,3 5 0 0,0 0 0 0,3 3-10 15,0 0 10-15,0 0 0 0,0 2 0 0,2-2 0 16,-2-3-52-16,0-2-6 0,3-1-1 0,-3-2 0 15,0-3-57-15,0 1-12 0,0-4-3 0,-3-2 0 16,-1 0-46-16,-2-3-10 0,3 1-1 0,-3-1-1 16,0-5 100-16,-3 2 20 0,3-2 4 0,-3-2 1 0,0 2 102 0,-3-3 21 15,3 1 4-15,0-1 1 0,-3-2 0 0,0 2 0 0,0 0 0 16,0-2 0-16,-3 0 50 0,3-1 10 0,0 1 3 0,-3-3 0 16,3 3-23-1,0-6-4-15,0 3 0 0,3-2-1 0,0-1-29 16,2 1-6-16,-2 2 0 0,3-3-1 0,0 3-24 0,0 0-5 0,3 0-1 15,-3 0 0-15,3 3-13 0,-3 0-2 0,3-1-1 0,0 6 0 16,0-2-5-16,-3 4-2 0,-1-2 0 0,1 6 0 16,-3-4-10-16,0 4 10 0,0-1-10 0,-3 0 10 15,0 1-10-15,-3 2 8 0,3-3-8 0,-3 3 8 16,0 0-8-16,0-3-12 0,0 3 2 0,-3 0 1 16,0-3-14-1,0 3-2-15,0 0-1 0,0-3 0 0,-3 1 0 0,3-1 0 0,0 0 0 16,0-2 0-16,3-3 6 0,0 0 0 0,0 0 1 0,0 0 0 15,0 5 5-15,0-5 1 0,6 5 0 0,0-2 0 16,0-3 4-16,3 0 1 0,3 3 0 0,0-6 0 16,0 3 8-16,0 0 0 0,0-3 0 0,0 3 0 15,0 0 0-15,-4 3 11 0,1-3-1 0,0 3 0 16,0-3-10-16,-3 2-14 0,0 1 3 0,0 0 1 16,-3 2 46-16,0-2 8 0,0 2 3 0,-3 0 0 15,0 3-23-15,0 0-4 0,0 0 0 0,-3 3-1 0,0-1-8 16,-3 1-2-16,3-1 0 0,-6 4 0 0,3-4-9 15,-3 3 10-15,-3-2-10 0,1 2 10 0,-1-2-10 16,-6-1 0-16,0 1 0 0,0 2-11 16,0-2-17-16,0-1-3 0,-3 1-1 0,4-3 0 15,-1 0-80-15,3 0-16 0,0-3-3 0</inkml:trace>
  <inkml:trace contextRef="#ctx0" brushRef="#br0" timeOffset="147208.695">21690 13569 1691 0,'0'0'71'16,"0"0"-57"-16,0 0 78 16,0 0 16-16,0 0 4 0,3 5 0 15,0 0-32-15,0-2-7 0,0 2-1 0,3-2 0 0,0-1-15 0,3 4-3 0,3-4-1 0,-3 1 0 16,2 0-9-16,1-1-1 0,0-2-1 0,3 0 0 16,0 0-24-16,0 0-5 0,3 0-1 0,3-2 0 15,-1-1-12 1,1 0 0-16,6 1 0 0,-3-4 0 0,3 4 12 0,-1-3-1 0,1-1 0 15,-3 1 0-15,-3 0-20 0,0-1-4 0,0 1-1 16,-7 0 0 0,1 0-104-16,-3-1-21 0,-3 1-4 0</inkml:trace>
  <inkml:trace contextRef="#ctx0" brushRef="#br0" timeOffset="147495.124">21848 13423 2108 0,'0'0'44'0,"-6"-2"10"16,6 2-43-16,0 0-11 0,0 0 0 0,0 0 0 15,0 0 82-15,0 0 14 0,0-6 4 0,0 6 0 16,0 0-16-16,0 0-2 0,0 0-1 0,0 0 0 16,0 0-13-16,0 0-4 0,0 0 0 0,0 0 0 15,3 6-51-15,-3-1-13 0,3 0 0 0,-3 6 0 16,3-1 0-16,-3 3 0 0,0 1 0 0,0 4 0 15,0 3 0-15,0 1 0 0,0 4 0 0,0 0 0 16,0 1 0-16,0-3 0 0,0 2 0 0,0-2 0 0,0-3 0 16,0 0 0-16,0-2 0 0,0 2 0 0,0-5 0 0,0 0 0 15,0 0 0-15,0-3 0 16,0 0-174-16,3-2-38 0,-3-1-7 0</inkml:trace>
  <inkml:trace contextRef="#ctx0" brushRef="#br0" timeOffset="147871.515">22854 13293 1579 0,'0'0'32'0,"0"0"10"16,0 0-34-16,0 0-8 0,0 0 0 0,0 0 0 15,-6 0 104-15,0 3 20 0,0 0 3 0,-3-1 1 16,0 1-52-16,0 0-9 0,0-1-3 0,0 1 0 16,-3 2 52-16,1 1 9 0,2-1 3 0,-3 3 0 15,0-3-103-15,-3 3-25 0,3 3 0 0,-3-1 0 16,0 1 0-16,3 2 0 0,-3 0 0 0,1 3 0 15,-1-3 32-15,-3 3 2 0,-3 3 0 0,0-1 0 16,0-2-34-16,0 5 0 0,-2-2 0 0,-4 2 0 16,6-2-19-16,-3-4-1 0,0 1 0 0,1 0 0 15,5-5-44-15,0-1-8 0,0-2-3 0,3-2 0 16,3-1-145-16,-3-2-28 0</inkml:trace>
  <inkml:trace contextRef="#ctx0" brushRef="#br0" timeOffset="148111.48">22354 13407 2066 0,'9'-24'43'0,"-6"17"10"0,0-4-42 0,0 3-11 0,3-3 0 0,-3 3 0 16,3 1 103-16,-1-1 18 0,1 2 4 0,-3 1 1 15,0 2-54-15,3-2-12 0,-6 5-1 0,0 0-1 16,3 0-13-16,3 3-2 0,0-1-1 0,-3 4 0 16,3 2-10-16,0 0-1 0,0 2-1 0,0 3 0 15,0 3-14-15,3-3-2 0,-3 6-1 0,3 0 0 16,0-1-13-16,3 1 8 0,-3 2-8 0,2 3 0 15,1-1 0-15,-3 1 0 0,3 0 0 0,-3 0 0 16,3-3 0-16,-3-3-10 0,3 1 0 0,0 0 0 16,-3-6-84-16,3 0-17 0,-1-2-3 0,-2 2-1 15,0-5-128-15,3-3-25 0</inkml:trace>
  <inkml:trace contextRef="#ctx0" brushRef="#br0" timeOffset="148709.002">22937 13608 1782 0,'0'0'75'0,"0"0"-60"16,0 0 85-16,0 0 18 0,0 0 3 0,0 0 1 15,0 0-34-15,0 0-8 0,3-2 0 0,-3 2-1 16,0 0-11-16,0 0-1 0,0 0-1 0,0 0 0 31,0 0-53-31,0 8-13 0,0-3 0 0,-3 3 0 16,0-3 54-16,-3 3 8 0,0 0 2 0,-3 3 0 15,3-3-52-15,-3 0-12 0,-2-1 0 0,2 1 0 0,-6 0 0 0,3 0 0 0,-3 0 0 0,0 0 0 16,0 0 0-16,0 0 0 0,0-3 0 0,4 3 0 16,-1-2 0-16,0-1 0 0,3 0-10 0,0 3 10 15,0-5 0-15,3 2 0 0,0 0 0 0,0 1 11 16,3-1-27-16,3-5-6 0,0 0-1 0,0 5 0 16,0-5-14-1,0 5-3-15,0-5-1 0,6 6 0 0,-3-4 33 0,6 1 8 0,-3 0 0 16,3-1 0-16,0-2 16 0,0 0 6 0,3-2 1 15,-3 2 0-15,2-3-43 0,1 0-9 0,0 1-2 16,0-1 0-16,0-2-27 0,0 0-6 16,0-1 0-16,-3 1-1 0,0-3 2 0,0 3 1 15,-3-1 0-15,3 1 0 0,-6-3 36 0,0 3 7 0,-1 0 2 0,1-1 0 16,-3 1 34-16,0-3 7 0,0 3 2 0,-3 0 0 16,1 2 28-16,2-2 6 0,-3-1 0 0,3 6 1 15,-3-5-8-15,3 5-1 0,-3-5-1 0,3 5 0 16,0 0-30-16,0 0-5 0,-6-3-2 0,6 3 0 15,0 0 40-15,0 0 8 0,0 0 2 0,0 0 0 16,0 0-52-16,0 0-12 0,-3 5 0 0,3 3 0 16,0-2 0-16,0 2 0 0,0 2 0 0,3-2 0 15,-3 0 0-15,0 3 0 0,3-4 0 0,-3 4 0 0,0 0 0 0,3-1 0 16,-3 1 0-16,0-1 0 0,0 1 0 0,0 0 0 16,0-1 0-16,0 1 0 0,-3 2 0 0,3 0 0 15,-3 0 0-15,0-2 0 0,3 2-9 0,-3 0-5 16,0-2-1-16,3 2 0 15,-3-2-14-15,0-1-3 0,3-2-1 0,-3 0 0 16,3 0-24-16,0 0-5 0,0-3-1 0,0 1 0 16,0-6-101-16,0 0-20 0,0 0-4 0</inkml:trace>
  <inkml:trace contextRef="#ctx0" brushRef="#br0" timeOffset="149445.612">23146 13066 2161 0,'0'0'61'0,"0"0"14"16,0 0-60-16,0 0-15 0,0 0 0 0,3 0 0 15,2 0 70-15,1 3 11 0,3-1 3 0,-3 4 0 16,3 1-9-16,0 4-2 0,0-3 0 0,3 8 0 15,-3 0-58-15,3 5-15 0,0 0 0 0,-3 3 0 16,0 2 54-16,-3 1 8 0,0 5 2 0,-1-1 0 16,-5-2-52-16,0 6-12 0,0-3 0 0,-3 7 0 15,-5 4 0-15,-1 2 0 0,-3 2 0 0,0 3-10 16,-6-7 10-16,3-3 0 0,-3-1 8 0,-3 1-8 16,7-3 0-16,-4 0 0 0,0 0 0 0,3 0 0 15,0-3 10-15,3-4-2 0,0-4-8 0,0 3 12 16,0-8-28-16,0 0-7 0,-2-5-1 0,2 0 0 15,-3 0-39-15,-3-3-8 0,-3-2-1 0,0-1-1 16,0 1-75-16,1-6-14 0,-1 3-3 0</inkml:trace>
  <inkml:trace contextRef="#ctx0" brushRef="#br0" timeOffset="150139.604">16267 13452 1337 0,'0'0'56'0,"0"0"-44"16,0 0 92-16,0 0 20 0,0 0 3 0,0 0 1 15,0 0-10-15,0 0-2 0,0 0 0 0,-3 8 0 16,0 0-35-16,-3 3-7 0,3 2-2 0,0 3 0 16,-3 5-3-16,0 5-1 0,0 4 0 0,0 4 0 15,0 3-68-15,0 0-15 0,0 0-2 0,0 8-1 16,0-3 18-16,0 6 0 0,0 2 0 0,3 1 0 15,0-4 0-15,0-2 8 0,6 0-8 0,-3 3 0 16,3-3 0-16,0 0 0 0,3-3 0 0,0 3 0 16,3-5 14-16,3-1 0 0,0-1 0 0,3-4 0 15,3-2-14-15,2-3 0 0,4-3 0 0,3-2 0 16,3 0-13-16,3 0-6 0,2-3-1 0,4-3 0 16,0-4 0-16,-1-6-1 0,4-6 0 0</inkml:trace>
  <inkml:trace contextRef="#ctx0" brushRef="#br0" timeOffset="150829.891">22223 9012 1806 0,'0'-8'51'0,"0"3"12"0,0 0-51 0,-3-1-12 0,3 1 0 0,0 5 0 15,-3-5 90-15,3 5 15 0,-3-3 3 0,3 3 1 16,0 0-24-16,-6 3-5 0,3 0 0 0,-3 4-1 16,0 4-47-16,0 2-8 0,3 3-3 0,-3 5 0 15,0 6-8-15,3 5-1 0,0-1-1 0,0 6 0 16,3-2-3-16,0 2 0 0,0-3 0 0,3 6 0 16,0 0-8-16,0-1 0 15,6 4 0-15,-3 2 0 0,0-6 0 0,3-2 8 0,0 0-8 0,0 0 0 16,3-8 22-16,0-2-1 0,0-3 0 0,-1 0 0 15,4-6-68 1,3 3-13-16,0-5-4 0,6 0 0 0,0-3-64 0,5-5-12 0,1 3-4 16</inkml:trace>
  <inkml:trace contextRef="#ctx0" brushRef="#br0" timeOffset="151331.988">24408 8962 1561 0,'0'0'32'0,"3"-5"8"0,3 2-32 0,-3-2-8 0,2 2 0 0,1 3 0 15,0-3 77-15,0 1 14 0,0 2 2 0,0 0 1 16,3 0-6-16,-3 0-2 0,3 2 0 0,0 1 0 15,0 2-10-15,3 1-1 0,0-1-1 0,0 3 0 16,0 3-19-16,-1 2-4 0,1 0-1 0,-3 8 0 16,3 0-21-16,-3 8-4 0,-3 1-1 0,3 4 0 15,-6 0-8-15,0 1-1 0,0 2-1 0,-3 2 0 16,0 1-3-16,-6 0-1 0,0 2 0 0,-3 3 0 16,0-5 2-16,-6 2 0 0,0-2 0 0,1 2 0 15,-7-7-12-15,3-4 0 0,-6-2 0 0,0 3 8 16,0-3-8-16,1 0-17 0,-4 1 4 0,3-1 1 15,0-6-28-15,0 1-4 0,4-3-2 0,-4 1 0 16,3-4-37-16,3-2-7 0,-3-5-2 0</inkml:trace>
  <inkml:trace contextRef="#ctx0" brushRef="#br0" timeOffset="152141.56">18550 1863 1910 0,'0'0'40'0,"0"0"9"0,0 0-39 0,0 0-10 0,0 0 0 0,-3 8 0 16,0 0 52-16,-3 5 9 0,0 0 2 0,0-2 0 15,0 5 1-15,-3 2 0 0,0 1 0 0,0 7 0 16,3-5-30-16,-3 6-6 0,3 2 0 0,-3 5-1 0,6-2-13 0,0 2-2 0,3 3-1 0,3 0 0 31,3-7-11-31,0 1 0 0,6-2 9 0,-3 1-9 16,3-1 0-16,3-6 0 0,0 4 0 0,0-3 0 0,0 0 0 15,2 2 0-15,1-5 0 0,0 3 8 16,3-8-8-16,0 5 0 0,3-8 0 0,-1 3 0 16,4-5-188-16,3-1-40 0</inkml:trace>
  <inkml:trace contextRef="#ctx0" brushRef="#br0" timeOffset="152757.258">21371 1730 1534 0,'-2'-5'44'0,"-1"3"8"0,0-6-41 0,3 0-11 0,-3 2 0 0,0 4 0 15,0-4 57-15,3 6 10 0,0-7 1 0,0 7 1 16,0-6-4-16,0 6-1 0,0-2 0 0,0 2 0 15,3-6-4-15,-3 6 0 0,6-2-1 0,0 2 0 16,-4-6-26-16,4 6-5 0,3 6 0 0,-3-6-1 16,3 2-2-16,0 4 0 0,0-4 0 0,0 6 0 15,6 3-5-15,0-1-2 0,0 4 0 0,0 1 0 16,2 7-18-16,-2-1 0 0,3 8 0 0,3 0 0 16,-6-3 0-16,0 4 0 0,0-1 0 0,0 5 0 15,-4-5 52-15,1 8 9 0,-3-5 3 0,-3 10 0 16,0-5-52-16,-6 0-12 0,0 3 0 0,-3 2 0 15,0-10 0-15,-6 3-15 0,-3-6 3 0,0 0 1 16,1 0 11-16,-4-8 0 0,-3 5 10 0,0 1-10 16,0-3 11-16,-3 0-11 0,3 2 12 0,-2 3-12 15,2-10-44-15,0 2-16 0,0 0-4 0,0 0 0 16,0-5-153-16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9T23:08:12.80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18746 2691 1797 0,'3'-11'76'0,"-3"1"-61"16,0 2 87-16,0-3 18 15,0 3 3-15,-3 3 1 0,-3-3-40 0,3 0-7 0,-3 3-1 0,-3 2-1 16,0 3-9-16,0 0-2 0,-2 0 0 0,-1 3 0 16,0 2-51-16,0 3-13 0,-3 0 0 0,3 5 0 15,0 3 0-15,0-3 0 0,0 6 0 0,0 2 0 31,-2 0 14-31,5 0 0 0,-3 1 0 0,0 4 0 0,3 1-14 0,0 2 0 0,0 2 0 16,0 4 0-16,0 2-11 0,3 0-1 0,3 0-1 0,-3 0 0 16,3 0 13-16,0-5 0 0,0-3 0 0,0 5 0 15,3-2 0-15,-3 0 0 16,3 5 0-16,-3-3 0 0,3 1 0 0,-3-1 0 0,3 0 0 0,-3 1 0 16,0-6 0-16,0 3 0 0,1-9 0 0,-4 1 0 15,0-3 16-15,0 1 5 0,-3-4 2 0,0 1 0 16,0-1-37-16,-3 1-7 0,0-1-2 0,-3 1 0 15,3-3-1-15,0-3 0 0,0 3 0 0,1-6 0 16,-1-2-115-16,0 0-23 0,3-5-5 0</inkml:trace>
  <inkml:trace contextRef="#ctx0" brushRef="#br0" timeOffset="183.925">18225 3315 2066 0,'-3'-13'43'0,"3"5"10"0,0-5-42 0,3 2-11 0,-3 6 0 15,3-3 0-15,0 0 104 0,0 0 20 0,3 0 3 0,0 6 1 16,3-1-70-16,0-5-14 0,3 3-2 0,0 2-1 16,0-2-14-16,5 0-3 0,-2 2-1 0,6-2 0 15,0 2-23-15,3 3 0 0,0-8 0 0,2 8 0 32,1-8-47-32,3 8-13 0,0-8-4 0</inkml:trace>
  <inkml:trace contextRef="#ctx0" brushRef="#br0" timeOffset="436.303">19145 3130 2067 0,'0'0'87'0,"0"0"-70"15,0 0 86-15,0 0 17 0,0 0 3 0,0 0 1 16,3 0-44-16,3 3-9 0,3-3-2 0,0 0 0 15,0-3-20-15,3 3-4 0,0 0-1 0,-1 0 0 16,4-2-13-16,0-1-3 0,0 3-1 0,3-5 0 16,0 2-13-16,-3 3-2 0,3-5-1 0,-1 2 0 15,1 3-11-15,0 0 0 0,-3 0 0 0,3 0 0 16,0 0-13-16,-3 0-5 0,2 0-1 0,-2 0 0 16,-3 0-87-16,0 0-18 0,-3 0-3 0</inkml:trace>
  <inkml:trace contextRef="#ctx0" brushRef="#br0" timeOffset="650.431">19231 3337 2176 0,'0'0'62'0,"0"0"13"0,0 0-60 16,0 0-15-16,0 0 0 0,0 0 0 0,6 5 74 0,0-2 12 0,0-1 2 0,3 3 1 15,0-5-1-15,0 0-1 0,3 0 0 0,-3 0 0 16,3 0-47-16,3 0-8 0,-1 0-3 0,1-5 0 15,0 0-13-15,3 0-4 0,0-1 0 0,3 1 0 16,3-3-60-16,2 3-13 16,1-1-3-16,3 1 0 0,0-3-168 0,2 0-35 0</inkml:trace>
  <inkml:trace contextRef="#ctx0" brushRef="#br0" timeOffset="1357.347">20190 2919 1349 0,'-3'-8'56'0,"0"2"-44"16,3 4 108-16,-3-6 23 0,3 0 4 0,-3 2 1 16,3 1-33-16,0 3-7 0,-3-6 0 0,3 2-1 15,0 4-27-15,0-4-4 0,0 1-2 0,3 2 0 16,0-2-20-16,0 3-4 0,0-4-1 0,0 4 0 16,3-4-15-16,0 1-3 0,3 0-1 0,0 2 0 15,2 0-7-15,1-2-2 0,0 2 0 0,6 3 0 16,-3-5-5-16,0 5 0 0,3 0-1 0,-3 0 0 15,2 0-15-15,-2 0 11 0,3 5-11 0,-3-5 10 16,-3 3-10-16,0 2 0 0,0-2 9 0,-3 2-9 16,-3 1 0-16,0 2 0 0,0 0 0 0,-3-1 0 15,-3-1 0-15,0 4 0 0,0 4 0 0,-3-4 0 16,0 3-12-16,-3 1 4 0,-3-1 0 0,0 5 0 16,-3-2-4-16,0 5 0 0,-3-2 0 0,0 5 0 15,0-8 1-15,0 5 0 0,4-5 0 0,-4 2 0 16,0 1 11-16,3-3-13 0,0-3 5 0,0 3 8 15,0-3-10-15,3 0 10 0,3-2 0 0,-3-1-9 16,3 1 9-16,0 2 0 0,3-8 0 0,1 6 0 16,-1-3-26-16,3 0 0 0,0 0 0 0,0 0 0 15,3 2 26-15,-1-2 0 0,1 0 0 0,0-3 0 0,0 1 16 0,3 4 8 16,0-2 1-16,0-2 1 16,0 2-42-16,0-1-8 0,3 1-1 0,-3 0-1 0,0-2 48 0,3 2 10 0,-3 0 1 0,0 2 1 15,0-2-34-15,0 0 0 16,0 3 0-16,0-3 0 15,0-1-75-15,-3-1-21 0,3 4-5 0</inkml:trace>
  <inkml:trace contextRef="#ctx0" brushRef="#br0" timeOffset="1533.877">20356 3681 2553 0,'-11'5'53'0,"11"-5"12"0,0 0-52 0,0 0-13 0,0 0 0 0,0 0 0 15,0 0 122-15,0 0 22 0,0 0 4 0,0 0 0 16,0 0-80-16,0 0-17 0,0 0-3 0,0 0-1 16,0 0-35-16,0 0-12 0,0 0 0 0,0 0 9 15,3-8-152-15,0 0-30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533400"/>
            <a:ext cx="3429000" cy="1143000"/>
          </a:xfrm>
        </p:spPr>
        <p:txBody>
          <a:bodyPr anchor="b"/>
          <a:lstStyle>
            <a:lvl1pPr>
              <a:defRPr sz="3200" b="0">
                <a:solidFill>
                  <a:srgbClr val="F5E985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828800"/>
            <a:ext cx="3429000" cy="17526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189423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818251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754826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993867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06660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678336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84857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109135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148510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214220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04800"/>
            <a:ext cx="22288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04800"/>
            <a:ext cx="65341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344663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533400"/>
            <a:ext cx="3429000" cy="1143000"/>
          </a:xfrm>
        </p:spPr>
        <p:txBody>
          <a:bodyPr anchor="b"/>
          <a:lstStyle>
            <a:lvl1pPr>
              <a:defRPr sz="3200" b="0">
                <a:solidFill>
                  <a:srgbClr val="F5E985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828800"/>
            <a:ext cx="3429000" cy="17526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2903860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47161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552063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485627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228549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2507396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03725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854641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326263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8154716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04800"/>
            <a:ext cx="22288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04800"/>
            <a:ext cx="65341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11302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4DFBE3-8441-4FA9-9B8C-7F5C660D4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43F98FB-39FB-462F-9140-C5C46C7BE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949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73F5B2-1412-4071-B824-3B9C76310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859326-40B5-4CFB-8FD7-713380646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184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iastate.edu/courses/89436/modules/items/445937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customXml" Target="../ink/ink6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1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 #03 due on Sunday @ 11:59 PM 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#3 due on Friday @ 4:25 PM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#03 this week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03 this week</a:t>
            </a:r>
          </a:p>
          <a:p>
            <a:pPr marL="731520" lvl="3" indent="-182880" eaLnBrk="1" hangingPunct="1">
              <a:spcAft>
                <a:spcPts val="6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rgbClr val="0066FF"/>
                </a:solidFill>
              </a:rPr>
              <a:t>Lecture-11 Readings: </a:t>
            </a:r>
            <a:r>
              <a:rPr lang="en-US" sz="3000" dirty="0"/>
              <a:t>Section 2.14, 2.15, 2.16</a:t>
            </a:r>
          </a:p>
          <a:p>
            <a:pPr marL="0" lvl="1" indent="0" eaLnBrk="1" hangingPunct="1">
              <a:spcAft>
                <a:spcPts val="600"/>
              </a:spcAft>
              <a:buNone/>
              <a:defRPr/>
            </a:pPr>
            <a:r>
              <a:rPr lang="en-US" sz="3000" dirty="0">
                <a:solidFill>
                  <a:srgbClr val="FF0000"/>
                </a:solidFill>
              </a:rPr>
              <a:t>Verilog part 2: </a:t>
            </a:r>
            <a:r>
              <a:rPr lang="en-US" sz="3000" dirty="0">
                <a:solidFill>
                  <a:srgbClr val="0066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Posted on Canvas under </a:t>
            </a:r>
            <a:r>
              <a:rPr lang="en-US" sz="3000" dirty="0" err="1">
                <a:solidFill>
                  <a:srgbClr val="0066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lec</a:t>
            </a:r>
            <a:r>
              <a:rPr lang="en-US" sz="3000" dirty="0">
                <a:solidFill>
                  <a:srgbClr val="0066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8</a:t>
            </a:r>
            <a:endParaRPr lang="en-US" sz="3000" dirty="0">
              <a:solidFill>
                <a:srgbClr val="0066FF"/>
              </a:solidFill>
            </a:endParaRPr>
          </a:p>
          <a:p>
            <a:pPr marL="0" lvl="1" indent="0" eaLnBrk="1" hangingPunct="1">
              <a:spcAft>
                <a:spcPts val="600"/>
              </a:spcAft>
              <a:buNone/>
              <a:defRPr/>
            </a:pPr>
            <a:r>
              <a:rPr lang="en-US" sz="3000" dirty="0">
                <a:solidFill>
                  <a:srgbClr val="0066FF"/>
                </a:solidFill>
              </a:rPr>
              <a:t>Midterm 1: </a:t>
            </a:r>
            <a:r>
              <a:rPr lang="en-US" sz="3000" dirty="0">
                <a:highlight>
                  <a:srgbClr val="FFFF00"/>
                </a:highlight>
              </a:rPr>
              <a:t>Friday, Feb 18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10 – Minimization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Karnaugh Map (K-map)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Two-Variable K-map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Three-Variable K-Map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Four-Variable K-Map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Five-Variable K-Map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Strategy for Minimization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Minimization of Sum-of-Products Forms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Minimization of Product-of-Sums Forms</a:t>
            </a:r>
          </a:p>
          <a:p>
            <a:pPr lvl="1" eaLnBrk="1" hangingPunct="1">
              <a:defRPr/>
            </a:pPr>
            <a:endParaRPr lang="en-US" sz="3000" kern="0" dirty="0">
              <a:solidFill>
                <a:srgbClr val="000000"/>
              </a:solidFill>
            </a:endParaRPr>
          </a:p>
          <a:p>
            <a:pPr marL="457200" lvl="1" indent="0" eaLnBrk="1" hangingPunct="1">
              <a:buNone/>
              <a:defRPr/>
            </a:pPr>
            <a:endParaRPr lang="en-US" sz="3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58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8F94-EEF1-4068-848B-6A628B751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15400" cy="6858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94197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3">
            <a:extLst>
              <a:ext uri="{FF2B5EF4-FFF2-40B4-BE49-F238E27FC236}">
                <a16:creationId xmlns:a16="http://schemas.microsoft.com/office/drawing/2014/main" id="{8D84EEC1-BFE5-4883-BCE6-33AC83752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599"/>
            <a:ext cx="9144000" cy="571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Karnaugh Maps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Readings-2.11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ABB284AF-FD2D-402E-8FA0-58223423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95275"/>
          </a:xfrm>
        </p:spPr>
        <p:txBody>
          <a:bodyPr/>
          <a:lstStyle/>
          <a:p>
            <a:r>
              <a:rPr lang="en-US" altLang="en-US" sz="3400" dirty="0"/>
              <a:t>Step-By-Step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682E6-A4C9-4039-9437-82FAC58D03A6}"/>
              </a:ext>
            </a:extLst>
          </p:cNvPr>
          <p:cNvGrpSpPr/>
          <p:nvPr/>
        </p:nvGrpSpPr>
        <p:grpSpPr>
          <a:xfrm>
            <a:off x="457200" y="1219200"/>
            <a:ext cx="1328737" cy="2114550"/>
            <a:chOff x="457200" y="1219200"/>
            <a:chExt cx="1328737" cy="211455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8560B3-E6B0-4A8B-961B-289DABB9221A}"/>
                </a:ext>
              </a:extLst>
            </p:cNvPr>
            <p:cNvGrpSpPr/>
            <p:nvPr/>
          </p:nvGrpSpPr>
          <p:grpSpPr>
            <a:xfrm>
              <a:off x="457200" y="1219200"/>
              <a:ext cx="1328737" cy="2114550"/>
              <a:chOff x="3963988" y="2576513"/>
              <a:chExt cx="1328737" cy="2114550"/>
            </a:xfrm>
          </p:grpSpPr>
          <p:sp>
            <p:nvSpPr>
              <p:cNvPr id="43010" name="Line 24">
                <a:extLst>
                  <a:ext uri="{FF2B5EF4-FFF2-40B4-BE49-F238E27FC236}">
                    <a16:creationId xmlns:a16="http://schemas.microsoft.com/office/drawing/2014/main" id="{F2298062-E42F-4D8D-BE7E-70643A7A3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3988" y="3024188"/>
                <a:ext cx="132873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1" name="Line 25">
                <a:extLst>
                  <a:ext uri="{FF2B5EF4-FFF2-40B4-BE49-F238E27FC236}">
                    <a16:creationId xmlns:a16="http://schemas.microsoft.com/office/drawing/2014/main" id="{CBB6DCEE-331F-4376-BEB7-97768C31B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22813" y="2576513"/>
                <a:ext cx="1587" cy="211455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2" name="Rectangle 27">
                <a:extLst>
                  <a:ext uri="{FF2B5EF4-FFF2-40B4-BE49-F238E27FC236}">
                    <a16:creationId xmlns:a16="http://schemas.microsoft.com/office/drawing/2014/main" id="{3678AA5A-DEF6-4BDE-88F6-96FA85940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625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3" name="Rectangle 28">
                <a:extLst>
                  <a:ext uri="{FF2B5EF4-FFF2-40B4-BE49-F238E27FC236}">
                    <a16:creationId xmlns:a16="http://schemas.microsoft.com/office/drawing/2014/main" id="{EA7BEB24-FFFA-4D67-8457-5CC58844D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688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4" name="Rectangle 29">
                <a:extLst>
                  <a:ext uri="{FF2B5EF4-FFF2-40B4-BE49-F238E27FC236}">
                    <a16:creationId xmlns:a16="http://schemas.microsoft.com/office/drawing/2014/main" id="{63A37437-3C1D-4B56-8662-5DED61997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400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5" name="Rectangle 30">
                <a:extLst>
                  <a:ext uri="{FF2B5EF4-FFF2-40B4-BE49-F238E27FC236}">
                    <a16:creationId xmlns:a16="http://schemas.microsoft.com/office/drawing/2014/main" id="{24A06A1C-9AA8-4484-9EBB-FCDF63D1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0875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6" name="Rectangle 31">
                <a:extLst>
                  <a:ext uri="{FF2B5EF4-FFF2-40B4-BE49-F238E27FC236}">
                    <a16:creationId xmlns:a16="http://schemas.microsoft.com/office/drawing/2014/main" id="{A0A73DF2-D4EE-4FBC-8129-69E2B0BBF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7" name="Rectangle 32">
                <a:extLst>
                  <a:ext uri="{FF2B5EF4-FFF2-40B4-BE49-F238E27FC236}">
                    <a16:creationId xmlns:a16="http://schemas.microsoft.com/office/drawing/2014/main" id="{72D70845-A162-4931-96F5-6925CF32B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8" name="Rectangle 33">
                <a:extLst>
                  <a:ext uri="{FF2B5EF4-FFF2-40B4-BE49-F238E27FC236}">
                    <a16:creationId xmlns:a16="http://schemas.microsoft.com/office/drawing/2014/main" id="{001CEFB9-9F3A-4C0F-97AD-0C6ACB134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Rectangle 34">
                <a:extLst>
                  <a:ext uri="{FF2B5EF4-FFF2-40B4-BE49-F238E27FC236}">
                    <a16:creationId xmlns:a16="http://schemas.microsoft.com/office/drawing/2014/main" id="{369ABCB3-2E4B-4106-8880-2BEAFB0C6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Rectangle 35">
                <a:extLst>
                  <a:ext uri="{FF2B5EF4-FFF2-40B4-BE49-F238E27FC236}">
                    <a16:creationId xmlns:a16="http://schemas.microsoft.com/office/drawing/2014/main" id="{0887C753-E6BC-4A1B-A226-373D97D5C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Rectangle 36">
                <a:extLst>
                  <a:ext uri="{FF2B5EF4-FFF2-40B4-BE49-F238E27FC236}">
                    <a16:creationId xmlns:a16="http://schemas.microsoft.com/office/drawing/2014/main" id="{C49BBD1F-3D44-4F21-8C5E-009F78DD5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Rectangle 37">
                <a:extLst>
                  <a:ext uri="{FF2B5EF4-FFF2-40B4-BE49-F238E27FC236}">
                    <a16:creationId xmlns:a16="http://schemas.microsoft.com/office/drawing/2014/main" id="{DDE868DF-DBB7-4BA6-91DC-1296C0721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Rectangle 38">
                <a:extLst>
                  <a:ext uri="{FF2B5EF4-FFF2-40B4-BE49-F238E27FC236}">
                    <a16:creationId xmlns:a16="http://schemas.microsoft.com/office/drawing/2014/main" id="{3EAF1277-F712-43F0-B20E-D560CE813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39">
                <a:extLst>
                  <a:ext uri="{FF2B5EF4-FFF2-40B4-BE49-F238E27FC236}">
                    <a16:creationId xmlns:a16="http://schemas.microsoft.com/office/drawing/2014/main" id="{2DC9A40A-E4BE-489B-95DB-CE03617AC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100388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41">
                <a:extLst>
                  <a:ext uri="{FF2B5EF4-FFF2-40B4-BE49-F238E27FC236}">
                    <a16:creationId xmlns:a16="http://schemas.microsoft.com/office/drawing/2014/main" id="{1FE6FD38-E6B1-47E9-827F-F9848EC0E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481388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43">
                <a:extLst>
                  <a:ext uri="{FF2B5EF4-FFF2-40B4-BE49-F238E27FC236}">
                    <a16:creationId xmlns:a16="http://schemas.microsoft.com/office/drawing/2014/main" id="{8009F02D-5286-4F4C-9494-F40841F84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4252913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45">
                <a:extLst>
                  <a:ext uri="{FF2B5EF4-FFF2-40B4-BE49-F238E27FC236}">
                    <a16:creationId xmlns:a16="http://schemas.microsoft.com/office/drawing/2014/main" id="{0E0F2FDA-1316-4EF6-9F0F-6D04BC30B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865563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A0B14E65-2EAF-457E-AD48-A11AE77DF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4" y="1287462"/>
              <a:ext cx="142668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E2108BD-54D6-45D4-9F01-7C83F1E7EB88}"/>
              </a:ext>
            </a:extLst>
          </p:cNvPr>
          <p:cNvSpPr/>
          <p:nvPr/>
        </p:nvSpPr>
        <p:spPr>
          <a:xfrm>
            <a:off x="2438400" y="716862"/>
            <a:ext cx="2367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1. Draw The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E6B36-43C3-4504-A893-8FB53DDCE6AF}"/>
              </a:ext>
            </a:extLst>
          </p:cNvPr>
          <p:cNvSpPr/>
          <p:nvPr/>
        </p:nvSpPr>
        <p:spPr>
          <a:xfrm>
            <a:off x="2514600" y="2438400"/>
            <a:ext cx="2109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2. Fill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F91E2-08B3-4F18-9D04-E84E53C40330}"/>
              </a:ext>
            </a:extLst>
          </p:cNvPr>
          <p:cNvSpPr/>
          <p:nvPr/>
        </p:nvSpPr>
        <p:spPr>
          <a:xfrm>
            <a:off x="2514600" y="3700433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3. Grouping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B7A32-1FD9-414D-8EA5-3FA6A8A9D56D}"/>
              </a:ext>
            </a:extLst>
          </p:cNvPr>
          <p:cNvSpPr/>
          <p:nvPr/>
        </p:nvSpPr>
        <p:spPr>
          <a:xfrm>
            <a:off x="2514600" y="4731633"/>
            <a:ext cx="3166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4. Write The Expression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1394F8-AACF-4B5C-B473-DFBF324C0E1B}"/>
              </a:ext>
            </a:extLst>
          </p:cNvPr>
          <p:cNvGrpSpPr/>
          <p:nvPr/>
        </p:nvGrpSpPr>
        <p:grpSpPr>
          <a:xfrm>
            <a:off x="6400800" y="532587"/>
            <a:ext cx="1828800" cy="1804988"/>
            <a:chOff x="5216525" y="813271"/>
            <a:chExt cx="1828800" cy="1804988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A908AD6D-E0D2-4E6A-8FCE-E732093D5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512" y="1478434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B886B4CD-12EE-434C-9FEF-08F2478EB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78512" y="2048346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CDD5F766-E2D3-474A-B683-3EBCE21C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8425" y="1478434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481D5D2D-500B-4A2A-B839-65B4700E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8600" y="908521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8B3DCE9D-9FC5-4736-BDF9-CB9CA4FC6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25" y="989484"/>
              <a:ext cx="279400" cy="387350"/>
              <a:chOff x="3339" y="1451"/>
              <a:chExt cx="176" cy="244"/>
            </a:xfrm>
          </p:grpSpPr>
          <p:sp>
            <p:nvSpPr>
              <p:cNvPr id="33" name="Rectangle 9">
                <a:extLst>
                  <a:ext uri="{FF2B5EF4-FFF2-40B4-BE49-F238E27FC236}">
                    <a16:creationId xmlns:a16="http://schemas.microsoft.com/office/drawing/2014/main" id="{8CD3CBDF-F90A-4341-8584-3D23F209B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10">
                <a:extLst>
                  <a:ext uri="{FF2B5EF4-FFF2-40B4-BE49-F238E27FC236}">
                    <a16:creationId xmlns:a16="http://schemas.microsoft.com/office/drawing/2014/main" id="{7DF1E922-DF00-4608-8926-9D97196DF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95A2BD6C-CCAD-41B4-9AD9-071738406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7212" y="1530516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Rectangle 14">
              <a:extLst>
                <a:ext uri="{FF2B5EF4-FFF2-40B4-BE49-F238E27FC236}">
                  <a16:creationId xmlns:a16="http://schemas.microsoft.com/office/drawing/2014/main" id="{A56D4CBB-027E-41DF-B48C-2844A570E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4" y="2106779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85A6337-0A91-4821-AE14-B1FE5D168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05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7050D96-1A50-40AB-8A27-3BE03C61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290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A2F63335-86E2-434C-B9D4-7790CC12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18">
              <a:extLst>
                <a:ext uri="{FF2B5EF4-FFF2-40B4-BE49-F238E27FC236}">
                  <a16:creationId xmlns:a16="http://schemas.microsoft.com/office/drawing/2014/main" id="{17E6028E-A470-4889-ABF8-F020B8C2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1721321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D020A1B2-F3B8-4E0E-95A3-6B18D40B6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6A984944-B89D-4103-857B-F7077F5FA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1721321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93865143-109F-4235-8BAC-754E501A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22E46E9E-0A84-4446-983D-9E21F4616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295996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B80F5D6F-B93F-4DB0-8BB7-B6B2D7582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26">
              <a:extLst>
                <a:ext uri="{FF2B5EF4-FFF2-40B4-BE49-F238E27FC236}">
                  <a16:creationId xmlns:a16="http://schemas.microsoft.com/office/drawing/2014/main" id="{A14976C4-4013-4CF8-9B18-50F8C0252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2295996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7" name="Group 48">
              <a:extLst>
                <a:ext uri="{FF2B5EF4-FFF2-40B4-BE49-F238E27FC236}">
                  <a16:creationId xmlns:a16="http://schemas.microsoft.com/office/drawing/2014/main" id="{A962565E-9D80-4E5E-8A95-B4CB13464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6262" y="813271"/>
              <a:ext cx="279400" cy="387350"/>
              <a:chOff x="3339" y="1451"/>
              <a:chExt cx="176" cy="244"/>
            </a:xfrm>
          </p:grpSpPr>
          <p:sp>
            <p:nvSpPr>
              <p:cNvPr id="48" name="Rectangle 49">
                <a:extLst>
                  <a:ext uri="{FF2B5EF4-FFF2-40B4-BE49-F238E27FC236}">
                    <a16:creationId xmlns:a16="http://schemas.microsoft.com/office/drawing/2014/main" id="{B1B3D27C-F5B0-4FE1-8408-9F4DDE9D4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50">
                <a:extLst>
                  <a:ext uri="{FF2B5EF4-FFF2-40B4-BE49-F238E27FC236}">
                    <a16:creationId xmlns:a16="http://schemas.microsoft.com/office/drawing/2014/main" id="{9B17121A-568A-4D98-B1CB-16970FAA3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79315DE-9F5A-4584-8148-6297A8F972B4}"/>
              </a:ext>
            </a:extLst>
          </p:cNvPr>
          <p:cNvGrpSpPr/>
          <p:nvPr/>
        </p:nvGrpSpPr>
        <p:grpSpPr>
          <a:xfrm>
            <a:off x="6384925" y="2438400"/>
            <a:ext cx="1828800" cy="1804988"/>
            <a:chOff x="5168900" y="3031312"/>
            <a:chExt cx="1828800" cy="1804988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69B45BBB-B23F-48C1-A68B-771EF3669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7" y="3696475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Line 4">
              <a:extLst>
                <a:ext uri="{FF2B5EF4-FFF2-40B4-BE49-F238E27FC236}">
                  <a16:creationId xmlns:a16="http://schemas.microsoft.com/office/drawing/2014/main" id="{1CB34381-44C7-4D14-B709-8CC04E15D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0887" y="4266387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Line 5">
              <a:extLst>
                <a:ext uri="{FF2B5EF4-FFF2-40B4-BE49-F238E27FC236}">
                  <a16:creationId xmlns:a16="http://schemas.microsoft.com/office/drawing/2014/main" id="{20822A95-D040-4B53-A95A-7D7DDC70D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0800" y="3696475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Line 6">
              <a:extLst>
                <a:ext uri="{FF2B5EF4-FFF2-40B4-BE49-F238E27FC236}">
                  <a16:creationId xmlns:a16="http://schemas.microsoft.com/office/drawing/2014/main" id="{783A9540-0FFB-44C7-A015-B65386FB6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975" y="3126562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54" name="Group 47">
              <a:extLst>
                <a:ext uri="{FF2B5EF4-FFF2-40B4-BE49-F238E27FC236}">
                  <a16:creationId xmlns:a16="http://schemas.microsoft.com/office/drawing/2014/main" id="{47AE58C4-9B0B-4DCB-951F-77EE2891C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8900" y="3207525"/>
              <a:ext cx="279400" cy="387350"/>
              <a:chOff x="3339" y="1451"/>
              <a:chExt cx="176" cy="244"/>
            </a:xfrm>
          </p:grpSpPr>
          <p:sp>
            <p:nvSpPr>
              <p:cNvPr id="55" name="Rectangle 9">
                <a:extLst>
                  <a:ext uri="{FF2B5EF4-FFF2-40B4-BE49-F238E27FC236}">
                    <a16:creationId xmlns:a16="http://schemas.microsoft.com/office/drawing/2014/main" id="{D71102C6-C886-4AED-92B2-B5128F426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10">
                <a:extLst>
                  <a:ext uri="{FF2B5EF4-FFF2-40B4-BE49-F238E27FC236}">
                    <a16:creationId xmlns:a16="http://schemas.microsoft.com/office/drawing/2014/main" id="{143F9992-5E94-4D92-8915-6154CD4C1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F53BA347-09CC-4FC7-90CB-89CAE090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425" y="385998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C8FEC37E-A90E-4839-8275-F354FB8AB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7" y="4436250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61DBBCE-B786-48B7-B9E2-C3FBA33E0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42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99B193AD-7098-45EF-9303-DBA39A878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" name="Rectangle 17">
              <a:extLst>
                <a:ext uri="{FF2B5EF4-FFF2-40B4-BE49-F238E27FC236}">
                  <a16:creationId xmlns:a16="http://schemas.microsoft.com/office/drawing/2014/main" id="{04BCAB44-4ABB-4FE1-95DF-1A47F3540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E9E8A9F5-269C-436A-BE3A-69579CF0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3" name="Rectangle 21">
              <a:extLst>
                <a:ext uri="{FF2B5EF4-FFF2-40B4-BE49-F238E27FC236}">
                  <a16:creationId xmlns:a16="http://schemas.microsoft.com/office/drawing/2014/main" id="{28AFC3A3-D3BB-4021-86DC-7442B50A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" name="Rectangle 23">
              <a:extLst>
                <a:ext uri="{FF2B5EF4-FFF2-40B4-BE49-F238E27FC236}">
                  <a16:creationId xmlns:a16="http://schemas.microsoft.com/office/drawing/2014/main" id="{AA44A8F9-944B-40F5-9565-45019C254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5" name="Group 48">
              <a:extLst>
                <a:ext uri="{FF2B5EF4-FFF2-40B4-BE49-F238E27FC236}">
                  <a16:creationId xmlns:a16="http://schemas.microsoft.com/office/drawing/2014/main" id="{07910745-2E51-4C6A-BA37-2CC62A844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8637" y="3031312"/>
              <a:ext cx="279400" cy="387350"/>
              <a:chOff x="3339" y="1451"/>
              <a:chExt cx="176" cy="244"/>
            </a:xfrm>
          </p:grpSpPr>
          <p:sp>
            <p:nvSpPr>
              <p:cNvPr id="66" name="Rectangle 49">
                <a:extLst>
                  <a:ext uri="{FF2B5EF4-FFF2-40B4-BE49-F238E27FC236}">
                    <a16:creationId xmlns:a16="http://schemas.microsoft.com/office/drawing/2014/main" id="{C1214232-C144-4958-A1F0-4DD3E231E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Rectangle 50">
                <a:extLst>
                  <a:ext uri="{FF2B5EF4-FFF2-40B4-BE49-F238E27FC236}">
                    <a16:creationId xmlns:a16="http://schemas.microsoft.com/office/drawing/2014/main" id="{1A2FD6DC-97EA-4EBD-836A-B02A49478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70" name="Rounded Rectangle 2">
            <a:extLst>
              <a:ext uri="{FF2B5EF4-FFF2-40B4-BE49-F238E27FC236}">
                <a16:creationId xmlns:a16="http://schemas.microsoft.com/office/drawing/2014/main" id="{ED7810DB-AD00-48A7-976E-E48087CD858D}"/>
              </a:ext>
            </a:extLst>
          </p:cNvPr>
          <p:cNvSpPr/>
          <p:nvPr/>
        </p:nvSpPr>
        <p:spPr bwMode="auto">
          <a:xfrm>
            <a:off x="7101681" y="3155249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1" name="Rounded Rectangle 10">
            <a:extLst>
              <a:ext uri="{FF2B5EF4-FFF2-40B4-BE49-F238E27FC236}">
                <a16:creationId xmlns:a16="http://schemas.microsoft.com/office/drawing/2014/main" id="{A9A76C40-62A3-41ED-BEFE-4F318770D63E}"/>
              </a:ext>
            </a:extLst>
          </p:cNvPr>
          <p:cNvSpPr/>
          <p:nvPr/>
        </p:nvSpPr>
        <p:spPr bwMode="auto">
          <a:xfrm>
            <a:off x="7122318" y="3737861"/>
            <a:ext cx="1050925" cy="457200"/>
          </a:xfrm>
          <a:prstGeom prst="round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98163E-387C-44C5-B021-6EC17453A5D0}"/>
              </a:ext>
            </a:extLst>
          </p:cNvPr>
          <p:cNvGrpSpPr/>
          <p:nvPr/>
        </p:nvGrpSpPr>
        <p:grpSpPr>
          <a:xfrm>
            <a:off x="6654006" y="4463256"/>
            <a:ext cx="1957387" cy="727168"/>
            <a:chOff x="6654006" y="4640243"/>
            <a:chExt cx="1957387" cy="727168"/>
          </a:xfrm>
        </p:grpSpPr>
        <p:sp>
          <p:nvSpPr>
            <p:cNvPr id="72" name="TextBox 11">
              <a:extLst>
                <a:ext uri="{FF2B5EF4-FFF2-40B4-BE49-F238E27FC236}">
                  <a16:creationId xmlns:a16="http://schemas.microsoft.com/office/drawing/2014/main" id="{67077FA6-87FC-446D-9D77-8438A7502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006" y="4905448"/>
              <a:ext cx="19573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</a:t>
              </a: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4B97E956-629B-4F17-910B-F772B510A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937" y="4640243"/>
              <a:ext cx="3048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_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7406D2F3-2098-43B3-A7B7-E1BE8FA5A388}"/>
              </a:ext>
            </a:extLst>
          </p:cNvPr>
          <p:cNvSpPr/>
          <p:nvPr/>
        </p:nvSpPr>
        <p:spPr>
          <a:xfrm>
            <a:off x="2917812" y="5359893"/>
            <a:ext cx="4786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Note: Find which variable is constant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2C6E50-0C58-4E21-8B75-61B832D1F58E}"/>
                  </a:ext>
                </a:extLst>
              </p14:cNvPr>
              <p14:cNvContentPartPr/>
              <p14:nvPr/>
            </p14:nvContentPartPr>
            <p14:xfrm>
              <a:off x="7338960" y="146520"/>
              <a:ext cx="783720" cy="589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2C6E50-0C58-4E21-8B75-61B832D1F5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9600" y="137160"/>
                <a:ext cx="802440" cy="60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032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6B3F018F-AB88-4FF8-8E37-AA8C467CA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152400"/>
            <a:ext cx="9144000" cy="457200"/>
          </a:xfrm>
        </p:spPr>
        <p:txBody>
          <a:bodyPr/>
          <a:lstStyle/>
          <a:p>
            <a:r>
              <a:rPr lang="en-US" altLang="en-US" sz="3400" dirty="0"/>
              <a:t>Grouping Rules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FD29D38E-8CFC-4DC2-AAAC-307125D50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685800"/>
            <a:ext cx="8991600" cy="5715000"/>
          </a:xfrm>
        </p:spPr>
        <p:txBody>
          <a:bodyPr/>
          <a:lstStyle/>
          <a:p>
            <a:r>
              <a:rPr lang="en-US" altLang="en-US" dirty="0"/>
              <a:t>Group </a:t>
            </a:r>
            <a:r>
              <a:rPr lang="ja-JP" altLang="en-US" dirty="0"/>
              <a:t>“</a:t>
            </a:r>
            <a:r>
              <a:rPr lang="en-US" altLang="ja-JP" dirty="0"/>
              <a:t>1</a:t>
            </a:r>
            <a:r>
              <a:rPr lang="ja-JP" altLang="en-US" dirty="0"/>
              <a:t>”</a:t>
            </a:r>
            <a:r>
              <a:rPr lang="en-US" altLang="ja-JP" dirty="0"/>
              <a:t>s with rectangles</a:t>
            </a:r>
          </a:p>
          <a:p>
            <a:endParaRPr lang="en-US" altLang="en-US" sz="1800" dirty="0"/>
          </a:p>
          <a:p>
            <a:r>
              <a:rPr lang="en-US" altLang="en-US" dirty="0"/>
              <a:t>Both sides a power of 2:</a:t>
            </a:r>
          </a:p>
          <a:p>
            <a:pPr lvl="1"/>
            <a:r>
              <a:rPr lang="en-US" altLang="en-US" dirty="0"/>
              <a:t>1x1, 1x2, 2x1, 2x2, 1x4, 4x1, 2x4, 4x2, 4x4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r>
              <a:rPr lang="en-US" altLang="en-US" dirty="0"/>
              <a:t>Can use the same </a:t>
            </a:r>
            <a:r>
              <a:rPr lang="en-US" altLang="en-US" dirty="0" err="1"/>
              <a:t>minterm</a:t>
            </a:r>
            <a:r>
              <a:rPr lang="en-US" altLang="en-US" dirty="0"/>
              <a:t> more than once</a:t>
            </a:r>
          </a:p>
          <a:p>
            <a:endParaRPr lang="en-US" altLang="en-US" sz="1400" dirty="0"/>
          </a:p>
          <a:p>
            <a:r>
              <a:rPr lang="en-US" altLang="en-US" dirty="0"/>
              <a:t>Can wrap around the edges of the map</a:t>
            </a:r>
          </a:p>
          <a:p>
            <a:endParaRPr lang="en-US" altLang="en-US" sz="1400" dirty="0"/>
          </a:p>
          <a:p>
            <a:r>
              <a:rPr lang="en-US" altLang="en-US" dirty="0">
                <a:solidFill>
                  <a:srgbClr val="0070C0"/>
                </a:solidFill>
              </a:rPr>
              <a:t>Some rules in selecting groups:</a:t>
            </a:r>
          </a:p>
          <a:p>
            <a:pPr lvl="1"/>
            <a:r>
              <a:rPr lang="en-US" altLang="en-US" dirty="0"/>
              <a:t>Try to use as </a:t>
            </a:r>
            <a:r>
              <a:rPr lang="en-US" altLang="en-US" dirty="0">
                <a:solidFill>
                  <a:srgbClr val="FF0000"/>
                </a:solidFill>
              </a:rPr>
              <a:t>few groups </a:t>
            </a:r>
            <a:r>
              <a:rPr lang="en-US" altLang="en-US" dirty="0"/>
              <a:t>as possible to cover all “1”s.</a:t>
            </a:r>
          </a:p>
          <a:p>
            <a:pPr lvl="1"/>
            <a:r>
              <a:rPr lang="en-US" altLang="en-US" dirty="0"/>
              <a:t>For each group, try to make it </a:t>
            </a:r>
            <a:r>
              <a:rPr lang="en-US" altLang="en-US" dirty="0">
                <a:solidFill>
                  <a:srgbClr val="FF0000"/>
                </a:solidFill>
              </a:rPr>
              <a:t>as large as you can </a:t>
            </a:r>
            <a:r>
              <a:rPr lang="en-US" altLang="en-US" dirty="0"/>
              <a:t>(i.e., if you can use a 2x2, don’t use a 2x1 even if that is enough).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91B3C912-6868-4571-BDD4-8406A34F7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498475"/>
          </a:xfrm>
        </p:spPr>
        <p:txBody>
          <a:bodyPr/>
          <a:lstStyle/>
          <a:p>
            <a:r>
              <a:rPr lang="en-US" altLang="en-US" sz="3400" dirty="0"/>
              <a:t>These are all valid groupings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A0D897-A6E0-4DB9-BBFB-B2DE51821021}"/>
              </a:ext>
            </a:extLst>
          </p:cNvPr>
          <p:cNvGrpSpPr/>
          <p:nvPr/>
        </p:nvGrpSpPr>
        <p:grpSpPr>
          <a:xfrm>
            <a:off x="304800" y="838200"/>
            <a:ext cx="8458200" cy="1905000"/>
            <a:chOff x="304800" y="838200"/>
            <a:chExt cx="8458200" cy="1905000"/>
          </a:xfrm>
        </p:grpSpPr>
        <p:pic>
          <p:nvPicPr>
            <p:cNvPr id="55298" name="Picture 28" descr="Screen shot 2013-09-23 at 3.19.19 PM.png">
              <a:extLst>
                <a:ext uri="{FF2B5EF4-FFF2-40B4-BE49-F238E27FC236}">
                  <a16:creationId xmlns:a16="http://schemas.microsoft.com/office/drawing/2014/main" id="{1673666A-BB9D-4100-8509-8B327AD53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299" name="Picture 29" descr="Screen shot 2013-09-23 at 3.19.19 PM.png">
              <a:extLst>
                <a:ext uri="{FF2B5EF4-FFF2-40B4-BE49-F238E27FC236}">
                  <a16:creationId xmlns:a16="http://schemas.microsoft.com/office/drawing/2014/main" id="{21273D17-6714-4482-91DB-F7C7C230A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00" name="Picture 30" descr="Screen shot 2013-09-23 at 3.19.19 PM.png">
              <a:extLst>
                <a:ext uri="{FF2B5EF4-FFF2-40B4-BE49-F238E27FC236}">
                  <a16:creationId xmlns:a16="http://schemas.microsoft.com/office/drawing/2014/main" id="{A9F2740A-51A2-4E32-B9AF-B64AE00D9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63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01" name="Picture 31" descr="Screen shot 2013-09-23 at 3.19.19 PM.png">
              <a:extLst>
                <a:ext uri="{FF2B5EF4-FFF2-40B4-BE49-F238E27FC236}">
                  <a16:creationId xmlns:a16="http://schemas.microsoft.com/office/drawing/2014/main" id="{7F495A48-0D8D-4031-AF8F-6C6C5844C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99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D3F13B3F-9132-4346-A1C2-A78C99082FDA}"/>
                </a:ext>
              </a:extLst>
            </p:cNvPr>
            <p:cNvSpPr/>
            <p:nvPr/>
          </p:nvSpPr>
          <p:spPr bwMode="auto">
            <a:xfrm>
              <a:off x="1074738" y="1506538"/>
              <a:ext cx="354012" cy="94297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1B12FDF-8149-E74A-9FE6-C996DBF110EA}"/>
                </a:ext>
              </a:extLst>
            </p:cNvPr>
            <p:cNvSpPr/>
            <p:nvPr/>
          </p:nvSpPr>
          <p:spPr bwMode="auto">
            <a:xfrm>
              <a:off x="3735388" y="1504950"/>
              <a:ext cx="354012" cy="941388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DF62FD1-0866-874F-AF23-EC43C75D7745}"/>
                </a:ext>
              </a:extLst>
            </p:cNvPr>
            <p:cNvSpPr/>
            <p:nvPr/>
          </p:nvSpPr>
          <p:spPr bwMode="auto">
            <a:xfrm rot="16200000">
              <a:off x="5726906" y="1254919"/>
              <a:ext cx="354013" cy="94297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F9783620-B5F5-8348-90A7-5DDC155EDFDA}"/>
                </a:ext>
              </a:extLst>
            </p:cNvPr>
            <p:cNvSpPr/>
            <p:nvPr/>
          </p:nvSpPr>
          <p:spPr bwMode="auto">
            <a:xfrm rot="16200000">
              <a:off x="7850981" y="1775619"/>
              <a:ext cx="354013" cy="94297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05CD4F-38AF-4525-A2B4-9C8D906F48B9}"/>
              </a:ext>
            </a:extLst>
          </p:cNvPr>
          <p:cNvGrpSpPr/>
          <p:nvPr/>
        </p:nvGrpSpPr>
        <p:grpSpPr>
          <a:xfrm>
            <a:off x="308975" y="2761990"/>
            <a:ext cx="8458200" cy="1905000"/>
            <a:chOff x="304800" y="2057400"/>
            <a:chExt cx="8458200" cy="1905000"/>
          </a:xfrm>
        </p:grpSpPr>
        <p:pic>
          <p:nvPicPr>
            <p:cNvPr id="13" name="Picture 32" descr="Screen shot 2013-09-23 at 3.19.19 PM.png">
              <a:extLst>
                <a:ext uri="{FF2B5EF4-FFF2-40B4-BE49-F238E27FC236}">
                  <a16:creationId xmlns:a16="http://schemas.microsoft.com/office/drawing/2014/main" id="{647545AB-0174-40B5-85AA-07013CDB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3" descr="Screen shot 2013-09-23 at 3.19.19 PM.png">
              <a:extLst>
                <a:ext uri="{FF2B5EF4-FFF2-40B4-BE49-F238E27FC236}">
                  <a16:creationId xmlns:a16="http://schemas.microsoft.com/office/drawing/2014/main" id="{A494E027-CC90-4412-BAB5-12A28E227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4" descr="Screen shot 2013-09-23 at 3.19.19 PM.png">
              <a:extLst>
                <a:ext uri="{FF2B5EF4-FFF2-40B4-BE49-F238E27FC236}">
                  <a16:creationId xmlns:a16="http://schemas.microsoft.com/office/drawing/2014/main" id="{57D29AD4-C3EE-4735-AEB5-690D357D5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63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5" descr="Screen shot 2013-09-23 at 3.19.19 PM.png">
              <a:extLst>
                <a:ext uri="{FF2B5EF4-FFF2-40B4-BE49-F238E27FC236}">
                  <a16:creationId xmlns:a16="http://schemas.microsoft.com/office/drawing/2014/main" id="{0C37408F-2BA6-4876-A230-C0890B3B8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99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ounded Rectangle 40">
              <a:extLst>
                <a:ext uri="{FF2B5EF4-FFF2-40B4-BE49-F238E27FC236}">
                  <a16:creationId xmlns:a16="http://schemas.microsoft.com/office/drawing/2014/main" id="{B7DBD66C-EAAC-4770-B1EA-0C2F7C875DBD}"/>
                </a:ext>
              </a:extLst>
            </p:cNvPr>
            <p:cNvSpPr/>
            <p:nvPr/>
          </p:nvSpPr>
          <p:spPr bwMode="auto">
            <a:xfrm rot="16200000">
              <a:off x="1066801" y="2744787"/>
              <a:ext cx="354012" cy="40481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" name="Rounded Rectangle 41">
              <a:extLst>
                <a:ext uri="{FF2B5EF4-FFF2-40B4-BE49-F238E27FC236}">
                  <a16:creationId xmlns:a16="http://schemas.microsoft.com/office/drawing/2014/main" id="{B6E443A4-281B-45AC-B1EB-7D694BAAF030}"/>
                </a:ext>
              </a:extLst>
            </p:cNvPr>
            <p:cNvSpPr/>
            <p:nvPr/>
          </p:nvSpPr>
          <p:spPr bwMode="auto">
            <a:xfrm rot="16200000">
              <a:off x="3207545" y="3266281"/>
              <a:ext cx="354012" cy="40322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" name="Rounded Rectangle 42">
              <a:extLst>
                <a:ext uri="{FF2B5EF4-FFF2-40B4-BE49-F238E27FC236}">
                  <a16:creationId xmlns:a16="http://schemas.microsoft.com/office/drawing/2014/main" id="{1C5DE959-C321-45BF-9C08-66B559030D92}"/>
                </a:ext>
              </a:extLst>
            </p:cNvPr>
            <p:cNvSpPr/>
            <p:nvPr/>
          </p:nvSpPr>
          <p:spPr bwMode="auto">
            <a:xfrm rot="16200000">
              <a:off x="5975350" y="2749550"/>
              <a:ext cx="354013" cy="40481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" name="Rounded Rectangle 43">
              <a:extLst>
                <a:ext uri="{FF2B5EF4-FFF2-40B4-BE49-F238E27FC236}">
                  <a16:creationId xmlns:a16="http://schemas.microsoft.com/office/drawing/2014/main" id="{C53639B8-473B-46C4-BA9D-0BF777A4C5EE}"/>
                </a:ext>
              </a:extLst>
            </p:cNvPr>
            <p:cNvSpPr/>
            <p:nvPr/>
          </p:nvSpPr>
          <p:spPr bwMode="auto">
            <a:xfrm rot="16200000">
              <a:off x="8124825" y="3260725"/>
              <a:ext cx="354013" cy="40481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2C7ABC-9961-457F-B0C7-5218A237DB87}"/>
              </a:ext>
            </a:extLst>
          </p:cNvPr>
          <p:cNvGrpSpPr/>
          <p:nvPr/>
        </p:nvGrpSpPr>
        <p:grpSpPr>
          <a:xfrm>
            <a:off x="1219200" y="4729622"/>
            <a:ext cx="1943100" cy="1905000"/>
            <a:chOff x="3543300" y="2057400"/>
            <a:chExt cx="1943100" cy="1905000"/>
          </a:xfrm>
        </p:grpSpPr>
        <p:pic>
          <p:nvPicPr>
            <p:cNvPr id="22" name="Picture 32" descr="Screen shot 2013-09-23 at 3.19.19 PM.png">
              <a:extLst>
                <a:ext uri="{FF2B5EF4-FFF2-40B4-BE49-F238E27FC236}">
                  <a16:creationId xmlns:a16="http://schemas.microsoft.com/office/drawing/2014/main" id="{C40CEE04-68E0-45BA-9D69-E06591B5C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33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ounded Rectangle 40">
              <a:extLst>
                <a:ext uri="{FF2B5EF4-FFF2-40B4-BE49-F238E27FC236}">
                  <a16:creationId xmlns:a16="http://schemas.microsoft.com/office/drawing/2014/main" id="{BF5E1106-1422-4CE5-A4EB-9B13F89A88C4}"/>
                </a:ext>
              </a:extLst>
            </p:cNvPr>
            <p:cNvSpPr/>
            <p:nvPr/>
          </p:nvSpPr>
          <p:spPr bwMode="auto">
            <a:xfrm rot="16200000">
              <a:off x="4306094" y="2743994"/>
              <a:ext cx="887412" cy="939800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sp>
        <p:nvSpPr>
          <p:cNvPr id="24" name="TextBox 2">
            <a:extLst>
              <a:ext uri="{FF2B5EF4-FFF2-40B4-BE49-F238E27FC236}">
                <a16:creationId xmlns:a16="http://schemas.microsoft.com/office/drawing/2014/main" id="{12982CA0-4D6E-4F8F-8BA5-A68082A8C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5788818"/>
            <a:ext cx="6030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In this case the result is the constant function 1.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F92071-9BDF-41AA-91A0-7C2EE303D501}"/>
                  </a:ext>
                </a:extLst>
              </p14:cNvPr>
              <p14:cNvContentPartPr/>
              <p14:nvPr/>
            </p14:nvContentPartPr>
            <p14:xfrm>
              <a:off x="4196160" y="5176080"/>
              <a:ext cx="790200" cy="666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F92071-9BDF-41AA-91A0-7C2EE303D5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6800" y="5166720"/>
                <a:ext cx="808920" cy="68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AA9A0F17-72FE-4EAF-87AB-78B9F9DB7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 dirty="0"/>
              <a:t>These are all invalid groupings</a:t>
            </a:r>
          </a:p>
        </p:txBody>
      </p:sp>
      <p:pic>
        <p:nvPicPr>
          <p:cNvPr id="58370" name="Picture 28" descr="Screen shot 2013-09-23 at 3.19.19 PM.png">
            <a:extLst>
              <a:ext uri="{FF2B5EF4-FFF2-40B4-BE49-F238E27FC236}">
                <a16:creationId xmlns:a16="http://schemas.microsoft.com/office/drawing/2014/main" id="{145C748D-9CBA-467D-8F69-72C367C19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752600"/>
            <a:ext cx="19431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1" name="Picture 29" descr="Screen shot 2013-09-23 at 3.19.19 PM.png">
            <a:extLst>
              <a:ext uri="{FF2B5EF4-FFF2-40B4-BE49-F238E27FC236}">
                <a16:creationId xmlns:a16="http://schemas.microsoft.com/office/drawing/2014/main" id="{B7556AC1-86DA-4B3A-8F19-8C6468EA4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1752600"/>
            <a:ext cx="19431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B8EA636-4BAD-D341-B6B3-02D12583BA50}"/>
              </a:ext>
            </a:extLst>
          </p:cNvPr>
          <p:cNvSpPr/>
          <p:nvPr/>
        </p:nvSpPr>
        <p:spPr bwMode="auto">
          <a:xfrm rot="18900000">
            <a:off x="2822575" y="2325688"/>
            <a:ext cx="354013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F2846B3-40B4-8B41-B03A-8C06EC9D1043}"/>
              </a:ext>
            </a:extLst>
          </p:cNvPr>
          <p:cNvSpPr/>
          <p:nvPr/>
        </p:nvSpPr>
        <p:spPr bwMode="auto">
          <a:xfrm rot="2700000">
            <a:off x="6022182" y="2331244"/>
            <a:ext cx="354012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F4512C-098E-4E84-AAD5-69C864206B0B}"/>
                  </a:ext>
                </a:extLst>
              </p14:cNvPr>
              <p14:cNvContentPartPr/>
              <p14:nvPr/>
            </p14:nvContentPartPr>
            <p14:xfrm>
              <a:off x="4088880" y="5608800"/>
              <a:ext cx="1440" cy="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F4512C-098E-4E84-AAD5-69C864206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9520" y="5599440"/>
                <a:ext cx="20160" cy="1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31EB2AB-4636-4905-806B-452BA98EA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K-Map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759BC0-1789-4BF5-86A9-9C2C9991FC1E}"/>
              </a:ext>
            </a:extLst>
          </p:cNvPr>
          <p:cNvGrpSpPr/>
          <p:nvPr/>
        </p:nvGrpSpPr>
        <p:grpSpPr>
          <a:xfrm>
            <a:off x="5018668" y="1038211"/>
            <a:ext cx="2819400" cy="2579132"/>
            <a:chOff x="1524000" y="1905000"/>
            <a:chExt cx="2819400" cy="2579132"/>
          </a:xfrm>
        </p:grpSpPr>
        <p:pic>
          <p:nvPicPr>
            <p:cNvPr id="10" name="Picture 26" descr="Screen shot 2013-09-23 at 3.02.25 PM.png">
              <a:extLst>
                <a:ext uri="{FF2B5EF4-FFF2-40B4-BE49-F238E27FC236}">
                  <a16:creationId xmlns:a16="http://schemas.microsoft.com/office/drawing/2014/main" id="{2B383D5E-07B4-438C-A440-493741165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9050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C04C5588-6363-4903-8FE3-9F25A6A86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4114800"/>
              <a:ext cx="1905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Adjacent columns</a:t>
              </a:r>
            </a:p>
          </p:txBody>
        </p:sp>
        <p:cxnSp>
          <p:nvCxnSpPr>
            <p:cNvPr id="12" name="Straight Arrow Connector 29">
              <a:extLst>
                <a:ext uri="{FF2B5EF4-FFF2-40B4-BE49-F238E27FC236}">
                  <a16:creationId xmlns:a16="http://schemas.microsoft.com/office/drawing/2014/main" id="{C1B74766-E603-49F4-B727-3DB62EC1EE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438400" y="3657600"/>
              <a:ext cx="533400" cy="457200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Arrow Connector 30">
              <a:extLst>
                <a:ext uri="{FF2B5EF4-FFF2-40B4-BE49-F238E27FC236}">
                  <a16:creationId xmlns:a16="http://schemas.microsoft.com/office/drawing/2014/main" id="{85FAA785-5388-4C7C-AA48-67B0640C84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55975" y="3657600"/>
              <a:ext cx="530225" cy="496888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BBD05D4-C600-4D04-B61B-A45A1D979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27" y="1284382"/>
            <a:ext cx="1785938" cy="406381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E76D762-B3F6-4D3F-939A-4AA38F61E473}"/>
              </a:ext>
            </a:extLst>
          </p:cNvPr>
          <p:cNvGrpSpPr/>
          <p:nvPr/>
        </p:nvGrpSpPr>
        <p:grpSpPr>
          <a:xfrm>
            <a:off x="5660516" y="4267200"/>
            <a:ext cx="2384425" cy="2330450"/>
            <a:chOff x="5848350" y="2430463"/>
            <a:chExt cx="2384425" cy="2330450"/>
          </a:xfrm>
        </p:grpSpPr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19C53995-F3DE-4590-A929-42E30DCCA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350" y="4114800"/>
              <a:ext cx="219710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As if the K-map were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drawn on a cylinder</a:t>
              </a:r>
            </a:p>
          </p:txBody>
        </p:sp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F7F13E53-4B03-4152-BAD8-C191CB441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08675" y="2430463"/>
              <a:ext cx="2324100" cy="1316037"/>
              <a:chOff x="5909438" y="2430890"/>
              <a:chExt cx="2323641" cy="1315462"/>
            </a:xfrm>
          </p:grpSpPr>
          <p:sp>
            <p:nvSpPr>
              <p:cNvPr id="19" name="Can 2">
                <a:extLst>
                  <a:ext uri="{FF2B5EF4-FFF2-40B4-BE49-F238E27FC236}">
                    <a16:creationId xmlns:a16="http://schemas.microsoft.com/office/drawing/2014/main" id="{0F3D7B7A-7E92-450B-B341-87F7EE0C6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7519" y="2430890"/>
                <a:ext cx="1786628" cy="1315462"/>
              </a:xfrm>
              <a:prstGeom prst="can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0AB14C15-512D-44D6-9622-10BB5A3AE669}"/>
                  </a:ext>
                </a:extLst>
              </p:cNvPr>
              <p:cNvSpPr/>
              <p:nvPr/>
            </p:nvSpPr>
            <p:spPr bwMode="auto">
              <a:xfrm rot="15778981" flipH="1">
                <a:off x="6718199" y="1758603"/>
                <a:ext cx="741038" cy="2288723"/>
              </a:xfrm>
              <a:prstGeom prst="arc">
                <a:avLst>
                  <a:gd name="adj1" fmla="val 16249804"/>
                  <a:gd name="adj2" fmla="val 3824246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/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21" name="Straight Connector 4">
                <a:extLst>
                  <a:ext uri="{FF2B5EF4-FFF2-40B4-BE49-F238E27FC236}">
                    <a16:creationId xmlns:a16="http://schemas.microsoft.com/office/drawing/2014/main" id="{E96B7475-BC49-4D1A-85DF-AE3D981EFC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391479" y="2737801"/>
                <a:ext cx="9321" cy="988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Straight Connector 12">
                <a:extLst>
                  <a:ext uri="{FF2B5EF4-FFF2-40B4-BE49-F238E27FC236}">
                    <a16:creationId xmlns:a16="http://schemas.microsoft.com/office/drawing/2014/main" id="{00D4125C-1204-40E2-AFA7-83C5D97AEB7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7315200" y="2736482"/>
                <a:ext cx="9321" cy="988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F36E10E8-45F3-48F5-8FCE-716CAFC490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09785" y="2736482"/>
                <a:ext cx="5100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m</a:t>
                </a:r>
                <a:r>
                  <a:rPr kumimoji="0" lang="en-US" altLang="en-US" sz="24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0</a:t>
                </a:r>
              </a:p>
            </p:txBody>
          </p:sp>
          <p:sp>
            <p:nvSpPr>
              <p:cNvPr id="24" name="TextBox 14">
                <a:extLst>
                  <a:ext uri="{FF2B5EF4-FFF2-40B4-BE49-F238E27FC236}">
                    <a16:creationId xmlns:a16="http://schemas.microsoft.com/office/drawing/2014/main" id="{67800583-7555-4D6B-A0F1-E2AB4473A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1419" y="2671006"/>
                <a:ext cx="5100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m</a:t>
                </a:r>
                <a:r>
                  <a:rPr kumimoji="0" lang="en-US" altLang="en-US" sz="24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2</a:t>
                </a:r>
              </a:p>
            </p:txBody>
          </p:sp>
          <p:sp>
            <p:nvSpPr>
              <p:cNvPr id="25" name="TextBox 16">
                <a:extLst>
                  <a:ext uri="{FF2B5EF4-FFF2-40B4-BE49-F238E27FC236}">
                    <a16:creationId xmlns:a16="http://schemas.microsoft.com/office/drawing/2014/main" id="{C66873C7-98A1-4B45-BC7A-809719BE2E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8533" y="2661446"/>
                <a:ext cx="5100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m</a:t>
                </a:r>
                <a:r>
                  <a:rPr kumimoji="0" lang="en-US" altLang="en-US" sz="24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4</a:t>
                </a:r>
              </a:p>
            </p:txBody>
          </p:sp>
          <p:sp>
            <p:nvSpPr>
              <p:cNvPr id="26" name="TextBox 17">
                <a:extLst>
                  <a:ext uri="{FF2B5EF4-FFF2-40B4-BE49-F238E27FC236}">
                    <a16:creationId xmlns:a16="http://schemas.microsoft.com/office/drawing/2014/main" id="{691E2680-0324-402D-9C07-0A269A8C92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16825" y="3255011"/>
                <a:ext cx="5100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m</a:t>
                </a:r>
                <a:r>
                  <a:rPr kumimoji="0" lang="en-US" altLang="en-US" sz="24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</a:p>
            </p:txBody>
          </p:sp>
          <p:sp>
            <p:nvSpPr>
              <p:cNvPr id="27" name="TextBox 18">
                <a:extLst>
                  <a:ext uri="{FF2B5EF4-FFF2-40B4-BE49-F238E27FC236}">
                    <a16:creationId xmlns:a16="http://schemas.microsoft.com/office/drawing/2014/main" id="{CFAD291D-0CF7-4BDD-86D7-B6FC3D4DD3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1489" y="3148235"/>
                <a:ext cx="5100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m</a:t>
                </a:r>
                <a:r>
                  <a:rPr kumimoji="0" lang="en-US" altLang="en-US" sz="24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3</a:t>
                </a:r>
              </a:p>
            </p:txBody>
          </p:sp>
          <p:sp>
            <p:nvSpPr>
              <p:cNvPr id="28" name="TextBox 20">
                <a:extLst>
                  <a:ext uri="{FF2B5EF4-FFF2-40B4-BE49-F238E27FC236}">
                    <a16:creationId xmlns:a16="http://schemas.microsoft.com/office/drawing/2014/main" id="{B6C79679-E14E-44A2-B5D9-DC22B60513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9438" y="3145897"/>
                <a:ext cx="5100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m</a:t>
                </a:r>
                <a:r>
                  <a:rPr kumimoji="0" lang="en-US" altLang="en-US" sz="24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5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DAF81B-4415-40DA-9FAB-0CAAB97F025E}"/>
                  </a:ext>
                </a:extLst>
              </p14:cNvPr>
              <p14:cNvContentPartPr/>
              <p14:nvPr/>
            </p14:nvContentPartPr>
            <p14:xfrm>
              <a:off x="2736720" y="862200"/>
              <a:ext cx="5889600" cy="3054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DAF81B-4415-40DA-9FAB-0CAAB97F02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7360" y="852840"/>
                <a:ext cx="5908320" cy="307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7215474D-7125-4666-86CD-0A5343E1D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txBody>
          <a:bodyPr/>
          <a:lstStyle/>
          <a:p>
            <a:r>
              <a:rPr lang="en-US" altLang="en-US" sz="3400" dirty="0"/>
              <a:t>Three Different Ways to Draw the K-map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29CE5B-DD5A-2542-83C7-6902FBC0525A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609600"/>
          <a:ext cx="3657600" cy="1930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386985D-420A-490B-AA13-A8817DB761A9}"/>
              </a:ext>
            </a:extLst>
          </p:cNvPr>
          <p:cNvGrpSpPr/>
          <p:nvPr/>
        </p:nvGrpSpPr>
        <p:grpSpPr>
          <a:xfrm>
            <a:off x="2057400" y="533400"/>
            <a:ext cx="2819400" cy="2579132"/>
            <a:chOff x="1524000" y="1905000"/>
            <a:chExt cx="2819400" cy="2579132"/>
          </a:xfrm>
        </p:grpSpPr>
        <p:pic>
          <p:nvPicPr>
            <p:cNvPr id="8" name="Picture 26" descr="Screen shot 2013-09-23 at 3.02.25 PM.png">
              <a:extLst>
                <a:ext uri="{FF2B5EF4-FFF2-40B4-BE49-F238E27FC236}">
                  <a16:creationId xmlns:a16="http://schemas.microsoft.com/office/drawing/2014/main" id="{2C1CB876-59DC-487F-BD33-4BB6AF387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9050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13581B4F-27EC-47C9-8D10-5A6CA8787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4114800"/>
              <a:ext cx="1905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Adjacent columns</a:t>
              </a:r>
            </a:p>
          </p:txBody>
        </p:sp>
        <p:cxnSp>
          <p:nvCxnSpPr>
            <p:cNvPr id="10" name="Straight Arrow Connector 29">
              <a:extLst>
                <a:ext uri="{FF2B5EF4-FFF2-40B4-BE49-F238E27FC236}">
                  <a16:creationId xmlns:a16="http://schemas.microsoft.com/office/drawing/2014/main" id="{C99043F7-C8DE-4935-A409-51BDB29F41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438400" y="3657600"/>
              <a:ext cx="533400" cy="457200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Arrow Connector 30">
              <a:extLst>
                <a:ext uri="{FF2B5EF4-FFF2-40B4-BE49-F238E27FC236}">
                  <a16:creationId xmlns:a16="http://schemas.microsoft.com/office/drawing/2014/main" id="{3EA6101A-053F-4799-8D39-ABBCEF5CF7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55975" y="3657600"/>
              <a:ext cx="530225" cy="496888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5154FBC-3599-4A32-A157-53FB248EA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" y="533400"/>
            <a:ext cx="1785938" cy="4063811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474DBD-8203-437C-9442-17B7C1DB1493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135178"/>
          <a:ext cx="2438400" cy="29924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BFB702-DBFF-45F8-9BE7-5CDA02B72970}"/>
                  </a:ext>
                </a:extLst>
              </p14:cNvPr>
              <p14:cNvContentPartPr/>
              <p14:nvPr/>
            </p14:nvContentPartPr>
            <p14:xfrm>
              <a:off x="3529440" y="436320"/>
              <a:ext cx="5254560" cy="557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BFB702-DBFF-45F8-9BE7-5CDA02B729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0080" y="426960"/>
                <a:ext cx="5273280" cy="559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7215474D-7125-4666-86CD-0A5343E1D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txBody>
          <a:bodyPr/>
          <a:lstStyle/>
          <a:p>
            <a:r>
              <a:rPr lang="en-US" altLang="en-US" sz="3400" dirty="0"/>
              <a:t>Three Different Ways to Draw the K-map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29CE5B-DD5A-2542-83C7-6902FBC05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103845"/>
              </p:ext>
            </p:extLst>
          </p:nvPr>
        </p:nvGraphicFramePr>
        <p:xfrm>
          <a:off x="5257800" y="685800"/>
          <a:ext cx="3657600" cy="1930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386985D-420A-490B-AA13-A8817DB761A9}"/>
              </a:ext>
            </a:extLst>
          </p:cNvPr>
          <p:cNvGrpSpPr/>
          <p:nvPr/>
        </p:nvGrpSpPr>
        <p:grpSpPr>
          <a:xfrm>
            <a:off x="2057400" y="694944"/>
            <a:ext cx="2819400" cy="2579132"/>
            <a:chOff x="1524000" y="1905000"/>
            <a:chExt cx="2819400" cy="2579132"/>
          </a:xfrm>
        </p:grpSpPr>
        <p:pic>
          <p:nvPicPr>
            <p:cNvPr id="8" name="Picture 26" descr="Screen shot 2013-09-23 at 3.02.25 PM.png">
              <a:extLst>
                <a:ext uri="{FF2B5EF4-FFF2-40B4-BE49-F238E27FC236}">
                  <a16:creationId xmlns:a16="http://schemas.microsoft.com/office/drawing/2014/main" id="{2C1CB876-59DC-487F-BD33-4BB6AF387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9050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13581B4F-27EC-47C9-8D10-5A6CA8787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4114800"/>
              <a:ext cx="1905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Adjacent columns</a:t>
              </a:r>
            </a:p>
          </p:txBody>
        </p:sp>
        <p:cxnSp>
          <p:nvCxnSpPr>
            <p:cNvPr id="10" name="Straight Arrow Connector 29">
              <a:extLst>
                <a:ext uri="{FF2B5EF4-FFF2-40B4-BE49-F238E27FC236}">
                  <a16:creationId xmlns:a16="http://schemas.microsoft.com/office/drawing/2014/main" id="{C99043F7-C8DE-4935-A409-51BDB29F41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438400" y="3657600"/>
              <a:ext cx="533400" cy="457200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Arrow Connector 30">
              <a:extLst>
                <a:ext uri="{FF2B5EF4-FFF2-40B4-BE49-F238E27FC236}">
                  <a16:creationId xmlns:a16="http://schemas.microsoft.com/office/drawing/2014/main" id="{3EA6101A-053F-4799-8D39-ABBCEF5CF7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55975" y="3657600"/>
              <a:ext cx="530225" cy="496888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5154FBC-3599-4A32-A157-53FB248EA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" y="533400"/>
            <a:ext cx="1785938" cy="4063811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474DBD-8203-437C-9442-17B7C1DB1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646628"/>
              </p:ext>
            </p:extLst>
          </p:nvPr>
        </p:nvGraphicFramePr>
        <p:xfrm>
          <a:off x="5410200" y="3124200"/>
          <a:ext cx="2438400" cy="29924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7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endParaRPr kumimoji="0" lang="en-US" altLang="en-US" sz="1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6</a:t>
                      </a:r>
                      <a:endParaRPr kumimoji="0" lang="en-US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795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304D-D299-4B00-84C5-9CE24331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Three-Variable K-Map: Valid Grouping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1F7EF7-E175-4788-B233-8D804B1B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" name="Picture 26" descr="Screen shot 2013-09-23 at 3.02.25 PM.png">
            <a:extLst>
              <a:ext uri="{FF2B5EF4-FFF2-40B4-BE49-F238E27FC236}">
                <a16:creationId xmlns:a16="http://schemas.microsoft.com/office/drawing/2014/main" id="{E437926A-201C-49A5-9BE3-6219B2737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61987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50">
            <a:extLst>
              <a:ext uri="{FF2B5EF4-FFF2-40B4-BE49-F238E27FC236}">
                <a16:creationId xmlns:a16="http://schemas.microsoft.com/office/drawing/2014/main" id="{F5D7E879-6AC4-442A-90B1-8C1A4CB39BCB}"/>
              </a:ext>
            </a:extLst>
          </p:cNvPr>
          <p:cNvSpPr>
            <a:spLocks/>
          </p:cNvSpPr>
          <p:nvPr/>
        </p:nvSpPr>
        <p:spPr bwMode="auto">
          <a:xfrm rot="-5400000">
            <a:off x="1407319" y="1716880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reeform 50">
            <a:extLst>
              <a:ext uri="{FF2B5EF4-FFF2-40B4-BE49-F238E27FC236}">
                <a16:creationId xmlns:a16="http://schemas.microsoft.com/office/drawing/2014/main" id="{D8A5971B-C6D1-4C2D-8334-2E7938927368}"/>
              </a:ext>
            </a:extLst>
          </p:cNvPr>
          <p:cNvSpPr>
            <a:spLocks/>
          </p:cNvSpPr>
          <p:nvPr/>
        </p:nvSpPr>
        <p:spPr bwMode="auto">
          <a:xfrm>
            <a:off x="2209800" y="1447799"/>
            <a:ext cx="919162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1" name="Picture 26" descr="Screen shot 2013-09-23 at 3.02.25 PM.png">
            <a:extLst>
              <a:ext uri="{FF2B5EF4-FFF2-40B4-BE49-F238E27FC236}">
                <a16:creationId xmlns:a16="http://schemas.microsoft.com/office/drawing/2014/main" id="{235283BB-BCE1-46AD-AB2D-45610EEC2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445" y="6096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9EA0A7DF-4092-48CC-91D2-E28EE1599A78}"/>
              </a:ext>
            </a:extLst>
          </p:cNvPr>
          <p:cNvGrpSpPr>
            <a:grpSpLocks/>
          </p:cNvGrpSpPr>
          <p:nvPr/>
        </p:nvGrpSpPr>
        <p:grpSpPr bwMode="auto">
          <a:xfrm>
            <a:off x="5291645" y="1900237"/>
            <a:ext cx="2168525" cy="387350"/>
            <a:chOff x="2801938" y="2224088"/>
            <a:chExt cx="2381250" cy="387350"/>
          </a:xfrm>
        </p:grpSpPr>
        <p:sp>
          <p:nvSpPr>
            <p:cNvPr id="23" name="Line 61">
              <a:extLst>
                <a:ext uri="{FF2B5EF4-FFF2-40B4-BE49-F238E27FC236}">
                  <a16:creationId xmlns:a16="http://schemas.microsoft.com/office/drawing/2014/main" id="{4196CFE5-D18B-4947-83AB-E765BB1EE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9762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4" name="Group 104">
              <a:extLst>
                <a:ext uri="{FF2B5EF4-FFF2-40B4-BE49-F238E27FC236}">
                  <a16:creationId xmlns:a16="http://schemas.microsoft.com/office/drawing/2014/main" id="{010F45C9-66E6-49DA-9993-C4684BE56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31" name="Group 105">
                <a:extLst>
                  <a:ext uri="{FF2B5EF4-FFF2-40B4-BE49-F238E27FC236}">
                    <a16:creationId xmlns:a16="http://schemas.microsoft.com/office/drawing/2014/main" id="{88A40A36-BBB3-4E21-A267-B7ED4FDB7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34" name="Arc 106">
                  <a:extLst>
                    <a:ext uri="{FF2B5EF4-FFF2-40B4-BE49-F238E27FC236}">
                      <a16:creationId xmlns:a16="http://schemas.microsoft.com/office/drawing/2014/main" id="{A513DD5A-1D93-4290-A67A-96D54ED59F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" name="Arc 107">
                  <a:extLst>
                    <a:ext uri="{FF2B5EF4-FFF2-40B4-BE49-F238E27FC236}">
                      <a16:creationId xmlns:a16="http://schemas.microsoft.com/office/drawing/2014/main" id="{0C6A8E77-82BD-4D38-8AE5-164C0F0199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2" name="Line 108">
                <a:extLst>
                  <a:ext uri="{FF2B5EF4-FFF2-40B4-BE49-F238E27FC236}">
                    <a16:creationId xmlns:a16="http://schemas.microsoft.com/office/drawing/2014/main" id="{25782591-CFA9-49D8-93E4-3F25F88F0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Line 109">
                <a:extLst>
                  <a:ext uri="{FF2B5EF4-FFF2-40B4-BE49-F238E27FC236}">
                    <a16:creationId xmlns:a16="http://schemas.microsoft.com/office/drawing/2014/main" id="{1D0D1131-8E47-4BEB-B3A5-F801978EB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" name="Group 110">
              <a:extLst>
                <a:ext uri="{FF2B5EF4-FFF2-40B4-BE49-F238E27FC236}">
                  <a16:creationId xmlns:a16="http://schemas.microsoft.com/office/drawing/2014/main" id="{00A3B25B-803D-4701-A4C9-6AB0A66DEBA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26" name="Group 111">
                <a:extLst>
                  <a:ext uri="{FF2B5EF4-FFF2-40B4-BE49-F238E27FC236}">
                    <a16:creationId xmlns:a16="http://schemas.microsoft.com/office/drawing/2014/main" id="{A7DBE72F-26A0-4DE3-B3C0-EF011125F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29" name="Arc 112">
                  <a:extLst>
                    <a:ext uri="{FF2B5EF4-FFF2-40B4-BE49-F238E27FC236}">
                      <a16:creationId xmlns:a16="http://schemas.microsoft.com/office/drawing/2014/main" id="{F91D53E7-2FC3-4F35-B857-1B68D452FA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" name="Arc 113">
                  <a:extLst>
                    <a:ext uri="{FF2B5EF4-FFF2-40B4-BE49-F238E27FC236}">
                      <a16:creationId xmlns:a16="http://schemas.microsoft.com/office/drawing/2014/main" id="{6EAD259A-1A9E-47C8-85F3-D3C67F150B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" name="Line 114">
                <a:extLst>
                  <a:ext uri="{FF2B5EF4-FFF2-40B4-BE49-F238E27FC236}">
                    <a16:creationId xmlns:a16="http://schemas.microsoft.com/office/drawing/2014/main" id="{FC3725DD-0C3A-4162-A52C-A99ABEA06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8" name="Line 115">
                <a:extLst>
                  <a:ext uri="{FF2B5EF4-FFF2-40B4-BE49-F238E27FC236}">
                    <a16:creationId xmlns:a16="http://schemas.microsoft.com/office/drawing/2014/main" id="{48FE337B-00C2-4632-8EDD-61EE19D8C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43" name="Picture 26" descr="Screen shot 2013-09-23 at 3.02.25 PM.png">
            <a:extLst>
              <a:ext uri="{FF2B5EF4-FFF2-40B4-BE49-F238E27FC236}">
                <a16:creationId xmlns:a16="http://schemas.microsoft.com/office/drawing/2014/main" id="{1B60CC1B-A21B-4DE2-9B9A-05BAB1F3D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956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ounded Rectangle 17">
            <a:extLst>
              <a:ext uri="{FF2B5EF4-FFF2-40B4-BE49-F238E27FC236}">
                <a16:creationId xmlns:a16="http://schemas.microsoft.com/office/drawing/2014/main" id="{14F0AC5A-4861-4120-8C01-ED6B890D0C18}"/>
              </a:ext>
            </a:extLst>
          </p:cNvPr>
          <p:cNvSpPr/>
          <p:nvPr/>
        </p:nvSpPr>
        <p:spPr bwMode="auto">
          <a:xfrm rot="16200000">
            <a:off x="1812131" y="3645693"/>
            <a:ext cx="927100" cy="91598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45" name="Group 3">
            <a:extLst>
              <a:ext uri="{FF2B5EF4-FFF2-40B4-BE49-F238E27FC236}">
                <a16:creationId xmlns:a16="http://schemas.microsoft.com/office/drawing/2014/main" id="{56B8484F-DD1F-4B7A-81CD-AC3B95C1431E}"/>
              </a:ext>
            </a:extLst>
          </p:cNvPr>
          <p:cNvGrpSpPr>
            <a:grpSpLocks/>
          </p:cNvGrpSpPr>
          <p:nvPr/>
        </p:nvGrpSpPr>
        <p:grpSpPr bwMode="auto">
          <a:xfrm>
            <a:off x="4719638" y="2864931"/>
            <a:ext cx="3357562" cy="1819275"/>
            <a:chOff x="6221193" y="1295400"/>
            <a:chExt cx="3358143" cy="1819275"/>
          </a:xfrm>
        </p:grpSpPr>
        <p:pic>
          <p:nvPicPr>
            <p:cNvPr id="46" name="Picture 26" descr="Screen shot 2013-09-23 at 3.02.25 PM.png">
              <a:extLst>
                <a:ext uri="{FF2B5EF4-FFF2-40B4-BE49-F238E27FC236}">
                  <a16:creationId xmlns:a16="http://schemas.microsoft.com/office/drawing/2014/main" id="{88202906-3B86-46E9-9007-06205F25E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4490" y="12954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Rounded Rectangle 10">
              <a:extLst>
                <a:ext uri="{FF2B5EF4-FFF2-40B4-BE49-F238E27FC236}">
                  <a16:creationId xmlns:a16="http://schemas.microsoft.com/office/drawing/2014/main" id="{1846A056-0499-49D3-BCBF-09C7D4A8B62E}"/>
                </a:ext>
              </a:extLst>
            </p:cNvPr>
            <p:cNvSpPr/>
            <p:nvPr/>
          </p:nvSpPr>
          <p:spPr bwMode="auto">
            <a:xfrm rot="16200000">
              <a:off x="6521362" y="2050971"/>
              <a:ext cx="927100" cy="914558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8" name="Rounded Rectangle 11">
              <a:extLst>
                <a:ext uri="{FF2B5EF4-FFF2-40B4-BE49-F238E27FC236}">
                  <a16:creationId xmlns:a16="http://schemas.microsoft.com/office/drawing/2014/main" id="{53041EF7-2BE1-458C-A531-E3B78B83BC0A}"/>
                </a:ext>
              </a:extLst>
            </p:cNvPr>
            <p:cNvSpPr/>
            <p:nvPr/>
          </p:nvSpPr>
          <p:spPr bwMode="auto">
            <a:xfrm rot="16200000">
              <a:off x="8547363" y="2062083"/>
              <a:ext cx="927100" cy="914558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EE0D0D76-9AB2-4EB4-B3D6-500CDEFEE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2136" y="1943483"/>
              <a:ext cx="4572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20">
              <a:extLst>
                <a:ext uri="{FF2B5EF4-FFF2-40B4-BE49-F238E27FC236}">
                  <a16:creationId xmlns:a16="http://schemas.microsoft.com/office/drawing/2014/main" id="{EC4B5D1B-8E04-4B7B-B49D-7C20294F6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193" y="1916296"/>
              <a:ext cx="4572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pic>
        <p:nvPicPr>
          <p:cNvPr id="51" name="Picture 26" descr="Screen shot 2013-09-23 at 3.02.25 PM.png">
            <a:extLst>
              <a:ext uri="{FF2B5EF4-FFF2-40B4-BE49-F238E27FC236}">
                <a16:creationId xmlns:a16="http://schemas.microsoft.com/office/drawing/2014/main" id="{D9E4AA72-77C6-4672-8D2B-9CEE1EDBE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3" y="488937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Rounded Rectangle 16">
            <a:extLst>
              <a:ext uri="{FF2B5EF4-FFF2-40B4-BE49-F238E27FC236}">
                <a16:creationId xmlns:a16="http://schemas.microsoft.com/office/drawing/2014/main" id="{4375138A-BE06-4466-BF51-B3F108847DAC}"/>
              </a:ext>
            </a:extLst>
          </p:cNvPr>
          <p:cNvSpPr/>
          <p:nvPr/>
        </p:nvSpPr>
        <p:spPr bwMode="auto">
          <a:xfrm rot="16200000">
            <a:off x="2040032" y="5396579"/>
            <a:ext cx="406400" cy="19129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pic>
        <p:nvPicPr>
          <p:cNvPr id="53" name="Picture 26" descr="Screen shot 2013-09-23 at 3.02.25 PM.png">
            <a:extLst>
              <a:ext uri="{FF2B5EF4-FFF2-40B4-BE49-F238E27FC236}">
                <a16:creationId xmlns:a16="http://schemas.microsoft.com/office/drawing/2014/main" id="{2A75E5EB-57AC-497F-A907-8318D8F31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83152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ounded Rectangle 16">
            <a:extLst>
              <a:ext uri="{FF2B5EF4-FFF2-40B4-BE49-F238E27FC236}">
                <a16:creationId xmlns:a16="http://schemas.microsoft.com/office/drawing/2014/main" id="{DC2085D7-03CF-4D87-A7A1-3087AC899D0D}"/>
              </a:ext>
            </a:extLst>
          </p:cNvPr>
          <p:cNvSpPr/>
          <p:nvPr/>
        </p:nvSpPr>
        <p:spPr bwMode="auto">
          <a:xfrm rot="16200000">
            <a:off x="6007894" y="5094251"/>
            <a:ext cx="895350" cy="19129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60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72A6-10BD-4E7B-8F7B-F2F50012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Three-Variable K-Map: Invalid Groupings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3B7D0D-6D89-4410-A3EA-EDAA86E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" name="Picture 26" descr="Screen shot 2013-09-23 at 3.02.25 PM.png">
            <a:extLst>
              <a:ext uri="{FF2B5EF4-FFF2-40B4-BE49-F238E27FC236}">
                <a16:creationId xmlns:a16="http://schemas.microsoft.com/office/drawing/2014/main" id="{7FE0B026-B3D0-49DF-AF65-1B136D59B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255712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6" descr="Screen shot 2013-09-23 at 3.02.25 PM.png">
            <a:extLst>
              <a:ext uri="{FF2B5EF4-FFF2-40B4-BE49-F238E27FC236}">
                <a16:creationId xmlns:a16="http://schemas.microsoft.com/office/drawing/2014/main" id="{CADB6229-9FC5-4B18-8656-3DDAA0AE7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2192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7B17283-6518-4786-B208-C89046E31894}"/>
              </a:ext>
            </a:extLst>
          </p:cNvPr>
          <p:cNvSpPr/>
          <p:nvPr/>
        </p:nvSpPr>
        <p:spPr bwMode="auto">
          <a:xfrm rot="18900000">
            <a:off x="2711450" y="1878012"/>
            <a:ext cx="354013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51C2B990-487F-4717-BEE6-BEEF82871955}"/>
              </a:ext>
            </a:extLst>
          </p:cNvPr>
          <p:cNvSpPr/>
          <p:nvPr/>
        </p:nvSpPr>
        <p:spPr bwMode="auto">
          <a:xfrm rot="2700000">
            <a:off x="7019131" y="1877219"/>
            <a:ext cx="354013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112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8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2.33a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K-Map for the 2-1 Multiplexer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3A5C83B-1389-4BE2-803B-C8D8C44ED2EE}"/>
              </a:ext>
            </a:extLst>
          </p:cNvPr>
          <p:cNvSpPr txBox="1">
            <a:spLocks/>
          </p:cNvSpPr>
          <p:nvPr/>
        </p:nvSpPr>
        <p:spPr>
          <a:xfrm>
            <a:off x="76200" y="685800"/>
            <a:ext cx="5105400" cy="18669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Has two inputs: x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 and x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Also has another input line 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If s=0, then the output is equal to x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If s=1, then the output is equal to x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p:pic>
        <p:nvPicPr>
          <p:cNvPr id="13" name="Picture 3" descr="Screen shot 2013-09-11 at 1.53.58 PM.png">
            <a:extLst>
              <a:ext uri="{FF2B5EF4-FFF2-40B4-BE49-F238E27FC236}">
                <a16:creationId xmlns:a16="http://schemas.microsoft.com/office/drawing/2014/main" id="{92CDD1AA-5964-4B88-90EA-39D9E2CE3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601468"/>
            <a:ext cx="2524991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6A7587-D4E3-4EF1-9565-7448DA189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802" y="856384"/>
            <a:ext cx="2524991" cy="1994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6FE45C-F071-41ED-8342-00F3D8C45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059" y="3342522"/>
            <a:ext cx="3263282" cy="1866901"/>
          </a:xfrm>
          <a:prstGeom prst="rect">
            <a:avLst/>
          </a:prstGeom>
        </p:spPr>
      </p:pic>
      <p:grpSp>
        <p:nvGrpSpPr>
          <p:cNvPr id="17" name="Group 46">
            <a:extLst>
              <a:ext uri="{FF2B5EF4-FFF2-40B4-BE49-F238E27FC236}">
                <a16:creationId xmlns:a16="http://schemas.microsoft.com/office/drawing/2014/main" id="{81C7CA14-F513-42EB-8772-587CDE3324EF}"/>
              </a:ext>
            </a:extLst>
          </p:cNvPr>
          <p:cNvGrpSpPr>
            <a:grpSpLocks/>
          </p:cNvGrpSpPr>
          <p:nvPr/>
        </p:nvGrpSpPr>
        <p:grpSpPr bwMode="auto">
          <a:xfrm>
            <a:off x="3868667" y="5744505"/>
            <a:ext cx="4433888" cy="609600"/>
            <a:chOff x="533400" y="4495800"/>
            <a:chExt cx="4433104" cy="609600"/>
          </a:xfrm>
        </p:grpSpPr>
        <p:sp>
          <p:nvSpPr>
            <p:cNvPr id="18" name="TextBox 36">
              <a:extLst>
                <a:ext uri="{FF2B5EF4-FFF2-40B4-BE49-F238E27FC236}">
                  <a16:creationId xmlns:a16="http://schemas.microsoft.com/office/drawing/2014/main" id="{86DB639C-92B7-4F4B-A7DB-2CBC1EA11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9" name="Group 37">
              <a:extLst>
                <a:ext uri="{FF2B5EF4-FFF2-40B4-BE49-F238E27FC236}">
                  <a16:creationId xmlns:a16="http://schemas.microsoft.com/office/drawing/2014/main" id="{AA649140-1C1C-461D-A358-F276F20DD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452" cy="584776"/>
              <a:chOff x="5791200" y="2667000"/>
              <a:chExt cx="865452" cy="584776"/>
            </a:xfrm>
          </p:grpSpPr>
          <p:sp>
            <p:nvSpPr>
              <p:cNvPr id="22" name="TextBox 43">
                <a:extLst>
                  <a:ext uri="{FF2B5EF4-FFF2-40B4-BE49-F238E27FC236}">
                    <a16:creationId xmlns:a16="http://schemas.microsoft.com/office/drawing/2014/main" id="{A96A1709-C799-4633-9284-FB42508A24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452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23" name="Straight Connector 32">
                <a:extLst>
                  <a:ext uri="{FF2B5EF4-FFF2-40B4-BE49-F238E27FC236}">
                    <a16:creationId xmlns:a16="http://schemas.microsoft.com/office/drawing/2014/main" id="{3C1B4405-5833-4088-96FA-69393B036C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157" y="2819976"/>
                <a:ext cx="22856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" name="TextBox 41">
              <a:extLst>
                <a:ext uri="{FF2B5EF4-FFF2-40B4-BE49-F238E27FC236}">
                  <a16:creationId xmlns:a16="http://schemas.microsoft.com/office/drawing/2014/main" id="{E71AB371-62BA-42A5-A7F0-F22907C16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704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21" name="TextBox 39">
              <a:extLst>
                <a:ext uri="{FF2B5EF4-FFF2-40B4-BE49-F238E27FC236}">
                  <a16:creationId xmlns:a16="http://schemas.microsoft.com/office/drawing/2014/main" id="{4E407877-8FDE-4766-B565-664681F93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905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8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2.33a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K-Map for the 2-1 Multiplexer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3" name="Picture 3" descr="Screen shot 2013-09-11 at 1.53.58 PM.png">
            <a:extLst>
              <a:ext uri="{FF2B5EF4-FFF2-40B4-BE49-F238E27FC236}">
                <a16:creationId xmlns:a16="http://schemas.microsoft.com/office/drawing/2014/main" id="{92CDD1AA-5964-4B88-90EA-39D9E2CE3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3" y="732367"/>
            <a:ext cx="2987386" cy="4868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 descr="Screen shot 2014-02-03 at 1.56.59 PM.png">
            <a:extLst>
              <a:ext uri="{FF2B5EF4-FFF2-40B4-BE49-F238E27FC236}">
                <a16:creationId xmlns:a16="http://schemas.microsoft.com/office/drawing/2014/main" id="{D1478393-DE3B-4273-A89B-CA7198D9F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586" y="1485900"/>
            <a:ext cx="53498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574C9A1-6868-4537-B597-06ABDF949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048"/>
              </p:ext>
            </p:extLst>
          </p:nvPr>
        </p:nvGraphicFramePr>
        <p:xfrm>
          <a:off x="5076568" y="1540182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25" name="Line 6">
            <a:extLst>
              <a:ext uri="{FF2B5EF4-FFF2-40B4-BE49-F238E27FC236}">
                <a16:creationId xmlns:a16="http://schemas.microsoft.com/office/drawing/2014/main" id="{8998598B-A54E-46CC-B4CC-63235B730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6655" y="970269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C1586AB9-00E1-4634-A046-1C96B138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954395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" name="Rectangle 49">
            <a:extLst>
              <a:ext uri="{FF2B5EF4-FFF2-40B4-BE49-F238E27FC236}">
                <a16:creationId xmlns:a16="http://schemas.microsoft.com/office/drawing/2014/main" id="{BE11E48F-43C5-499B-8A94-E4381CB34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43" y="778182"/>
            <a:ext cx="4151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432A3B-C50F-4B11-A16E-1967949D1E36}"/>
              </a:ext>
            </a:extLst>
          </p:cNvPr>
          <p:cNvSpPr txBox="1"/>
          <p:nvPr/>
        </p:nvSpPr>
        <p:spPr>
          <a:xfrm>
            <a:off x="5227509" y="1143986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7ABA36-4D63-4B9A-BBA9-471F14B47B67}"/>
              </a:ext>
            </a:extLst>
          </p:cNvPr>
          <p:cNvSpPr txBox="1"/>
          <p:nvPr/>
        </p:nvSpPr>
        <p:spPr>
          <a:xfrm>
            <a:off x="4776294" y="1651436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AEBFD9-E08A-4939-BB17-494EB8D8A575}"/>
              </a:ext>
            </a:extLst>
          </p:cNvPr>
          <p:cNvGrpSpPr/>
          <p:nvPr/>
        </p:nvGrpSpPr>
        <p:grpSpPr>
          <a:xfrm>
            <a:off x="4038600" y="4150978"/>
            <a:ext cx="3429000" cy="2097421"/>
            <a:chOff x="5733801" y="567258"/>
            <a:chExt cx="3107749" cy="1972798"/>
          </a:xfrm>
        </p:grpSpPr>
        <p:pic>
          <p:nvPicPr>
            <p:cNvPr id="17" name="Picture 2" descr="Screen shot 2014-02-03 at 1.55.42 PM.png">
              <a:extLst>
                <a:ext uri="{FF2B5EF4-FFF2-40B4-BE49-F238E27FC236}">
                  <a16:creationId xmlns:a16="http://schemas.microsoft.com/office/drawing/2014/main" id="{8BCEAF0A-558A-42BF-8365-CEC454538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8291" y="567258"/>
              <a:ext cx="2973259" cy="1972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A359BA9-5565-4509-9B21-9CA9826ADD51}"/>
                </a:ext>
              </a:extLst>
            </p:cNvPr>
            <p:cNvSpPr/>
            <p:nvPr/>
          </p:nvSpPr>
          <p:spPr>
            <a:xfrm>
              <a:off x="5733801" y="941680"/>
              <a:ext cx="493553" cy="378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x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E47BBD5-38E1-49B0-8013-F56071D62F15}"/>
                </a:ext>
              </a:extLst>
            </p:cNvPr>
            <p:cNvSpPr/>
            <p:nvPr/>
          </p:nvSpPr>
          <p:spPr>
            <a:xfrm>
              <a:off x="6172200" y="762000"/>
              <a:ext cx="701859" cy="2570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sx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1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68F4E4-7E28-46FF-8ED6-C6F0A77BB5DF}"/>
                  </a:ext>
                </a:extLst>
              </p14:cNvPr>
              <p14:cNvContentPartPr/>
              <p14:nvPr/>
            </p14:nvContentPartPr>
            <p14:xfrm>
              <a:off x="3541320" y="1685160"/>
              <a:ext cx="4442040" cy="3808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68F4E4-7E28-46FF-8ED6-C6F0A77BB5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1960" y="1675800"/>
                <a:ext cx="4460760" cy="382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8528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8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2.33a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K-Map for the 2-1 Multiplexer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3" name="Picture 3" descr="Screen shot 2013-09-11 at 1.53.58 PM.png">
            <a:extLst>
              <a:ext uri="{FF2B5EF4-FFF2-40B4-BE49-F238E27FC236}">
                <a16:creationId xmlns:a16="http://schemas.microsoft.com/office/drawing/2014/main" id="{92CDD1AA-5964-4B88-90EA-39D9E2CE3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3" y="732367"/>
            <a:ext cx="2987386" cy="4868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 descr="Screen shot 2014-02-03 at 1.56.59 PM.png">
            <a:extLst>
              <a:ext uri="{FF2B5EF4-FFF2-40B4-BE49-F238E27FC236}">
                <a16:creationId xmlns:a16="http://schemas.microsoft.com/office/drawing/2014/main" id="{D1478393-DE3B-4273-A89B-CA7198D9F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586" y="1485900"/>
            <a:ext cx="53498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1">
            <a:extLst>
              <a:ext uri="{FF2B5EF4-FFF2-40B4-BE49-F238E27FC236}">
                <a16:creationId xmlns:a16="http://schemas.microsoft.com/office/drawing/2014/main" id="{71C4374D-030A-4ABE-B5BD-13EBEDCD7DCD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838200"/>
            <a:ext cx="4592638" cy="2895600"/>
            <a:chOff x="4343399" y="2133600"/>
            <a:chExt cx="4592783" cy="2895600"/>
          </a:xfrm>
        </p:grpSpPr>
        <p:pic>
          <p:nvPicPr>
            <p:cNvPr id="17" name="Picture 2" descr="Screen shot 2014-02-03 at 1.55.42 PM.png">
              <a:extLst>
                <a:ext uri="{FF2B5EF4-FFF2-40B4-BE49-F238E27FC236}">
                  <a16:creationId xmlns:a16="http://schemas.microsoft.com/office/drawing/2014/main" id="{7CE763F3-7ED4-4974-95F7-68408C519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A9EB76FF-684A-4FA1-8484-136BFFBF1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54084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E8E72DBC-FE65-4270-B1F5-CC4F14FDC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TextBox 41">
              <a:extLst>
                <a:ext uri="{FF2B5EF4-FFF2-40B4-BE49-F238E27FC236}">
                  <a16:creationId xmlns:a16="http://schemas.microsoft.com/office/drawing/2014/main" id="{18AF2579-DC84-4828-8859-A85F458EC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21" name="TextBox 41">
              <a:extLst>
                <a:ext uri="{FF2B5EF4-FFF2-40B4-BE49-F238E27FC236}">
                  <a16:creationId xmlns:a16="http://schemas.microsoft.com/office/drawing/2014/main" id="{B1F30289-E844-4CB1-B3F5-E503BCE60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114C3B4E-4C1E-458E-982B-93D7E8994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2101850"/>
            <a:ext cx="492125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 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69588092-9436-4FAD-841D-31C30E797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097088"/>
            <a:ext cx="49212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 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7D282926-7069-405E-9FD1-7E94FBE45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9650" y="2101850"/>
            <a:ext cx="492125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 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D1C7A615-3146-4147-BF79-F02B2A184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3238" y="2097088"/>
            <a:ext cx="49212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 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8795E0D3-859C-47A7-918B-5BC355408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873375"/>
            <a:ext cx="492125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 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AD9BBFD4-699D-4E89-A2E9-F90E22CD6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963" y="2868613"/>
            <a:ext cx="493712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 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5AF31E9-2D9F-44AB-A87D-B80983FB7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2874963"/>
            <a:ext cx="49212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 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636E84F8-0328-4182-94FF-D3CD3DEFA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588" y="2868613"/>
            <a:ext cx="49212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 </a:t>
            </a:r>
          </a:p>
        </p:txBody>
      </p:sp>
      <p:sp>
        <p:nvSpPr>
          <p:cNvPr id="36" name="Freeform 50">
            <a:extLst>
              <a:ext uri="{FF2B5EF4-FFF2-40B4-BE49-F238E27FC236}">
                <a16:creationId xmlns:a16="http://schemas.microsoft.com/office/drawing/2014/main" id="{A1707B45-B229-49F1-B2BE-D10FF4212666}"/>
              </a:ext>
            </a:extLst>
          </p:cNvPr>
          <p:cNvSpPr>
            <a:spLocks/>
          </p:cNvSpPr>
          <p:nvPr/>
        </p:nvSpPr>
        <p:spPr bwMode="auto">
          <a:xfrm>
            <a:off x="7315200" y="2895600"/>
            <a:ext cx="1322388" cy="5842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0CF9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" name="Freeform 50">
            <a:extLst>
              <a:ext uri="{FF2B5EF4-FFF2-40B4-BE49-F238E27FC236}">
                <a16:creationId xmlns:a16="http://schemas.microsoft.com/office/drawing/2014/main" id="{C7B97F0E-F0AF-4882-9218-87D5A0A24302}"/>
              </a:ext>
            </a:extLst>
          </p:cNvPr>
          <p:cNvSpPr>
            <a:spLocks/>
          </p:cNvSpPr>
          <p:nvPr/>
        </p:nvSpPr>
        <p:spPr bwMode="auto">
          <a:xfrm rot="16200000">
            <a:off x="6164263" y="2506663"/>
            <a:ext cx="1322387" cy="585787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0CF9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38" name="Straight Connector 24">
            <a:extLst>
              <a:ext uri="{FF2B5EF4-FFF2-40B4-BE49-F238E27FC236}">
                <a16:creationId xmlns:a16="http://schemas.microsoft.com/office/drawing/2014/main" id="{D51BC3AD-FBC9-48E1-A5CE-16BC964FB9D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4188" y="3449638"/>
            <a:ext cx="0" cy="685800"/>
          </a:xfrm>
          <a:prstGeom prst="line">
            <a:avLst/>
          </a:prstGeom>
          <a:noFill/>
          <a:ln w="34925">
            <a:solidFill>
              <a:srgbClr val="0CF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25">
            <a:extLst>
              <a:ext uri="{FF2B5EF4-FFF2-40B4-BE49-F238E27FC236}">
                <a16:creationId xmlns:a16="http://schemas.microsoft.com/office/drawing/2014/main" id="{885BC73E-F154-4EAC-815F-09E6FA935F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9875" y="3476625"/>
            <a:ext cx="0" cy="685800"/>
          </a:xfrm>
          <a:prstGeom prst="line">
            <a:avLst/>
          </a:prstGeom>
          <a:noFill/>
          <a:ln w="34925">
            <a:solidFill>
              <a:srgbClr val="0CF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0" name="Group 46">
            <a:extLst>
              <a:ext uri="{FF2B5EF4-FFF2-40B4-BE49-F238E27FC236}">
                <a16:creationId xmlns:a16="http://schemas.microsoft.com/office/drawing/2014/main" id="{9DA3869E-7C91-48A5-89FD-D616A6A3DFC6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4191000"/>
            <a:ext cx="4433888" cy="609600"/>
            <a:chOff x="533400" y="4495800"/>
            <a:chExt cx="4433104" cy="609600"/>
          </a:xfrm>
        </p:grpSpPr>
        <p:sp>
          <p:nvSpPr>
            <p:cNvPr id="41" name="TextBox 36">
              <a:extLst>
                <a:ext uri="{FF2B5EF4-FFF2-40B4-BE49-F238E27FC236}">
                  <a16:creationId xmlns:a16="http://schemas.microsoft.com/office/drawing/2014/main" id="{0A8E85D9-FA23-4B90-863F-2EC2863F6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2" name="Group 37">
              <a:extLst>
                <a:ext uri="{FF2B5EF4-FFF2-40B4-BE49-F238E27FC236}">
                  <a16:creationId xmlns:a16="http://schemas.microsoft.com/office/drawing/2014/main" id="{3D2F7CE9-0C98-484B-B362-409CE5472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452" cy="584776"/>
              <a:chOff x="5791200" y="2667000"/>
              <a:chExt cx="865452" cy="584776"/>
            </a:xfrm>
          </p:grpSpPr>
          <p:sp>
            <p:nvSpPr>
              <p:cNvPr id="45" name="TextBox 43">
                <a:extLst>
                  <a:ext uri="{FF2B5EF4-FFF2-40B4-BE49-F238E27FC236}">
                    <a16:creationId xmlns:a16="http://schemas.microsoft.com/office/drawing/2014/main" id="{72F15B6F-C952-49D0-9E02-CEDFAD4F78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452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46" name="Straight Connector 32">
                <a:extLst>
                  <a:ext uri="{FF2B5EF4-FFF2-40B4-BE49-F238E27FC236}">
                    <a16:creationId xmlns:a16="http://schemas.microsoft.com/office/drawing/2014/main" id="{737C71D6-48B4-4C9B-AEF5-15578E10D6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157" y="2819976"/>
                <a:ext cx="22856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3" name="TextBox 41">
              <a:extLst>
                <a:ext uri="{FF2B5EF4-FFF2-40B4-BE49-F238E27FC236}">
                  <a16:creationId xmlns:a16="http://schemas.microsoft.com/office/drawing/2014/main" id="{77928ACD-698E-443F-97A6-BE2009075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704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44" name="TextBox 39">
              <a:extLst>
                <a:ext uri="{FF2B5EF4-FFF2-40B4-BE49-F238E27FC236}">
                  <a16:creationId xmlns:a16="http://schemas.microsoft.com/office/drawing/2014/main" id="{F45CCEBE-9CA0-447A-AFDD-644CD72F7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24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C6ACCE9-2093-094B-B485-89B3511F423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6200"/>
            <a:ext cx="9144000" cy="4699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A four-variable Karnaugh map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9842A20-9B75-498D-9A92-008AB9C9F3EF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914400"/>
          <a:ext cx="2590800" cy="53975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m8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m9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54" name="Content Placeholder 3" descr="F:\LogicBook\PowerPoint\chapter4\figure4.6.wmf">
            <a:extLst>
              <a:ext uri="{FF2B5EF4-FFF2-40B4-BE49-F238E27FC236}">
                <a16:creationId xmlns:a16="http://schemas.microsoft.com/office/drawing/2014/main" id="{E54C743B-345A-4442-A4A9-2FCE0BE77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0" y="1146969"/>
            <a:ext cx="4267200" cy="4206875"/>
          </a:xfrm>
          <a:prstGeom prst="rect">
            <a:avLst/>
          </a:prstGeom>
        </p:spPr>
      </p:pic>
      <p:sp>
        <p:nvSpPr>
          <p:cNvPr id="55" name="TextBox 42">
            <a:extLst>
              <a:ext uri="{FF2B5EF4-FFF2-40B4-BE49-F238E27FC236}">
                <a16:creationId xmlns:a16="http://schemas.microsoft.com/office/drawing/2014/main" id="{4CB3BCFC-451E-4715-8060-392A1663D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5410200"/>
            <a:ext cx="9667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56" name="Straight Arrow Connector 43">
            <a:extLst>
              <a:ext uri="{FF2B5EF4-FFF2-40B4-BE49-F238E27FC236}">
                <a16:creationId xmlns:a16="http://schemas.microsoft.com/office/drawing/2014/main" id="{F61946A1-4219-48DE-A470-120DC83BF53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58582" y="4800600"/>
            <a:ext cx="697706" cy="6096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Arrow Connector 44">
            <a:extLst>
              <a:ext uri="{FF2B5EF4-FFF2-40B4-BE49-F238E27FC236}">
                <a16:creationId xmlns:a16="http://schemas.microsoft.com/office/drawing/2014/main" id="{D64CAFDD-6E50-4212-B4E8-B5A9750A143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03988" y="4800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Arrow Connector 45">
            <a:extLst>
              <a:ext uri="{FF2B5EF4-FFF2-40B4-BE49-F238E27FC236}">
                <a16:creationId xmlns:a16="http://schemas.microsoft.com/office/drawing/2014/main" id="{77587EAF-598F-4C7D-8D97-5DBED6F1AF5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15213" y="25908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Arrow Connector 46">
            <a:extLst>
              <a:ext uri="{FF2B5EF4-FFF2-40B4-BE49-F238E27FC236}">
                <a16:creationId xmlns:a16="http://schemas.microsoft.com/office/drawing/2014/main" id="{4A64C75E-2CDD-4400-B52A-53B3C723441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15213" y="3962400"/>
            <a:ext cx="533400" cy="381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Box 49">
            <a:extLst>
              <a:ext uri="{FF2B5EF4-FFF2-40B4-BE49-F238E27FC236}">
                <a16:creationId xmlns:a16="http://schemas.microsoft.com/office/drawing/2014/main" id="{A7A29118-141F-4C51-97CF-B42F09B8C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3" y="3200400"/>
            <a:ext cx="9667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rows</a:t>
            </a:r>
          </a:p>
        </p:txBody>
      </p:sp>
    </p:spTree>
    <p:extLst>
      <p:ext uri="{BB962C8B-B14F-4D97-AF65-F5344CB8AC3E}">
        <p14:creationId xmlns:p14="http://schemas.microsoft.com/office/powerpoint/2010/main" val="2296410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3" name="Picture 3" descr="F:\LogicBook\PowerPoint\chapter4\figure4.6.wmf">
            <a:extLst>
              <a:ext uri="{FF2B5EF4-FFF2-40B4-BE49-F238E27FC236}">
                <a16:creationId xmlns:a16="http://schemas.microsoft.com/office/drawing/2014/main" id="{CD8AE4B1-F850-45E3-A88B-197F75ED4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507EC84-5429-D243-9934-34E66A57F66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48768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Valid Groupings</a:t>
            </a:r>
          </a:p>
        </p:txBody>
      </p:sp>
      <p:pic>
        <p:nvPicPr>
          <p:cNvPr id="100356" name="Picture 3" descr="F:\LogicBook\PowerPoint\chapter4\figure4.6.wmf">
            <a:extLst>
              <a:ext uri="{FF2B5EF4-FFF2-40B4-BE49-F238E27FC236}">
                <a16:creationId xmlns:a16="http://schemas.microsoft.com/office/drawing/2014/main" id="{9B251CEA-67CA-43BE-B896-D8F889DC5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7" name="Picture 3" descr="F:\LogicBook\PowerPoint\chapter4\figure4.6.wmf">
            <a:extLst>
              <a:ext uri="{FF2B5EF4-FFF2-40B4-BE49-F238E27FC236}">
                <a16:creationId xmlns:a16="http://schemas.microsoft.com/office/drawing/2014/main" id="{F6F564C8-087E-4C95-A6CC-CDAD1A318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B58D7A-AD8F-EC4B-8111-EBE8A7A8C0C0}"/>
              </a:ext>
            </a:extLst>
          </p:cNvPr>
          <p:cNvSpPr/>
          <p:nvPr/>
        </p:nvSpPr>
        <p:spPr bwMode="auto">
          <a:xfrm rot="16200000">
            <a:off x="4381500" y="4914900"/>
            <a:ext cx="7620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4BF8AE-A807-FB43-AA07-F7B93C4AF0D5}"/>
              </a:ext>
            </a:extLst>
          </p:cNvPr>
          <p:cNvSpPr/>
          <p:nvPr/>
        </p:nvSpPr>
        <p:spPr bwMode="auto">
          <a:xfrm rot="16200000">
            <a:off x="1825625" y="4949825"/>
            <a:ext cx="762000" cy="838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F6CD05-C58C-BF42-A33A-A385C5C58AB4}"/>
              </a:ext>
            </a:extLst>
          </p:cNvPr>
          <p:cNvSpPr/>
          <p:nvPr/>
        </p:nvSpPr>
        <p:spPr bwMode="auto">
          <a:xfrm rot="16200000">
            <a:off x="1360488" y="1793875"/>
            <a:ext cx="381000" cy="3810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E1957EE1-AEBC-49AA-ADF4-C3CC343EDDE5}"/>
              </a:ext>
            </a:extLst>
          </p:cNvPr>
          <p:cNvSpPr/>
          <p:nvPr/>
        </p:nvSpPr>
        <p:spPr bwMode="auto">
          <a:xfrm rot="16200000">
            <a:off x="1587373" y="2501900"/>
            <a:ext cx="381000" cy="7810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pic>
        <p:nvPicPr>
          <p:cNvPr id="14" name="Picture 3" descr="F:\LogicBook\PowerPoint\chapter4\figure4.6.wmf">
            <a:extLst>
              <a:ext uri="{FF2B5EF4-FFF2-40B4-BE49-F238E27FC236}">
                <a16:creationId xmlns:a16="http://schemas.microsoft.com/office/drawing/2014/main" id="{2576DCCA-4AFE-4F1F-A7FC-997A14BE6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55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F1DA5505-65A6-4752-A2E9-98D20E7E128A}"/>
              </a:ext>
            </a:extLst>
          </p:cNvPr>
          <p:cNvSpPr/>
          <p:nvPr/>
        </p:nvSpPr>
        <p:spPr bwMode="auto">
          <a:xfrm rot="16200000">
            <a:off x="4489450" y="1943100"/>
            <a:ext cx="1752600" cy="457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pic>
        <p:nvPicPr>
          <p:cNvPr id="16" name="Picture 3" descr="F:\LogicBook\PowerPoint\chapter4\figure4.6.wmf">
            <a:extLst>
              <a:ext uri="{FF2B5EF4-FFF2-40B4-BE49-F238E27FC236}">
                <a16:creationId xmlns:a16="http://schemas.microsoft.com/office/drawing/2014/main" id="{42B926D5-65F6-4BCA-8839-0EEAB7005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350" y="3810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 descr="F:\LogicBook\PowerPoint\chapter4\figure4.6.wmf">
            <a:extLst>
              <a:ext uri="{FF2B5EF4-FFF2-40B4-BE49-F238E27FC236}">
                <a16:creationId xmlns:a16="http://schemas.microsoft.com/office/drawing/2014/main" id="{766E9E8B-47FA-41BE-B1FE-FDBC36DF3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350" y="3581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3">
            <a:extLst>
              <a:ext uri="{FF2B5EF4-FFF2-40B4-BE49-F238E27FC236}">
                <a16:creationId xmlns:a16="http://schemas.microsoft.com/office/drawing/2014/main" id="{6D313854-42DA-45B1-B5B0-9271E7E35369}"/>
              </a:ext>
            </a:extLst>
          </p:cNvPr>
          <p:cNvGrpSpPr>
            <a:grpSpLocks/>
          </p:cNvGrpSpPr>
          <p:nvPr/>
        </p:nvGrpSpPr>
        <p:grpSpPr bwMode="auto">
          <a:xfrm>
            <a:off x="6737350" y="4419600"/>
            <a:ext cx="1905000" cy="387350"/>
            <a:chOff x="2801938" y="2224088"/>
            <a:chExt cx="2381250" cy="387350"/>
          </a:xfrm>
        </p:grpSpPr>
        <p:sp>
          <p:nvSpPr>
            <p:cNvPr id="19" name="Line 61">
              <a:extLst>
                <a:ext uri="{FF2B5EF4-FFF2-40B4-BE49-F238E27FC236}">
                  <a16:creationId xmlns:a16="http://schemas.microsoft.com/office/drawing/2014/main" id="{C06E3EAB-75CB-4FB7-88AA-B25A1B019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0" name="Group 104">
              <a:extLst>
                <a:ext uri="{FF2B5EF4-FFF2-40B4-BE49-F238E27FC236}">
                  <a16:creationId xmlns:a16="http://schemas.microsoft.com/office/drawing/2014/main" id="{3753F725-C909-4418-BE26-8F11A2466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27" name="Group 105">
                <a:extLst>
                  <a:ext uri="{FF2B5EF4-FFF2-40B4-BE49-F238E27FC236}">
                    <a16:creationId xmlns:a16="http://schemas.microsoft.com/office/drawing/2014/main" id="{CADB6766-4228-4F31-AECA-52ECA53515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30" name="Arc 106">
                  <a:extLst>
                    <a:ext uri="{FF2B5EF4-FFF2-40B4-BE49-F238E27FC236}">
                      <a16:creationId xmlns:a16="http://schemas.microsoft.com/office/drawing/2014/main" id="{EED428CC-3899-4491-8CA7-5FA5A4F45D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" name="Arc 107">
                  <a:extLst>
                    <a:ext uri="{FF2B5EF4-FFF2-40B4-BE49-F238E27FC236}">
                      <a16:creationId xmlns:a16="http://schemas.microsoft.com/office/drawing/2014/main" id="{2D707E86-5EF6-419C-B90E-13A385D81B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8" name="Line 108">
                <a:extLst>
                  <a:ext uri="{FF2B5EF4-FFF2-40B4-BE49-F238E27FC236}">
                    <a16:creationId xmlns:a16="http://schemas.microsoft.com/office/drawing/2014/main" id="{4B620B3E-4759-4F0D-A9C8-D424F4168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Line 109">
                <a:extLst>
                  <a:ext uri="{FF2B5EF4-FFF2-40B4-BE49-F238E27FC236}">
                    <a16:creationId xmlns:a16="http://schemas.microsoft.com/office/drawing/2014/main" id="{BBED7040-30FF-4F0D-AC74-87554DF9F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" name="Group 110">
              <a:extLst>
                <a:ext uri="{FF2B5EF4-FFF2-40B4-BE49-F238E27FC236}">
                  <a16:creationId xmlns:a16="http://schemas.microsoft.com/office/drawing/2014/main" id="{E0382C85-9DFE-48C8-95FC-A26212466BB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22" name="Group 111">
                <a:extLst>
                  <a:ext uri="{FF2B5EF4-FFF2-40B4-BE49-F238E27FC236}">
                    <a16:creationId xmlns:a16="http://schemas.microsoft.com/office/drawing/2014/main" id="{FE45BADB-E635-4696-B80A-61536DA5E4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25" name="Arc 112">
                  <a:extLst>
                    <a:ext uri="{FF2B5EF4-FFF2-40B4-BE49-F238E27FC236}">
                      <a16:creationId xmlns:a16="http://schemas.microsoft.com/office/drawing/2014/main" id="{0A7B8AE1-B657-4F7A-9454-BBB47D9D9B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6" name="Arc 113">
                  <a:extLst>
                    <a:ext uri="{FF2B5EF4-FFF2-40B4-BE49-F238E27FC236}">
                      <a16:creationId xmlns:a16="http://schemas.microsoft.com/office/drawing/2014/main" id="{D41BB073-AB7D-496D-BCE0-013153B380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3" name="Line 114">
                <a:extLst>
                  <a:ext uri="{FF2B5EF4-FFF2-40B4-BE49-F238E27FC236}">
                    <a16:creationId xmlns:a16="http://schemas.microsoft.com/office/drawing/2014/main" id="{4371B1C7-CAC4-47C2-A909-9370593EE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4" name="Line 115">
                <a:extLst>
                  <a:ext uri="{FF2B5EF4-FFF2-40B4-BE49-F238E27FC236}">
                    <a16:creationId xmlns:a16="http://schemas.microsoft.com/office/drawing/2014/main" id="{20527147-0D45-4E75-B8C2-694A74232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2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2" name="Group 3">
            <a:extLst>
              <a:ext uri="{FF2B5EF4-FFF2-40B4-BE49-F238E27FC236}">
                <a16:creationId xmlns:a16="http://schemas.microsoft.com/office/drawing/2014/main" id="{216E803D-9330-4000-9FA7-B28BF90B30F1}"/>
              </a:ext>
            </a:extLst>
          </p:cNvPr>
          <p:cNvGrpSpPr>
            <a:grpSpLocks/>
          </p:cNvGrpSpPr>
          <p:nvPr/>
        </p:nvGrpSpPr>
        <p:grpSpPr bwMode="auto">
          <a:xfrm>
            <a:off x="6737350" y="5784850"/>
            <a:ext cx="1905000" cy="387350"/>
            <a:chOff x="2801938" y="2224088"/>
            <a:chExt cx="2381250" cy="387350"/>
          </a:xfrm>
        </p:grpSpPr>
        <p:sp>
          <p:nvSpPr>
            <p:cNvPr id="33" name="Line 61">
              <a:extLst>
                <a:ext uri="{FF2B5EF4-FFF2-40B4-BE49-F238E27FC236}">
                  <a16:creationId xmlns:a16="http://schemas.microsoft.com/office/drawing/2014/main" id="{515486F1-B740-46E5-AA65-8A0D792D8D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4" name="Group 104">
              <a:extLst>
                <a:ext uri="{FF2B5EF4-FFF2-40B4-BE49-F238E27FC236}">
                  <a16:creationId xmlns:a16="http://schemas.microsoft.com/office/drawing/2014/main" id="{30C3179D-ADBB-456D-9C82-1716D0CB1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41" name="Group 105">
                <a:extLst>
                  <a:ext uri="{FF2B5EF4-FFF2-40B4-BE49-F238E27FC236}">
                    <a16:creationId xmlns:a16="http://schemas.microsoft.com/office/drawing/2014/main" id="{C69B3EAC-DB6D-46CE-B013-6AEE0912AB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44" name="Arc 106">
                  <a:extLst>
                    <a:ext uri="{FF2B5EF4-FFF2-40B4-BE49-F238E27FC236}">
                      <a16:creationId xmlns:a16="http://schemas.microsoft.com/office/drawing/2014/main" id="{CC009A3D-A83C-4F68-BE0D-42DE8CAEE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" name="Arc 107">
                  <a:extLst>
                    <a:ext uri="{FF2B5EF4-FFF2-40B4-BE49-F238E27FC236}">
                      <a16:creationId xmlns:a16="http://schemas.microsoft.com/office/drawing/2014/main" id="{B912F5A8-D5A5-4BFD-9ECC-E6F33AD71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2" name="Line 108">
                <a:extLst>
                  <a:ext uri="{FF2B5EF4-FFF2-40B4-BE49-F238E27FC236}">
                    <a16:creationId xmlns:a16="http://schemas.microsoft.com/office/drawing/2014/main" id="{410E34FB-9BCB-4DB8-B455-CFC6C9F6B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Line 109">
                <a:extLst>
                  <a:ext uri="{FF2B5EF4-FFF2-40B4-BE49-F238E27FC236}">
                    <a16:creationId xmlns:a16="http://schemas.microsoft.com/office/drawing/2014/main" id="{F80C53B3-CCAE-4421-BED3-673E80509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5" name="Group 110">
              <a:extLst>
                <a:ext uri="{FF2B5EF4-FFF2-40B4-BE49-F238E27FC236}">
                  <a16:creationId xmlns:a16="http://schemas.microsoft.com/office/drawing/2014/main" id="{A8A91D79-17AF-47BB-AD04-BCF99D7FC9A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36" name="Group 111">
                <a:extLst>
                  <a:ext uri="{FF2B5EF4-FFF2-40B4-BE49-F238E27FC236}">
                    <a16:creationId xmlns:a16="http://schemas.microsoft.com/office/drawing/2014/main" id="{977A401C-F19B-4351-A93F-5E1CBD053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39" name="Arc 112">
                  <a:extLst>
                    <a:ext uri="{FF2B5EF4-FFF2-40B4-BE49-F238E27FC236}">
                      <a16:creationId xmlns:a16="http://schemas.microsoft.com/office/drawing/2014/main" id="{F85F7B83-3560-4C6E-866B-1334D543B8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" name="Arc 113">
                  <a:extLst>
                    <a:ext uri="{FF2B5EF4-FFF2-40B4-BE49-F238E27FC236}">
                      <a16:creationId xmlns:a16="http://schemas.microsoft.com/office/drawing/2014/main" id="{2D9938B8-6BFA-4C64-98CC-83D1C46CC4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" name="Line 114">
                <a:extLst>
                  <a:ext uri="{FF2B5EF4-FFF2-40B4-BE49-F238E27FC236}">
                    <a16:creationId xmlns:a16="http://schemas.microsoft.com/office/drawing/2014/main" id="{88321402-CDE9-43F8-87B0-AA02ABDAB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Line 115">
                <a:extLst>
                  <a:ext uri="{FF2B5EF4-FFF2-40B4-BE49-F238E27FC236}">
                    <a16:creationId xmlns:a16="http://schemas.microsoft.com/office/drawing/2014/main" id="{F3375A1D-7AA1-49D1-8EC7-91FDB367F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2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46" name="Group 3">
            <a:extLst>
              <a:ext uri="{FF2B5EF4-FFF2-40B4-BE49-F238E27FC236}">
                <a16:creationId xmlns:a16="http://schemas.microsoft.com/office/drawing/2014/main" id="{6677E8DA-89C3-4251-AB5C-6DA9A374EAA1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892925" y="1901825"/>
            <a:ext cx="1905000" cy="387350"/>
            <a:chOff x="2801938" y="2224088"/>
            <a:chExt cx="2381250" cy="387350"/>
          </a:xfrm>
        </p:grpSpPr>
        <p:sp>
          <p:nvSpPr>
            <p:cNvPr id="47" name="Line 61">
              <a:extLst>
                <a:ext uri="{FF2B5EF4-FFF2-40B4-BE49-F238E27FC236}">
                  <a16:creationId xmlns:a16="http://schemas.microsoft.com/office/drawing/2014/main" id="{E7EDF746-51D4-488F-8BB6-49B71D762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8" name="Group 104">
              <a:extLst>
                <a:ext uri="{FF2B5EF4-FFF2-40B4-BE49-F238E27FC236}">
                  <a16:creationId xmlns:a16="http://schemas.microsoft.com/office/drawing/2014/main" id="{DCD7DDBB-B59D-46AA-A1F9-F3DAB8461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55" name="Group 105">
                <a:extLst>
                  <a:ext uri="{FF2B5EF4-FFF2-40B4-BE49-F238E27FC236}">
                    <a16:creationId xmlns:a16="http://schemas.microsoft.com/office/drawing/2014/main" id="{195079C8-2E1A-4D50-BD36-FD874F6EF4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58" name="Arc 106">
                  <a:extLst>
                    <a:ext uri="{FF2B5EF4-FFF2-40B4-BE49-F238E27FC236}">
                      <a16:creationId xmlns:a16="http://schemas.microsoft.com/office/drawing/2014/main" id="{6B2FD937-9E9B-42B2-81D6-09D023AC4C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" name="Arc 107">
                  <a:extLst>
                    <a:ext uri="{FF2B5EF4-FFF2-40B4-BE49-F238E27FC236}">
                      <a16:creationId xmlns:a16="http://schemas.microsoft.com/office/drawing/2014/main" id="{15C93380-5BEA-494F-BABD-05ADD297AB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6" name="Line 108">
                <a:extLst>
                  <a:ext uri="{FF2B5EF4-FFF2-40B4-BE49-F238E27FC236}">
                    <a16:creationId xmlns:a16="http://schemas.microsoft.com/office/drawing/2014/main" id="{6B335B03-C4E5-4E2A-AF23-03E017817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3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Line 109">
                <a:extLst>
                  <a:ext uri="{FF2B5EF4-FFF2-40B4-BE49-F238E27FC236}">
                    <a16:creationId xmlns:a16="http://schemas.microsoft.com/office/drawing/2014/main" id="{E65D77E7-D561-4D24-B201-63A440097B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9" y="1478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9" name="Group 110">
              <a:extLst>
                <a:ext uri="{FF2B5EF4-FFF2-40B4-BE49-F238E27FC236}">
                  <a16:creationId xmlns:a16="http://schemas.microsoft.com/office/drawing/2014/main" id="{C3A49A40-D387-4305-8043-52F4691E059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50" name="Group 111">
                <a:extLst>
                  <a:ext uri="{FF2B5EF4-FFF2-40B4-BE49-F238E27FC236}">
                    <a16:creationId xmlns:a16="http://schemas.microsoft.com/office/drawing/2014/main" id="{F8D7CD8D-206A-427D-B3F2-666F43666E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53" name="Arc 112">
                  <a:extLst>
                    <a:ext uri="{FF2B5EF4-FFF2-40B4-BE49-F238E27FC236}">
                      <a16:creationId xmlns:a16="http://schemas.microsoft.com/office/drawing/2014/main" id="{52678E7A-657F-4B95-B381-4BDECE0F4D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" name="Arc 113">
                  <a:extLst>
                    <a:ext uri="{FF2B5EF4-FFF2-40B4-BE49-F238E27FC236}">
                      <a16:creationId xmlns:a16="http://schemas.microsoft.com/office/drawing/2014/main" id="{EC90C209-6789-489C-ABD5-FA944B4EB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1" name="Line 114">
                <a:extLst>
                  <a:ext uri="{FF2B5EF4-FFF2-40B4-BE49-F238E27FC236}">
                    <a16:creationId xmlns:a16="http://schemas.microsoft.com/office/drawing/2014/main" id="{5CAF297F-71BB-4845-8E30-92F921F42A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37" y="1236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Line 115">
                <a:extLst>
                  <a:ext uri="{FF2B5EF4-FFF2-40B4-BE49-F238E27FC236}">
                    <a16:creationId xmlns:a16="http://schemas.microsoft.com/office/drawing/2014/main" id="{5772A08E-75C1-43B7-99E9-82FF3B34D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34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60" name="Line 61">
            <a:extLst>
              <a:ext uri="{FF2B5EF4-FFF2-40B4-BE49-F238E27FC236}">
                <a16:creationId xmlns:a16="http://schemas.microsoft.com/office/drawing/2014/main" id="{0135B770-F4C9-4746-8D2E-650EAA02BB0B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6965950" y="5486400"/>
            <a:ext cx="1371600" cy="0"/>
          </a:xfrm>
          <a:prstGeom prst="line">
            <a:avLst/>
          </a:prstGeom>
          <a:noFill/>
          <a:ln w="23813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49" name="Picture 3" descr="F:\LogicBook\PowerPoint\chapter4\figure4.6.wmf">
            <a:extLst>
              <a:ext uri="{FF2B5EF4-FFF2-40B4-BE49-F238E27FC236}">
                <a16:creationId xmlns:a16="http://schemas.microsoft.com/office/drawing/2014/main" id="{EBE1B760-730E-4AD1-BE13-7F657B74C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6F9E476-BC64-6C40-BC3B-0DB1ADAD148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Invalid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4451" name="Picture 3" descr="F:\LogicBook\PowerPoint\chapter4\figure4.6.wmf">
            <a:extLst>
              <a:ext uri="{FF2B5EF4-FFF2-40B4-BE49-F238E27FC236}">
                <a16:creationId xmlns:a16="http://schemas.microsoft.com/office/drawing/2014/main" id="{36A36073-0A5D-4688-8226-9F3E01BDF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2" name="Picture 3" descr="F:\LogicBook\PowerPoint\chapter4\figure4.6.wmf">
            <a:extLst>
              <a:ext uri="{FF2B5EF4-FFF2-40B4-BE49-F238E27FC236}">
                <a16:creationId xmlns:a16="http://schemas.microsoft.com/office/drawing/2014/main" id="{17F861C9-AEE3-4825-A452-B1CCAF32D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3" descr="F:\LogicBook\PowerPoint\chapter4\figure4.6.wmf">
            <a:extLst>
              <a:ext uri="{FF2B5EF4-FFF2-40B4-BE49-F238E27FC236}">
                <a16:creationId xmlns:a16="http://schemas.microsoft.com/office/drawing/2014/main" id="{C7743E7F-B997-4CBE-9983-00C93659C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2C4A78-A295-A448-A221-12704E34D144}"/>
              </a:ext>
            </a:extLst>
          </p:cNvPr>
          <p:cNvSpPr/>
          <p:nvPr/>
        </p:nvSpPr>
        <p:spPr bwMode="auto">
          <a:xfrm rot="16200000">
            <a:off x="6400800" y="4724400"/>
            <a:ext cx="12954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4FC271-2CD0-C548-BE5E-A3D6DD27CD82}"/>
              </a:ext>
            </a:extLst>
          </p:cNvPr>
          <p:cNvSpPr/>
          <p:nvPr/>
        </p:nvSpPr>
        <p:spPr bwMode="auto">
          <a:xfrm rot="16200000">
            <a:off x="1714500" y="4991100"/>
            <a:ext cx="1295400" cy="1219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21B676-4C13-1A46-9771-A95BEB4A56DF}"/>
              </a:ext>
            </a:extLst>
          </p:cNvPr>
          <p:cNvSpPr/>
          <p:nvPr/>
        </p:nvSpPr>
        <p:spPr bwMode="auto">
          <a:xfrm rot="16200000">
            <a:off x="1493838" y="1131888"/>
            <a:ext cx="838200" cy="12954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B812D6-589C-9041-BB44-DD3A18BE7CA9}"/>
              </a:ext>
            </a:extLst>
          </p:cNvPr>
          <p:cNvSpPr/>
          <p:nvPr/>
        </p:nvSpPr>
        <p:spPr bwMode="auto">
          <a:xfrm rot="16200000">
            <a:off x="7124700" y="1714500"/>
            <a:ext cx="1295400" cy="457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4458" name="TextBox 1">
            <a:extLst>
              <a:ext uri="{FF2B5EF4-FFF2-40B4-BE49-F238E27FC236}">
                <a16:creationId xmlns:a16="http://schemas.microsoft.com/office/drawing/2014/main" id="{631ABE12-0E0F-46AB-802C-B812EC3AB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276600"/>
            <a:ext cx="3921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All sides must be powers of 2.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CBCF24-74F7-4618-BF5C-81D40B9494CE}"/>
                  </a:ext>
                </a:extLst>
              </p14:cNvPr>
              <p14:cNvContentPartPr/>
              <p14:nvPr/>
            </p14:nvContentPartPr>
            <p14:xfrm>
              <a:off x="3454560" y="1463040"/>
              <a:ext cx="5530680" cy="373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CBCF24-74F7-4618-BF5C-81D40B9494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200" y="1453680"/>
                <a:ext cx="5549400" cy="374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</a:rPr>
              <a:t>Example 6: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3860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1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6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5370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8450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5321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1         0        0        1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5673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1         1        0        1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EEAB5E-A642-46C7-9FD8-9DF3C18BB2C3}"/>
                  </a:ext>
                </a:extLst>
              </p14:cNvPr>
              <p14:cNvContentPartPr/>
              <p14:nvPr/>
            </p14:nvContentPartPr>
            <p14:xfrm>
              <a:off x="3960360" y="685800"/>
              <a:ext cx="4988520" cy="4757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EEAB5E-A642-46C7-9FD8-9DF3C18BB2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1000" y="676440"/>
                <a:ext cx="5007240" cy="47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168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extBox 125">
            <a:extLst>
              <a:ext uri="{FF2B5EF4-FFF2-40B4-BE49-F238E27FC236}">
                <a16:creationId xmlns:a16="http://schemas.microsoft.com/office/drawing/2014/main" id="{123DA8BF-64AD-4757-A5DF-4D5A7FD5F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4655DC-273F-2949-8BC9-28FA74E5F758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</a:rPr>
              <a:t>Example 6: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8547" name="Picture 1" descr="Screen shot 2014-02-06 at 9.17.10 PM.png">
            <a:extLst>
              <a:ext uri="{FF2B5EF4-FFF2-40B4-BE49-F238E27FC236}">
                <a16:creationId xmlns:a16="http://schemas.microsoft.com/office/drawing/2014/main" id="{8FEEF93A-5A41-4223-BC98-07AF6E9D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685800"/>
            <a:ext cx="49720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ADBAF3-6E49-49C0-871D-B48526F53986}"/>
                  </a:ext>
                </a:extLst>
              </p14:cNvPr>
              <p14:cNvContentPartPr/>
              <p14:nvPr/>
            </p14:nvContentPartPr>
            <p14:xfrm>
              <a:off x="5550480" y="5111280"/>
              <a:ext cx="227520" cy="22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ADBAF3-6E49-49C0-871D-B48526F539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1120" y="5101920"/>
                <a:ext cx="246240" cy="23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4442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000" dirty="0">
                <a:solidFill>
                  <a:srgbClr val="000000"/>
                </a:solidFill>
              </a:rPr>
              <a:t>Example 7: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Example of a four-variable Karnaugh 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4478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8778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6858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0516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6030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5428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29906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8888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84CBB3-1C52-4026-AC92-C7917ABE65DF}"/>
                  </a:ext>
                </a:extLst>
              </p14:cNvPr>
              <p14:cNvContentPartPr/>
              <p14:nvPr/>
            </p14:nvContentPartPr>
            <p14:xfrm>
              <a:off x="4279680" y="836280"/>
              <a:ext cx="4578120" cy="265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84CBB3-1C52-4026-AC92-C7917ABE65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320" y="826920"/>
                <a:ext cx="4596840" cy="267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225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000" dirty="0">
                <a:solidFill>
                  <a:srgbClr val="000000"/>
                </a:solidFill>
              </a:rPr>
              <a:t>Example 7: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Example of a four-variable Karnaugh 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4478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8778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6858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0516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6030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5428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29906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8888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A520CE30-6433-42D3-B536-7A86B4452BA5}"/>
              </a:ext>
            </a:extLst>
          </p:cNvPr>
          <p:cNvSpPr/>
          <p:nvPr/>
        </p:nvSpPr>
        <p:spPr bwMode="auto">
          <a:xfrm rot="16200000">
            <a:off x="4320970" y="1461732"/>
            <a:ext cx="1227698" cy="13352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A499EEF0-7CA9-4F59-9AF1-846A4B779C95}"/>
              </a:ext>
            </a:extLst>
          </p:cNvPr>
          <p:cNvSpPr/>
          <p:nvPr/>
        </p:nvSpPr>
        <p:spPr bwMode="auto">
          <a:xfrm rot="16200000">
            <a:off x="5124558" y="1449163"/>
            <a:ext cx="1252835" cy="1335238"/>
          </a:xfrm>
          <a:prstGeom prst="roundRect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60188C88-497E-46A2-9A89-7528F8155DEE}"/>
              </a:ext>
            </a:extLst>
          </p:cNvPr>
          <p:cNvSpPr/>
          <p:nvPr/>
        </p:nvSpPr>
        <p:spPr bwMode="auto">
          <a:xfrm rot="16200000">
            <a:off x="5138975" y="2243746"/>
            <a:ext cx="1252835" cy="1306408"/>
          </a:xfrm>
          <a:prstGeom prst="roundRect">
            <a:avLst/>
          </a:prstGeom>
          <a:noFill/>
          <a:ln>
            <a:solidFill>
              <a:srgbClr val="008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E41977AC-CA15-4680-AB98-43940979ED3E}"/>
              </a:ext>
            </a:extLst>
          </p:cNvPr>
          <p:cNvSpPr/>
          <p:nvPr/>
        </p:nvSpPr>
        <p:spPr bwMode="auto">
          <a:xfrm rot="16200000">
            <a:off x="4308401" y="2228617"/>
            <a:ext cx="1252836" cy="1335238"/>
          </a:xfrm>
          <a:prstGeom prst="roundRect">
            <a:avLst/>
          </a:prstGeom>
          <a:noFill/>
          <a:ln>
            <a:solidFill>
              <a:srgbClr val="660066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1C77F6-557A-4DF4-B7A4-4C7A7F701FF3}"/>
                  </a:ext>
                </a:extLst>
              </p14:cNvPr>
              <p14:cNvContentPartPr/>
              <p14:nvPr/>
            </p14:nvContentPartPr>
            <p14:xfrm>
              <a:off x="3920760" y="593280"/>
              <a:ext cx="2012760" cy="215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1C77F6-557A-4DF4-B7A4-4C7A7F701F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1400" y="583920"/>
                <a:ext cx="2031480" cy="217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859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000" dirty="0">
                <a:solidFill>
                  <a:srgbClr val="000000"/>
                </a:solidFill>
                <a:cs typeface="+mj-cs"/>
              </a:rPr>
              <a:t>Example 7: Example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of a four-variable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Karnaugh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4478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8778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6858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0516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6030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5428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29906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8888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6BC2A3-8A73-4E37-868E-1993B4B7E1A6}"/>
                  </a:ext>
                </a:extLst>
              </p14:cNvPr>
              <p14:cNvContentPartPr/>
              <p14:nvPr/>
            </p14:nvContentPartPr>
            <p14:xfrm>
              <a:off x="3168360" y="697320"/>
              <a:ext cx="5200920" cy="4366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6BC2A3-8A73-4E37-868E-1993B4B7E1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9000" y="687960"/>
                <a:ext cx="5219640" cy="438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5087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>
            <a:extLst>
              <a:ext uri="{FF2B5EF4-FFF2-40B4-BE49-F238E27FC236}">
                <a16:creationId xmlns:a16="http://schemas.microsoft.com/office/drawing/2014/main" id="{A2B23109-956F-44AB-915F-A4D8FAD92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6988"/>
            <a:ext cx="9144000" cy="1219200"/>
          </a:xfrm>
        </p:spPr>
        <p:txBody>
          <a:bodyPr/>
          <a:lstStyle/>
          <a:p>
            <a:r>
              <a:rPr lang="en-US" altLang="en-US" dirty="0"/>
              <a:t>Five-Variable K-Map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E74972C-B3AC-DE47-9B98-C65C87F844A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192"/>
            <a:ext cx="9144000" cy="597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 five-variable 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Karnaugh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6ACF4-CAF0-4B85-8259-A7C13CFD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3724275" cy="4647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AA491F-01F8-4EAD-9BD5-C612FB47FC97}"/>
                  </a:ext>
                </a:extLst>
              </p14:cNvPr>
              <p14:cNvContentPartPr/>
              <p14:nvPr/>
            </p14:nvContentPartPr>
            <p14:xfrm>
              <a:off x="4827240" y="91440"/>
              <a:ext cx="4119480" cy="526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AA491F-01F8-4EAD-9BD5-C612FB47FC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880" y="82080"/>
                <a:ext cx="4138200" cy="528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580785-68B3-4560-B994-13DA41363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11024"/>
            <a:ext cx="3352800" cy="29664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7A8B6A-B775-4D19-B1AD-4B3581D6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080" y="1529311"/>
            <a:ext cx="3352799" cy="2966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785F9D-3F72-4587-A875-E95BE6DEA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437213"/>
            <a:ext cx="2564807" cy="3200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17A45C4-088B-4D90-822E-319214F64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Five-variable function f (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) =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∑m(2, 3,6,7,9,13,18,19,22,23,24,25,29)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5CA3D0-1C1D-4993-A092-4BA572C674EB}"/>
                  </a:ext>
                </a:extLst>
              </p14:cNvPr>
              <p14:cNvContentPartPr/>
              <p14:nvPr/>
            </p14:nvContentPartPr>
            <p14:xfrm>
              <a:off x="2574720" y="1154520"/>
              <a:ext cx="6487920" cy="439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5CA3D0-1C1D-4993-A092-4BA572C674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65360" y="1145160"/>
                <a:ext cx="6506640" cy="441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9607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7" name="Picture 3" descr="F:\LogicBook\PowerPoint\chapter4\figure4.8.wmf">
            <a:extLst>
              <a:ext uri="{FF2B5EF4-FFF2-40B4-BE49-F238E27FC236}">
                <a16:creationId xmlns:a16="http://schemas.microsoft.com/office/drawing/2014/main" id="{F4657529-B936-4539-977C-F9009A0D3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3862"/>
            <a:ext cx="7632700" cy="454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8" name="TextBox 125">
            <a:extLst>
              <a:ext uri="{FF2B5EF4-FFF2-40B4-BE49-F238E27FC236}">
                <a16:creationId xmlns:a16="http://schemas.microsoft.com/office/drawing/2014/main" id="{4B7242A3-B9B3-4C15-87BF-227C78259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2.55 from the textbook ]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1DE7617-2432-46BB-9BA6-1A1C2D176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Five-variable function f (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) =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∑m(2, 3,6,7,9,13,18,19,22,23,24,25,29)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3B7E7-AA1C-4B11-916F-E41C75CB6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7200"/>
            <a:ext cx="2008624" cy="25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63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9AA6A032-8E55-4295-8326-181835C95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66800"/>
            <a:ext cx="9144000" cy="4343400"/>
          </a:xfrm>
        </p:spPr>
        <p:txBody>
          <a:bodyPr/>
          <a:lstStyle/>
          <a:p>
            <a:pPr lvl="0" eaLnBrk="1" hangingPunct="1"/>
            <a:r>
              <a:rPr lang="en-US" altLang="en-US" sz="3600" kern="1200" dirty="0">
                <a:solidFill>
                  <a:srgbClr val="000000"/>
                </a:solidFill>
                <a:latin typeface="Times" panose="02020603050405020304" pitchFamily="18" charset="0"/>
                <a:cs typeface="+mn-cs"/>
              </a:rPr>
              <a:t>Strategy For Minimization</a:t>
            </a:r>
            <a:br>
              <a:rPr lang="en-US" altLang="en-US" dirty="0"/>
            </a:br>
            <a:r>
              <a:rPr lang="en-US" altLang="en-US" sz="3600" kern="1200" dirty="0">
                <a:solidFill>
                  <a:srgbClr val="000000"/>
                </a:solidFill>
                <a:latin typeface="Times" panose="02020603050405020304" pitchFamily="18" charset="0"/>
                <a:cs typeface="+mn-cs"/>
              </a:rPr>
              <a:t>Readings-2.12</a:t>
            </a:r>
            <a:br>
              <a:rPr lang="en-US" altLang="en-US" sz="3600" kern="1200" dirty="0">
                <a:solidFill>
                  <a:srgbClr val="000000"/>
                </a:solidFill>
                <a:latin typeface="Times" panose="02020603050405020304" pitchFamily="18" charset="0"/>
                <a:cs typeface="+mn-cs"/>
              </a:rPr>
            </a:b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2"/>
    </mc:Choice>
    <mc:Fallback xmlns="">
      <p:transition spd="slow" advTm="6662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52E50AFE-9375-446E-8AFF-717F86562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Why concerned with minimization?</a:t>
            </a:r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1C1EB895-495A-40A3-9BAB-FBD285C7B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90600"/>
            <a:ext cx="7924800" cy="4953000"/>
          </a:xfrm>
        </p:spPr>
        <p:txBody>
          <a:bodyPr/>
          <a:lstStyle/>
          <a:p>
            <a:r>
              <a:rPr lang="en-US" altLang="en-US"/>
              <a:t>Simplified function</a:t>
            </a:r>
          </a:p>
          <a:p>
            <a:endParaRPr lang="en-US" altLang="en-US"/>
          </a:p>
          <a:p>
            <a:r>
              <a:rPr lang="en-US" altLang="en-US"/>
              <a:t>Reduce the cost of the circuit</a:t>
            </a:r>
          </a:p>
          <a:p>
            <a:pPr lvl="1"/>
            <a:r>
              <a:rPr lang="en-US" altLang="en-US"/>
              <a:t>Cost: Gates + Inputs</a:t>
            </a:r>
          </a:p>
          <a:p>
            <a:pPr lvl="1"/>
            <a:r>
              <a:rPr lang="en-US" altLang="en-US"/>
              <a:t>Transistors</a:t>
            </a:r>
          </a:p>
          <a:p>
            <a:pPr lvl="1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ransition advTm="1722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D2F2D1EC-F7A6-4AE9-9934-A6BC0AE05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38100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DC98565C-509F-41E4-BC7B-6F47C0F02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7924800" cy="4953000"/>
          </a:xfrm>
        </p:spPr>
        <p:txBody>
          <a:bodyPr/>
          <a:lstStyle/>
          <a:p>
            <a:pPr marL="0" lvl="1" indent="0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Literal: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(complemented or uncomplemented)</a:t>
            </a:r>
          </a:p>
          <a:p>
            <a:pPr marL="0" lvl="1" indent="0"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Examples:</a:t>
            </a:r>
          </a:p>
          <a:p>
            <a:pPr marL="0" lvl="1" indent="0"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0" lvl="1" indent="0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1" name="TextBox 3">
            <a:extLst>
              <a:ext uri="{FF2B5EF4-FFF2-40B4-BE49-F238E27FC236}">
                <a16:creationId xmlns:a16="http://schemas.microsoft.com/office/drawing/2014/main" id="{5B88DB29-8D56-492C-9E4E-D24B0F122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86000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</p:spTree>
  </p:cSld>
  <p:clrMapOvr>
    <a:masterClrMapping/>
  </p:clrMapOvr>
  <p:transition advTm="49227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3BD55-B823-5D4B-8450-6310197B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85800"/>
            <a:ext cx="7924800" cy="3092451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rgbClr val="FF0000"/>
                </a:solidFill>
                <a:ea typeface="+mn-ea"/>
              </a:rPr>
              <a:t>Implicant</a:t>
            </a:r>
            <a:r>
              <a:rPr lang="en-US" dirty="0">
                <a:solidFill>
                  <a:srgbClr val="FF0000"/>
                </a:solidFill>
                <a:ea typeface="+mn-ea"/>
              </a:rPr>
              <a:t>: </a:t>
            </a:r>
            <a:r>
              <a:rPr lang="en-US" dirty="0">
                <a:ea typeface="+mn-ea"/>
              </a:rPr>
              <a:t>product term that indicates the input combinations for which the function output is 1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Example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 lvl="1">
              <a:defRPr/>
            </a:pPr>
            <a:endParaRPr lang="en-US" dirty="0">
              <a:ea typeface="+mn-ea"/>
            </a:endParaRPr>
          </a:p>
          <a:p>
            <a:pPr lvl="1">
              <a:defRPr/>
            </a:pPr>
            <a:r>
              <a:rPr lang="en-US" dirty="0">
                <a:ea typeface="+mn-ea"/>
              </a:rPr>
              <a:t>x</a:t>
            </a:r>
            <a:r>
              <a:rPr lang="en-US" baseline="-25000" dirty="0">
                <a:ea typeface="+mn-ea"/>
              </a:rPr>
              <a:t>1</a:t>
            </a:r>
            <a:r>
              <a:rPr lang="en-US" dirty="0">
                <a:ea typeface="+mn-ea"/>
              </a:rPr>
              <a:t>      - indicates that x</a:t>
            </a:r>
            <a:r>
              <a:rPr lang="en-US" baseline="-25000" dirty="0">
                <a:ea typeface="+mn-ea"/>
              </a:rPr>
              <a:t>1</a:t>
            </a:r>
            <a:r>
              <a:rPr lang="en-US" dirty="0">
                <a:ea typeface="+mn-ea"/>
              </a:rPr>
              <a:t>x</a:t>
            </a:r>
            <a:r>
              <a:rPr lang="en-US" baseline="-25000" dirty="0">
                <a:ea typeface="+mn-ea"/>
              </a:rPr>
              <a:t>2</a:t>
            </a:r>
            <a:r>
              <a:rPr lang="en-US" dirty="0">
                <a:ea typeface="+mn-ea"/>
              </a:rPr>
              <a:t> and x</a:t>
            </a:r>
            <a:r>
              <a:rPr lang="en-US" baseline="-25000" dirty="0">
                <a:ea typeface="+mn-ea"/>
              </a:rPr>
              <a:t>1</a:t>
            </a:r>
            <a:r>
              <a:rPr lang="en-US" dirty="0">
                <a:ea typeface="+mn-ea"/>
              </a:rPr>
              <a:t>x</a:t>
            </a:r>
            <a:r>
              <a:rPr lang="en-US" baseline="-25000" dirty="0">
                <a:ea typeface="+mn-ea"/>
              </a:rPr>
              <a:t>2</a:t>
            </a:r>
            <a:r>
              <a:rPr lang="en-US" dirty="0">
                <a:ea typeface="+mn-ea"/>
              </a:rPr>
              <a:t> yield output of 1</a:t>
            </a:r>
          </a:p>
          <a:p>
            <a:pPr marL="0" indent="0">
              <a:buNone/>
              <a:defRPr/>
            </a:pPr>
            <a:endParaRPr lang="en-US" dirty="0">
              <a:ea typeface="+mn-ea"/>
            </a:endParaRPr>
          </a:p>
        </p:txBody>
      </p:sp>
      <p:grpSp>
        <p:nvGrpSpPr>
          <p:cNvPr id="64515" name="Group 3">
            <a:extLst>
              <a:ext uri="{FF2B5EF4-FFF2-40B4-BE49-F238E27FC236}">
                <a16:creationId xmlns:a16="http://schemas.microsoft.com/office/drawing/2014/main" id="{F09C0BE8-3A09-494E-A17C-F4E3396A19F2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038600"/>
            <a:ext cx="1828800" cy="1804987"/>
            <a:chOff x="3429000" y="3886200"/>
            <a:chExt cx="1828800" cy="1804988"/>
          </a:xfrm>
        </p:grpSpPr>
        <p:sp>
          <p:nvSpPr>
            <p:cNvPr id="64520" name="Rectangle 3">
              <a:extLst>
                <a:ext uri="{FF2B5EF4-FFF2-40B4-BE49-F238E27FC236}">
                  <a16:creationId xmlns:a16="http://schemas.microsoft.com/office/drawing/2014/main" id="{9E416DD4-9789-4B57-ABD5-D9727A856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551363"/>
              <a:ext cx="1166812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1" name="Line 4">
              <a:extLst>
                <a:ext uri="{FF2B5EF4-FFF2-40B4-BE49-F238E27FC236}">
                  <a16:creationId xmlns:a16="http://schemas.microsoft.com/office/drawing/2014/main" id="{E75D63C5-DAAD-404A-BF30-91003259B7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0988" y="5121275"/>
              <a:ext cx="1166812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2" name="Line 5">
              <a:extLst>
                <a:ext uri="{FF2B5EF4-FFF2-40B4-BE49-F238E27FC236}">
                  <a16:creationId xmlns:a16="http://schemas.microsoft.com/office/drawing/2014/main" id="{A62872E7-A5BC-4686-849C-8F3A89AD80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0900" y="4551363"/>
              <a:ext cx="1588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3" name="Line 6">
              <a:extLst>
                <a:ext uri="{FF2B5EF4-FFF2-40B4-BE49-F238E27FC236}">
                  <a16:creationId xmlns:a16="http://schemas.microsoft.com/office/drawing/2014/main" id="{EA0816F9-8C09-46CE-A07B-07739FD73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1075" y="3981450"/>
              <a:ext cx="569913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4524" name="Group 47">
              <a:extLst>
                <a:ext uri="{FF2B5EF4-FFF2-40B4-BE49-F238E27FC236}">
                  <a16:creationId xmlns:a16="http://schemas.microsoft.com/office/drawing/2014/main" id="{F8B48767-DDB9-44DF-A8FD-74370C5CB0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4062413"/>
              <a:ext cx="279400" cy="387350"/>
              <a:chOff x="3339" y="1451"/>
              <a:chExt cx="176" cy="244"/>
            </a:xfrm>
          </p:grpSpPr>
          <p:sp>
            <p:nvSpPr>
              <p:cNvPr id="64537" name="Rectangle 9">
                <a:extLst>
                  <a:ext uri="{FF2B5EF4-FFF2-40B4-BE49-F238E27FC236}">
                    <a16:creationId xmlns:a16="http://schemas.microsoft.com/office/drawing/2014/main" id="{289C99DE-620F-4713-8237-5329D4157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4538" name="Rectangle 10">
                <a:extLst>
                  <a:ext uri="{FF2B5EF4-FFF2-40B4-BE49-F238E27FC236}">
                    <a16:creationId xmlns:a16="http://schemas.microsoft.com/office/drawing/2014/main" id="{EE33021D-2EA9-4689-BF9E-813026772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4525" name="Rectangle 13">
              <a:extLst>
                <a:ext uri="{FF2B5EF4-FFF2-40B4-BE49-F238E27FC236}">
                  <a16:creationId xmlns:a16="http://schemas.microsoft.com/office/drawing/2014/main" id="{4D928819-F4F9-4A77-9E7C-EBE99EA22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525" y="47148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6" name="Rectangle 14">
              <a:extLst>
                <a:ext uri="{FF2B5EF4-FFF2-40B4-BE49-F238E27FC236}">
                  <a16:creationId xmlns:a16="http://schemas.microsoft.com/office/drawing/2014/main" id="{2B3C1E08-82C4-48E9-BE0C-929F3516E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238" y="5291138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7" name="Rectangle 15">
              <a:extLst>
                <a:ext uri="{FF2B5EF4-FFF2-40B4-BE49-F238E27FC236}">
                  <a16:creationId xmlns:a16="http://schemas.microsoft.com/office/drawing/2014/main" id="{2FBB98A2-7506-48B8-BAD9-5A3BA71F6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5" y="4233863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8" name="Rectangle 16">
              <a:extLst>
                <a:ext uri="{FF2B5EF4-FFF2-40B4-BE49-F238E27FC236}">
                  <a16:creationId xmlns:a16="http://schemas.microsoft.com/office/drawing/2014/main" id="{4C3483C2-03CC-46A3-838D-1FA092F9B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4233863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9" name="Rectangle 17">
              <a:extLst>
                <a:ext uri="{FF2B5EF4-FFF2-40B4-BE49-F238E27FC236}">
                  <a16:creationId xmlns:a16="http://schemas.microsoft.com/office/drawing/2014/main" id="{183D8B03-F6FF-4A02-AB11-6040E717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46990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30" name="Rectangle 19">
              <a:extLst>
                <a:ext uri="{FF2B5EF4-FFF2-40B4-BE49-F238E27FC236}">
                  <a16:creationId xmlns:a16="http://schemas.microsoft.com/office/drawing/2014/main" id="{AD6D20E0-2481-4382-84DB-6A2D6F3E3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46990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31" name="Rectangle 21">
              <a:extLst>
                <a:ext uri="{FF2B5EF4-FFF2-40B4-BE49-F238E27FC236}">
                  <a16:creationId xmlns:a16="http://schemas.microsoft.com/office/drawing/2014/main" id="{23EC7A5D-99FD-4B60-8CA4-A994B57C3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5246688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32" name="Rectangle 23">
              <a:extLst>
                <a:ext uri="{FF2B5EF4-FFF2-40B4-BE49-F238E27FC236}">
                  <a16:creationId xmlns:a16="http://schemas.microsoft.com/office/drawing/2014/main" id="{12B4AAE3-1EEB-4E54-8458-E69273777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5246688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4533" name="Group 48">
              <a:extLst>
                <a:ext uri="{FF2B5EF4-FFF2-40B4-BE49-F238E27FC236}">
                  <a16:creationId xmlns:a16="http://schemas.microsoft.com/office/drawing/2014/main" id="{0BA3F2E2-B99A-495D-A91C-1CEDB271A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8738" y="3886200"/>
              <a:ext cx="279400" cy="387350"/>
              <a:chOff x="3339" y="1451"/>
              <a:chExt cx="176" cy="244"/>
            </a:xfrm>
          </p:grpSpPr>
          <p:sp>
            <p:nvSpPr>
              <p:cNvPr id="64535" name="Rectangle 49">
                <a:extLst>
                  <a:ext uri="{FF2B5EF4-FFF2-40B4-BE49-F238E27FC236}">
                    <a16:creationId xmlns:a16="http://schemas.microsoft.com/office/drawing/2014/main" id="{6A9CE26F-ADEC-43ED-A0D5-D4A1A43F8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4536" name="Rectangle 50">
                <a:extLst>
                  <a:ext uri="{FF2B5EF4-FFF2-40B4-BE49-F238E27FC236}">
                    <a16:creationId xmlns:a16="http://schemas.microsoft.com/office/drawing/2014/main" id="{B77B8404-FDFC-431D-9348-CFC88B55A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072459C-EF5D-874E-8F9F-D92E68304EFA}"/>
                </a:ext>
              </a:extLst>
            </p:cNvPr>
            <p:cNvSpPr/>
            <p:nvPr/>
          </p:nvSpPr>
          <p:spPr bwMode="auto">
            <a:xfrm>
              <a:off x="4156075" y="4611687"/>
              <a:ext cx="457200" cy="1020764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/>
                <a:cs typeface="+mn-cs"/>
              </a:endParaRPr>
            </a:p>
          </p:txBody>
        </p:sp>
      </p:grpSp>
      <p:sp>
        <p:nvSpPr>
          <p:cNvPr id="64516" name="TextBox 24">
            <a:extLst>
              <a:ext uri="{FF2B5EF4-FFF2-40B4-BE49-F238E27FC236}">
                <a16:creationId xmlns:a16="http://schemas.microsoft.com/office/drawing/2014/main" id="{7A1782AF-B424-4E39-8054-67389FCF5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819400"/>
            <a:ext cx="22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64517" name="TextBox 25">
            <a:extLst>
              <a:ext uri="{FF2B5EF4-FFF2-40B4-BE49-F238E27FC236}">
                <a16:creationId xmlns:a16="http://schemas.microsoft.com/office/drawing/2014/main" id="{E62681D7-EA21-49BD-89D0-2A5B88ADB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19400"/>
            <a:ext cx="22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64518" name="TextBox 26">
            <a:extLst>
              <a:ext uri="{FF2B5EF4-FFF2-40B4-BE49-F238E27FC236}">
                <a16:creationId xmlns:a16="http://schemas.microsoft.com/office/drawing/2014/main" id="{5C50F515-F33D-431B-9A41-7DD8CABB2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819400"/>
            <a:ext cx="228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64519" name="TextBox 27">
            <a:extLst>
              <a:ext uri="{FF2B5EF4-FFF2-40B4-BE49-F238E27FC236}">
                <a16:creationId xmlns:a16="http://schemas.microsoft.com/office/drawing/2014/main" id="{8B87308A-365B-4873-ABAD-F4D307EF7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238" y="2846388"/>
            <a:ext cx="2079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4219197-0539-4E19-B69B-07A9AD6DD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38100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</p:spTree>
  </p:cSld>
  <p:clrMapOvr>
    <a:masterClrMapping/>
  </p:clrMapOvr>
  <p:transition advTm="40397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75A4-EEA8-5449-921A-8DFB74BC2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495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ea typeface="+mn-ea"/>
              </a:rPr>
              <a:t>Prime </a:t>
            </a:r>
            <a:r>
              <a:rPr lang="en-US" dirty="0" err="1">
                <a:solidFill>
                  <a:srgbClr val="FF0000"/>
                </a:solidFill>
                <a:ea typeface="+mn-ea"/>
              </a:rPr>
              <a:t>Implicant</a:t>
            </a:r>
            <a:endParaRPr lang="en-US" dirty="0">
              <a:solidFill>
                <a:srgbClr val="FF0000"/>
              </a:solidFill>
              <a:ea typeface="+mn-ea"/>
            </a:endParaRPr>
          </a:p>
          <a:p>
            <a:pPr lvl="1">
              <a:defRPr/>
            </a:pPr>
            <a:r>
              <a:rPr lang="en-US" dirty="0" err="1">
                <a:ea typeface="+mn-ea"/>
              </a:rPr>
              <a:t>Implicant</a:t>
            </a:r>
            <a:r>
              <a:rPr lang="en-US" dirty="0">
                <a:ea typeface="+mn-ea"/>
              </a:rPr>
              <a:t> that cannot be combined into another </a:t>
            </a:r>
            <a:r>
              <a:rPr lang="en-US" dirty="0" err="1">
                <a:ea typeface="+mn-ea"/>
              </a:rPr>
              <a:t>implicant</a:t>
            </a:r>
            <a:r>
              <a:rPr lang="en-US" dirty="0">
                <a:ea typeface="+mn-ea"/>
              </a:rPr>
              <a:t> with fewer literals</a:t>
            </a:r>
          </a:p>
          <a:p>
            <a:pPr lvl="1">
              <a:defRPr/>
            </a:pPr>
            <a:endParaRPr lang="en-US" dirty="0">
              <a:ea typeface="+mn-ea"/>
            </a:endParaRPr>
          </a:p>
          <a:p>
            <a:pPr lvl="1">
              <a:defRPr/>
            </a:pPr>
            <a:r>
              <a:rPr lang="en-US" dirty="0">
                <a:ea typeface="+mn-ea"/>
              </a:rPr>
              <a:t>Some Examples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 marL="0" indent="0">
              <a:buFontTx/>
              <a:buNone/>
              <a:defRPr/>
            </a:pPr>
            <a:endParaRPr lang="en-US" dirty="0">
              <a:ea typeface="+mn-ea"/>
            </a:endParaRPr>
          </a:p>
        </p:txBody>
      </p:sp>
      <p:grpSp>
        <p:nvGrpSpPr>
          <p:cNvPr id="65539" name="Group 95">
            <a:extLst>
              <a:ext uri="{FF2B5EF4-FFF2-40B4-BE49-F238E27FC236}">
                <a16:creationId xmlns:a16="http://schemas.microsoft.com/office/drawing/2014/main" id="{974F230E-7967-4FCE-87D1-FE5AF96C3E3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043237"/>
            <a:ext cx="2820988" cy="1806575"/>
            <a:chOff x="2286000" y="881063"/>
            <a:chExt cx="2820987" cy="1806575"/>
          </a:xfrm>
        </p:grpSpPr>
        <p:sp>
          <p:nvSpPr>
            <p:cNvPr id="65572" name="Rectangle 16">
              <a:extLst>
                <a:ext uri="{FF2B5EF4-FFF2-40B4-BE49-F238E27FC236}">
                  <a16:creationId xmlns:a16="http://schemas.microsoft.com/office/drawing/2014/main" id="{E5855D72-2864-469F-BFB2-BA9AEC3DE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3" name="Line 17">
              <a:extLst>
                <a:ext uri="{FF2B5EF4-FFF2-40B4-BE49-F238E27FC236}">
                  <a16:creationId xmlns:a16="http://schemas.microsoft.com/office/drawing/2014/main" id="{34DE26DF-D0A3-4D7C-A88B-3D4A4A899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4" name="Line 18">
              <a:extLst>
                <a:ext uri="{FF2B5EF4-FFF2-40B4-BE49-F238E27FC236}">
                  <a16:creationId xmlns:a16="http://schemas.microsoft.com/office/drawing/2014/main" id="{BBB054F0-870F-4AB0-A8F8-D4B50E7A8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5" name="Line 19">
              <a:extLst>
                <a:ext uri="{FF2B5EF4-FFF2-40B4-BE49-F238E27FC236}">
                  <a16:creationId xmlns:a16="http://schemas.microsoft.com/office/drawing/2014/main" id="{0DD3F622-D133-425B-A04C-74C662EE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6" name="Rectangle 21">
              <a:extLst>
                <a:ext uri="{FF2B5EF4-FFF2-40B4-BE49-F238E27FC236}">
                  <a16:creationId xmlns:a16="http://schemas.microsoft.com/office/drawing/2014/main" id="{FA592843-C87B-47A5-AA43-CA41D5F6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7" name="Rectangle 22">
              <a:extLst>
                <a:ext uri="{FF2B5EF4-FFF2-40B4-BE49-F238E27FC236}">
                  <a16:creationId xmlns:a16="http://schemas.microsoft.com/office/drawing/2014/main" id="{767F059F-D0AB-478C-8A8F-C96450DA8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8" name="Rectangle 23">
              <a:extLst>
                <a:ext uri="{FF2B5EF4-FFF2-40B4-BE49-F238E27FC236}">
                  <a16:creationId xmlns:a16="http://schemas.microsoft.com/office/drawing/2014/main" id="{DC4FF3F7-AE87-4DC9-B649-843BC5117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9" name="Rectangle 24">
              <a:extLst>
                <a:ext uri="{FF2B5EF4-FFF2-40B4-BE49-F238E27FC236}">
                  <a16:creationId xmlns:a16="http://schemas.microsoft.com/office/drawing/2014/main" id="{13BF618F-AEC2-4A22-94B0-B375DFAF5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0" name="Rectangle 25">
              <a:extLst>
                <a:ext uri="{FF2B5EF4-FFF2-40B4-BE49-F238E27FC236}">
                  <a16:creationId xmlns:a16="http://schemas.microsoft.com/office/drawing/2014/main" id="{5C94C5EF-BDAF-4101-A87A-8E1DFA622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1" name="Rectangle 26">
              <a:extLst>
                <a:ext uri="{FF2B5EF4-FFF2-40B4-BE49-F238E27FC236}">
                  <a16:creationId xmlns:a16="http://schemas.microsoft.com/office/drawing/2014/main" id="{940BEF1C-C4E8-4726-8FFE-A0966A767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2" name="Rectangle 27">
              <a:extLst>
                <a:ext uri="{FF2B5EF4-FFF2-40B4-BE49-F238E27FC236}">
                  <a16:creationId xmlns:a16="http://schemas.microsoft.com/office/drawing/2014/main" id="{E57214BC-065E-476C-BB57-6719C315D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3" name="Rectangle 28">
              <a:extLst>
                <a:ext uri="{FF2B5EF4-FFF2-40B4-BE49-F238E27FC236}">
                  <a16:creationId xmlns:a16="http://schemas.microsoft.com/office/drawing/2014/main" id="{5ABE81D4-A0EE-4EEF-B5AC-FD543566B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4" name="Rectangle 29">
              <a:extLst>
                <a:ext uri="{FF2B5EF4-FFF2-40B4-BE49-F238E27FC236}">
                  <a16:creationId xmlns:a16="http://schemas.microsoft.com/office/drawing/2014/main" id="{4EEEC72C-69FF-43BA-B8F4-0ECF43639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5" name="Rectangle 30">
              <a:extLst>
                <a:ext uri="{FF2B5EF4-FFF2-40B4-BE49-F238E27FC236}">
                  <a16:creationId xmlns:a16="http://schemas.microsoft.com/office/drawing/2014/main" id="{04955CC0-0DA9-4D00-983A-27BEF72D6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6" name="Line 31">
              <a:extLst>
                <a:ext uri="{FF2B5EF4-FFF2-40B4-BE49-F238E27FC236}">
                  <a16:creationId xmlns:a16="http://schemas.microsoft.com/office/drawing/2014/main" id="{D868F0F5-1DB6-4BCC-AA92-C049E81A6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7" name="Line 32">
              <a:extLst>
                <a:ext uri="{FF2B5EF4-FFF2-40B4-BE49-F238E27FC236}">
                  <a16:creationId xmlns:a16="http://schemas.microsoft.com/office/drawing/2014/main" id="{52FA3547-BF14-4A4D-8635-CD8C60E9E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8" name="Rectangle 33">
              <a:extLst>
                <a:ext uri="{FF2B5EF4-FFF2-40B4-BE49-F238E27FC236}">
                  <a16:creationId xmlns:a16="http://schemas.microsoft.com/office/drawing/2014/main" id="{44015388-9D59-4F28-88D1-60A5076E5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9" name="Rectangle 34">
              <a:extLst>
                <a:ext uri="{FF2B5EF4-FFF2-40B4-BE49-F238E27FC236}">
                  <a16:creationId xmlns:a16="http://schemas.microsoft.com/office/drawing/2014/main" id="{51ED6464-C082-4A66-BF76-9DA5B2F9B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0" name="Rectangle 35">
              <a:extLst>
                <a:ext uri="{FF2B5EF4-FFF2-40B4-BE49-F238E27FC236}">
                  <a16:creationId xmlns:a16="http://schemas.microsoft.com/office/drawing/2014/main" id="{31551774-D7FC-4C9E-83FC-BAE9516F3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1" name="Rectangle 36">
              <a:extLst>
                <a:ext uri="{FF2B5EF4-FFF2-40B4-BE49-F238E27FC236}">
                  <a16:creationId xmlns:a16="http://schemas.microsoft.com/office/drawing/2014/main" id="{BF502FF8-4B01-4CAB-A681-EA75C775D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2" name="Rectangle 41">
              <a:extLst>
                <a:ext uri="{FF2B5EF4-FFF2-40B4-BE49-F238E27FC236}">
                  <a16:creationId xmlns:a16="http://schemas.microsoft.com/office/drawing/2014/main" id="{73712ACC-9939-490D-A2FF-36C234765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3" name="Rectangle 79">
              <a:extLst>
                <a:ext uri="{FF2B5EF4-FFF2-40B4-BE49-F238E27FC236}">
                  <a16:creationId xmlns:a16="http://schemas.microsoft.com/office/drawing/2014/main" id="{DC53F9C8-C2EE-468F-9725-A892C5489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4" name="Rectangle 80">
              <a:extLst>
                <a:ext uri="{FF2B5EF4-FFF2-40B4-BE49-F238E27FC236}">
                  <a16:creationId xmlns:a16="http://schemas.microsoft.com/office/drawing/2014/main" id="{411C48E4-0596-4499-B4E0-3B05E96F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5" name="Rectangle 81">
              <a:extLst>
                <a:ext uri="{FF2B5EF4-FFF2-40B4-BE49-F238E27FC236}">
                  <a16:creationId xmlns:a16="http://schemas.microsoft.com/office/drawing/2014/main" id="{1A461255-A63D-43CA-BDFE-B660C3968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6" name="Rectangle 82">
              <a:extLst>
                <a:ext uri="{FF2B5EF4-FFF2-40B4-BE49-F238E27FC236}">
                  <a16:creationId xmlns:a16="http://schemas.microsoft.com/office/drawing/2014/main" id="{C38F6B6E-AFD7-46CA-8249-84CCFCF72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7" name="Rectangle 83">
              <a:extLst>
                <a:ext uri="{FF2B5EF4-FFF2-40B4-BE49-F238E27FC236}">
                  <a16:creationId xmlns:a16="http://schemas.microsoft.com/office/drawing/2014/main" id="{904413B9-4B93-43D8-80D5-399DE2E4C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8" name="Rectangle 85">
              <a:extLst>
                <a:ext uri="{FF2B5EF4-FFF2-40B4-BE49-F238E27FC236}">
                  <a16:creationId xmlns:a16="http://schemas.microsoft.com/office/drawing/2014/main" id="{A2B1FF1C-D2A2-4DC7-9731-1D1CBA54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65540" name="Group 163">
            <a:extLst>
              <a:ext uri="{FF2B5EF4-FFF2-40B4-BE49-F238E27FC236}">
                <a16:creationId xmlns:a16="http://schemas.microsoft.com/office/drawing/2014/main" id="{AED18541-819F-4FC8-8D7F-02A716D08A8E}"/>
              </a:ext>
            </a:extLst>
          </p:cNvPr>
          <p:cNvGrpSpPr>
            <a:grpSpLocks/>
          </p:cNvGrpSpPr>
          <p:nvPr/>
        </p:nvGrpSpPr>
        <p:grpSpPr bwMode="auto">
          <a:xfrm>
            <a:off x="6013451" y="3043237"/>
            <a:ext cx="2820987" cy="1806575"/>
            <a:chOff x="2286000" y="881063"/>
            <a:chExt cx="2820987" cy="1806575"/>
          </a:xfrm>
        </p:grpSpPr>
        <p:sp>
          <p:nvSpPr>
            <p:cNvPr id="65545" name="Rectangle 16">
              <a:extLst>
                <a:ext uri="{FF2B5EF4-FFF2-40B4-BE49-F238E27FC236}">
                  <a16:creationId xmlns:a16="http://schemas.microsoft.com/office/drawing/2014/main" id="{D8FFE4E5-5111-4D7A-BF5E-27DD4ECFE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6" name="Line 17">
              <a:extLst>
                <a:ext uri="{FF2B5EF4-FFF2-40B4-BE49-F238E27FC236}">
                  <a16:creationId xmlns:a16="http://schemas.microsoft.com/office/drawing/2014/main" id="{0FAED107-46EF-4546-84DF-3396F60A4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7" name="Line 18">
              <a:extLst>
                <a:ext uri="{FF2B5EF4-FFF2-40B4-BE49-F238E27FC236}">
                  <a16:creationId xmlns:a16="http://schemas.microsoft.com/office/drawing/2014/main" id="{250E4658-D78C-4D00-9FD9-17AACA79C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8" name="Line 19">
              <a:extLst>
                <a:ext uri="{FF2B5EF4-FFF2-40B4-BE49-F238E27FC236}">
                  <a16:creationId xmlns:a16="http://schemas.microsoft.com/office/drawing/2014/main" id="{7133C734-A933-4FA0-812A-D5EAF1BA9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9" name="Rectangle 21">
              <a:extLst>
                <a:ext uri="{FF2B5EF4-FFF2-40B4-BE49-F238E27FC236}">
                  <a16:creationId xmlns:a16="http://schemas.microsoft.com/office/drawing/2014/main" id="{B6A75F8E-1B70-4A67-BD8B-B236A0463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0" name="Rectangle 22">
              <a:extLst>
                <a:ext uri="{FF2B5EF4-FFF2-40B4-BE49-F238E27FC236}">
                  <a16:creationId xmlns:a16="http://schemas.microsoft.com/office/drawing/2014/main" id="{B1DF54C5-CC5E-411B-9E2D-EF58D605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1" name="Rectangle 23">
              <a:extLst>
                <a:ext uri="{FF2B5EF4-FFF2-40B4-BE49-F238E27FC236}">
                  <a16:creationId xmlns:a16="http://schemas.microsoft.com/office/drawing/2014/main" id="{8D28713D-2AEA-447F-BDCC-B15284F75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2" name="Rectangle 24">
              <a:extLst>
                <a:ext uri="{FF2B5EF4-FFF2-40B4-BE49-F238E27FC236}">
                  <a16:creationId xmlns:a16="http://schemas.microsoft.com/office/drawing/2014/main" id="{F1D9D5D0-4F29-4B4F-8617-77A3EA8E9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3" name="Rectangle 25">
              <a:extLst>
                <a:ext uri="{FF2B5EF4-FFF2-40B4-BE49-F238E27FC236}">
                  <a16:creationId xmlns:a16="http://schemas.microsoft.com/office/drawing/2014/main" id="{E8803D05-11C8-412F-993D-F041636B9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4" name="Rectangle 26">
              <a:extLst>
                <a:ext uri="{FF2B5EF4-FFF2-40B4-BE49-F238E27FC236}">
                  <a16:creationId xmlns:a16="http://schemas.microsoft.com/office/drawing/2014/main" id="{24807950-49C0-4E25-B315-C430599DD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5" name="Rectangle 27">
              <a:extLst>
                <a:ext uri="{FF2B5EF4-FFF2-40B4-BE49-F238E27FC236}">
                  <a16:creationId xmlns:a16="http://schemas.microsoft.com/office/drawing/2014/main" id="{B56B2789-3D48-4AFE-8660-59AA94EB4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6" name="Rectangle 28">
              <a:extLst>
                <a:ext uri="{FF2B5EF4-FFF2-40B4-BE49-F238E27FC236}">
                  <a16:creationId xmlns:a16="http://schemas.microsoft.com/office/drawing/2014/main" id="{9752742B-7C48-4B67-8034-3F63B6E71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7" name="Rectangle 29">
              <a:extLst>
                <a:ext uri="{FF2B5EF4-FFF2-40B4-BE49-F238E27FC236}">
                  <a16:creationId xmlns:a16="http://schemas.microsoft.com/office/drawing/2014/main" id="{6307E097-39A3-4B1F-8F52-9E834FF57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8" name="Rectangle 30">
              <a:extLst>
                <a:ext uri="{FF2B5EF4-FFF2-40B4-BE49-F238E27FC236}">
                  <a16:creationId xmlns:a16="http://schemas.microsoft.com/office/drawing/2014/main" id="{01E22C9F-09B4-488F-AD1C-5811DD561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9" name="Line 31">
              <a:extLst>
                <a:ext uri="{FF2B5EF4-FFF2-40B4-BE49-F238E27FC236}">
                  <a16:creationId xmlns:a16="http://schemas.microsoft.com/office/drawing/2014/main" id="{7DFC9B2A-109D-40B9-A722-684892C74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0" name="Line 32">
              <a:extLst>
                <a:ext uri="{FF2B5EF4-FFF2-40B4-BE49-F238E27FC236}">
                  <a16:creationId xmlns:a16="http://schemas.microsoft.com/office/drawing/2014/main" id="{6E7F1697-1344-4D55-BC51-7C03A9EC1B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1" name="Rectangle 33">
              <a:extLst>
                <a:ext uri="{FF2B5EF4-FFF2-40B4-BE49-F238E27FC236}">
                  <a16:creationId xmlns:a16="http://schemas.microsoft.com/office/drawing/2014/main" id="{90CBB769-40D6-4F6E-A6E8-8EDFAA55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2" name="Rectangle 34">
              <a:extLst>
                <a:ext uri="{FF2B5EF4-FFF2-40B4-BE49-F238E27FC236}">
                  <a16:creationId xmlns:a16="http://schemas.microsoft.com/office/drawing/2014/main" id="{48A48B43-3A71-44AC-8F52-BF9A9A37E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3" name="Rectangle 35">
              <a:extLst>
                <a:ext uri="{FF2B5EF4-FFF2-40B4-BE49-F238E27FC236}">
                  <a16:creationId xmlns:a16="http://schemas.microsoft.com/office/drawing/2014/main" id="{37590582-3562-4FF8-A87F-CE84B3841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4" name="Rectangle 36">
              <a:extLst>
                <a:ext uri="{FF2B5EF4-FFF2-40B4-BE49-F238E27FC236}">
                  <a16:creationId xmlns:a16="http://schemas.microsoft.com/office/drawing/2014/main" id="{8F7AA1D0-92F1-4C84-9DD5-1096FDEC9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5" name="Rectangle 41">
              <a:extLst>
                <a:ext uri="{FF2B5EF4-FFF2-40B4-BE49-F238E27FC236}">
                  <a16:creationId xmlns:a16="http://schemas.microsoft.com/office/drawing/2014/main" id="{FABAFB83-F026-4C37-848C-7CA59B71D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6" name="Rectangle 79">
              <a:extLst>
                <a:ext uri="{FF2B5EF4-FFF2-40B4-BE49-F238E27FC236}">
                  <a16:creationId xmlns:a16="http://schemas.microsoft.com/office/drawing/2014/main" id="{0191DF05-0D5B-4AB7-AB29-BEBE476E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7" name="Rectangle 80">
              <a:extLst>
                <a:ext uri="{FF2B5EF4-FFF2-40B4-BE49-F238E27FC236}">
                  <a16:creationId xmlns:a16="http://schemas.microsoft.com/office/drawing/2014/main" id="{B33095F6-8371-4AD5-BAA7-80DFD0B37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8" name="Rectangle 81">
              <a:extLst>
                <a:ext uri="{FF2B5EF4-FFF2-40B4-BE49-F238E27FC236}">
                  <a16:creationId xmlns:a16="http://schemas.microsoft.com/office/drawing/2014/main" id="{610A505D-5280-4F95-8F80-7FD453BC0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9" name="Rectangle 82">
              <a:extLst>
                <a:ext uri="{FF2B5EF4-FFF2-40B4-BE49-F238E27FC236}">
                  <a16:creationId xmlns:a16="http://schemas.microsoft.com/office/drawing/2014/main" id="{603AE98A-8817-46CB-848D-AE46B5D75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0" name="Rectangle 83">
              <a:extLst>
                <a:ext uri="{FF2B5EF4-FFF2-40B4-BE49-F238E27FC236}">
                  <a16:creationId xmlns:a16="http://schemas.microsoft.com/office/drawing/2014/main" id="{FBEB3CA4-3104-41E0-89E6-53CF99002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1" name="Rectangle 85">
              <a:extLst>
                <a:ext uri="{FF2B5EF4-FFF2-40B4-BE49-F238E27FC236}">
                  <a16:creationId xmlns:a16="http://schemas.microsoft.com/office/drawing/2014/main" id="{1334F55E-4187-4A22-B6F3-B407A749A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CB490258-7345-6B4A-B266-E14782AFF39D}"/>
              </a:ext>
            </a:extLst>
          </p:cNvPr>
          <p:cNvSpPr txBox="1"/>
          <p:nvPr/>
        </p:nvSpPr>
        <p:spPr>
          <a:xfrm>
            <a:off x="4002088" y="5100637"/>
            <a:ext cx="20891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Not prime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A59F2F9-AD20-0A41-99BD-E753B9F2D1B7}"/>
              </a:ext>
            </a:extLst>
          </p:cNvPr>
          <p:cNvSpPr txBox="1"/>
          <p:nvPr/>
        </p:nvSpPr>
        <p:spPr>
          <a:xfrm>
            <a:off x="7219951" y="5029200"/>
            <a:ext cx="18891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Prime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4C265ABB-EFA9-4B18-8043-70A1D9FEA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38100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3EFB8A-D0C4-471B-8802-B954EA2A4644}"/>
                  </a:ext>
                </a:extLst>
              </p14:cNvPr>
              <p14:cNvContentPartPr/>
              <p14:nvPr/>
            </p14:nvContentPartPr>
            <p14:xfrm>
              <a:off x="4211280" y="2297520"/>
              <a:ext cx="4861800" cy="2669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3EFB8A-D0C4-471B-8802-B954EA2A46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1920" y="2288160"/>
                <a:ext cx="4880520" cy="268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Tm="8219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75A4-EEA8-5449-921A-8DFB74BC2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495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ea typeface="+mn-ea"/>
              </a:rPr>
              <a:t>Prime </a:t>
            </a:r>
            <a:r>
              <a:rPr lang="en-US" dirty="0" err="1">
                <a:solidFill>
                  <a:srgbClr val="FF0000"/>
                </a:solidFill>
                <a:ea typeface="+mn-ea"/>
              </a:rPr>
              <a:t>Implicant</a:t>
            </a:r>
            <a:endParaRPr lang="en-US" dirty="0">
              <a:solidFill>
                <a:srgbClr val="FF0000"/>
              </a:solidFill>
              <a:ea typeface="+mn-ea"/>
            </a:endParaRPr>
          </a:p>
          <a:p>
            <a:pPr lvl="1">
              <a:defRPr/>
            </a:pPr>
            <a:r>
              <a:rPr lang="en-US" dirty="0">
                <a:ea typeface="+mn-ea"/>
              </a:rPr>
              <a:t>Implicant that cannot be combined into another implicant with fewer literals</a:t>
            </a:r>
          </a:p>
          <a:p>
            <a:pPr lvl="1">
              <a:defRPr/>
            </a:pPr>
            <a:endParaRPr lang="en-US" dirty="0">
              <a:ea typeface="+mn-ea"/>
            </a:endParaRPr>
          </a:p>
          <a:p>
            <a:pPr lvl="1">
              <a:defRPr/>
            </a:pPr>
            <a:r>
              <a:rPr lang="en-US" dirty="0">
                <a:ea typeface="+mn-ea"/>
              </a:rPr>
              <a:t>Some Examples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 marL="0" indent="0">
              <a:buFontTx/>
              <a:buNone/>
              <a:defRPr/>
            </a:pPr>
            <a:endParaRPr lang="en-US" dirty="0">
              <a:ea typeface="+mn-ea"/>
            </a:endParaRPr>
          </a:p>
        </p:txBody>
      </p:sp>
      <p:grpSp>
        <p:nvGrpSpPr>
          <p:cNvPr id="65539" name="Group 95">
            <a:extLst>
              <a:ext uri="{FF2B5EF4-FFF2-40B4-BE49-F238E27FC236}">
                <a16:creationId xmlns:a16="http://schemas.microsoft.com/office/drawing/2014/main" id="{974F230E-7967-4FCE-87D1-FE5AF96C3E3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3237"/>
            <a:ext cx="2820988" cy="1806575"/>
            <a:chOff x="2286000" y="881063"/>
            <a:chExt cx="2820987" cy="1806575"/>
          </a:xfrm>
        </p:grpSpPr>
        <p:sp>
          <p:nvSpPr>
            <p:cNvPr id="65572" name="Rectangle 16">
              <a:extLst>
                <a:ext uri="{FF2B5EF4-FFF2-40B4-BE49-F238E27FC236}">
                  <a16:creationId xmlns:a16="http://schemas.microsoft.com/office/drawing/2014/main" id="{E5855D72-2864-469F-BFB2-BA9AEC3DE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3" name="Line 17">
              <a:extLst>
                <a:ext uri="{FF2B5EF4-FFF2-40B4-BE49-F238E27FC236}">
                  <a16:creationId xmlns:a16="http://schemas.microsoft.com/office/drawing/2014/main" id="{34DE26DF-D0A3-4D7C-A88B-3D4A4A899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4" name="Line 18">
              <a:extLst>
                <a:ext uri="{FF2B5EF4-FFF2-40B4-BE49-F238E27FC236}">
                  <a16:creationId xmlns:a16="http://schemas.microsoft.com/office/drawing/2014/main" id="{BBB054F0-870F-4AB0-A8F8-D4B50E7A8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5" name="Line 19">
              <a:extLst>
                <a:ext uri="{FF2B5EF4-FFF2-40B4-BE49-F238E27FC236}">
                  <a16:creationId xmlns:a16="http://schemas.microsoft.com/office/drawing/2014/main" id="{0DD3F622-D133-425B-A04C-74C662EE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6" name="Rectangle 21">
              <a:extLst>
                <a:ext uri="{FF2B5EF4-FFF2-40B4-BE49-F238E27FC236}">
                  <a16:creationId xmlns:a16="http://schemas.microsoft.com/office/drawing/2014/main" id="{FA592843-C87B-47A5-AA43-CA41D5F6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7" name="Rectangle 22">
              <a:extLst>
                <a:ext uri="{FF2B5EF4-FFF2-40B4-BE49-F238E27FC236}">
                  <a16:creationId xmlns:a16="http://schemas.microsoft.com/office/drawing/2014/main" id="{767F059F-D0AB-478C-8A8F-C96450DA8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8" name="Rectangle 23">
              <a:extLst>
                <a:ext uri="{FF2B5EF4-FFF2-40B4-BE49-F238E27FC236}">
                  <a16:creationId xmlns:a16="http://schemas.microsoft.com/office/drawing/2014/main" id="{DC4FF3F7-AE87-4DC9-B649-843BC5117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9" name="Rectangle 24">
              <a:extLst>
                <a:ext uri="{FF2B5EF4-FFF2-40B4-BE49-F238E27FC236}">
                  <a16:creationId xmlns:a16="http://schemas.microsoft.com/office/drawing/2014/main" id="{13BF618F-AEC2-4A22-94B0-B375DFAF5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0" name="Rectangle 25">
              <a:extLst>
                <a:ext uri="{FF2B5EF4-FFF2-40B4-BE49-F238E27FC236}">
                  <a16:creationId xmlns:a16="http://schemas.microsoft.com/office/drawing/2014/main" id="{5C94C5EF-BDAF-4101-A87A-8E1DFA622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1" name="Rectangle 26">
              <a:extLst>
                <a:ext uri="{FF2B5EF4-FFF2-40B4-BE49-F238E27FC236}">
                  <a16:creationId xmlns:a16="http://schemas.microsoft.com/office/drawing/2014/main" id="{940BEF1C-C4E8-4726-8FFE-A0966A767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2" name="Rectangle 27">
              <a:extLst>
                <a:ext uri="{FF2B5EF4-FFF2-40B4-BE49-F238E27FC236}">
                  <a16:creationId xmlns:a16="http://schemas.microsoft.com/office/drawing/2014/main" id="{E57214BC-065E-476C-BB57-6719C315D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3" name="Rectangle 28">
              <a:extLst>
                <a:ext uri="{FF2B5EF4-FFF2-40B4-BE49-F238E27FC236}">
                  <a16:creationId xmlns:a16="http://schemas.microsoft.com/office/drawing/2014/main" id="{5ABE81D4-A0EE-4EEF-B5AC-FD543566B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4" name="Rectangle 29">
              <a:extLst>
                <a:ext uri="{FF2B5EF4-FFF2-40B4-BE49-F238E27FC236}">
                  <a16:creationId xmlns:a16="http://schemas.microsoft.com/office/drawing/2014/main" id="{4EEEC72C-69FF-43BA-B8F4-0ECF43639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5" name="Rectangle 30">
              <a:extLst>
                <a:ext uri="{FF2B5EF4-FFF2-40B4-BE49-F238E27FC236}">
                  <a16:creationId xmlns:a16="http://schemas.microsoft.com/office/drawing/2014/main" id="{04955CC0-0DA9-4D00-983A-27BEF72D6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6" name="Line 31">
              <a:extLst>
                <a:ext uri="{FF2B5EF4-FFF2-40B4-BE49-F238E27FC236}">
                  <a16:creationId xmlns:a16="http://schemas.microsoft.com/office/drawing/2014/main" id="{D868F0F5-1DB6-4BCC-AA92-C049E81A6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7" name="Line 32">
              <a:extLst>
                <a:ext uri="{FF2B5EF4-FFF2-40B4-BE49-F238E27FC236}">
                  <a16:creationId xmlns:a16="http://schemas.microsoft.com/office/drawing/2014/main" id="{52FA3547-BF14-4A4D-8635-CD8C60E9E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8" name="Rectangle 33">
              <a:extLst>
                <a:ext uri="{FF2B5EF4-FFF2-40B4-BE49-F238E27FC236}">
                  <a16:creationId xmlns:a16="http://schemas.microsoft.com/office/drawing/2014/main" id="{44015388-9D59-4F28-88D1-60A5076E5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89" name="Rectangle 34">
              <a:extLst>
                <a:ext uri="{FF2B5EF4-FFF2-40B4-BE49-F238E27FC236}">
                  <a16:creationId xmlns:a16="http://schemas.microsoft.com/office/drawing/2014/main" id="{51ED6464-C082-4A66-BF76-9DA5B2F9B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0" name="Rectangle 35">
              <a:extLst>
                <a:ext uri="{FF2B5EF4-FFF2-40B4-BE49-F238E27FC236}">
                  <a16:creationId xmlns:a16="http://schemas.microsoft.com/office/drawing/2014/main" id="{31551774-D7FC-4C9E-83FC-BAE9516F3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1" name="Rectangle 36">
              <a:extLst>
                <a:ext uri="{FF2B5EF4-FFF2-40B4-BE49-F238E27FC236}">
                  <a16:creationId xmlns:a16="http://schemas.microsoft.com/office/drawing/2014/main" id="{BF502FF8-4B01-4CAB-A681-EA75C775D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2" name="Rectangle 41">
              <a:extLst>
                <a:ext uri="{FF2B5EF4-FFF2-40B4-BE49-F238E27FC236}">
                  <a16:creationId xmlns:a16="http://schemas.microsoft.com/office/drawing/2014/main" id="{73712ACC-9939-490D-A2FF-36C234765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3" name="Rectangle 79">
              <a:extLst>
                <a:ext uri="{FF2B5EF4-FFF2-40B4-BE49-F238E27FC236}">
                  <a16:creationId xmlns:a16="http://schemas.microsoft.com/office/drawing/2014/main" id="{DC53F9C8-C2EE-468F-9725-A892C5489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4" name="Rectangle 80">
              <a:extLst>
                <a:ext uri="{FF2B5EF4-FFF2-40B4-BE49-F238E27FC236}">
                  <a16:creationId xmlns:a16="http://schemas.microsoft.com/office/drawing/2014/main" id="{411C48E4-0596-4499-B4E0-3B05E96F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5" name="Rectangle 81">
              <a:extLst>
                <a:ext uri="{FF2B5EF4-FFF2-40B4-BE49-F238E27FC236}">
                  <a16:creationId xmlns:a16="http://schemas.microsoft.com/office/drawing/2014/main" id="{1A461255-A63D-43CA-BDFE-B660C3968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6" name="Rectangle 82">
              <a:extLst>
                <a:ext uri="{FF2B5EF4-FFF2-40B4-BE49-F238E27FC236}">
                  <a16:creationId xmlns:a16="http://schemas.microsoft.com/office/drawing/2014/main" id="{C38F6B6E-AFD7-46CA-8249-84CCFCF72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7" name="Rectangle 83">
              <a:extLst>
                <a:ext uri="{FF2B5EF4-FFF2-40B4-BE49-F238E27FC236}">
                  <a16:creationId xmlns:a16="http://schemas.microsoft.com/office/drawing/2014/main" id="{904413B9-4B93-43D8-80D5-399DE2E4C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98" name="Rectangle 85">
              <a:extLst>
                <a:ext uri="{FF2B5EF4-FFF2-40B4-BE49-F238E27FC236}">
                  <a16:creationId xmlns:a16="http://schemas.microsoft.com/office/drawing/2014/main" id="{A2B1FF1C-D2A2-4DC7-9731-1D1CBA54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65540" name="Group 163">
            <a:extLst>
              <a:ext uri="{FF2B5EF4-FFF2-40B4-BE49-F238E27FC236}">
                <a16:creationId xmlns:a16="http://schemas.microsoft.com/office/drawing/2014/main" id="{AED18541-819F-4FC8-8D7F-02A716D08A8E}"/>
              </a:ext>
            </a:extLst>
          </p:cNvPr>
          <p:cNvGrpSpPr>
            <a:grpSpLocks/>
          </p:cNvGrpSpPr>
          <p:nvPr/>
        </p:nvGrpSpPr>
        <p:grpSpPr bwMode="auto">
          <a:xfrm>
            <a:off x="5027613" y="3043237"/>
            <a:ext cx="2820987" cy="1806575"/>
            <a:chOff x="2286000" y="881063"/>
            <a:chExt cx="2820987" cy="1806575"/>
          </a:xfrm>
        </p:grpSpPr>
        <p:sp>
          <p:nvSpPr>
            <p:cNvPr id="65545" name="Rectangle 16">
              <a:extLst>
                <a:ext uri="{FF2B5EF4-FFF2-40B4-BE49-F238E27FC236}">
                  <a16:creationId xmlns:a16="http://schemas.microsoft.com/office/drawing/2014/main" id="{D8FFE4E5-5111-4D7A-BF5E-27DD4ECFE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6" name="Line 17">
              <a:extLst>
                <a:ext uri="{FF2B5EF4-FFF2-40B4-BE49-F238E27FC236}">
                  <a16:creationId xmlns:a16="http://schemas.microsoft.com/office/drawing/2014/main" id="{0FAED107-46EF-4546-84DF-3396F60A4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7" name="Line 18">
              <a:extLst>
                <a:ext uri="{FF2B5EF4-FFF2-40B4-BE49-F238E27FC236}">
                  <a16:creationId xmlns:a16="http://schemas.microsoft.com/office/drawing/2014/main" id="{250E4658-D78C-4D00-9FD9-17AACA79C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8" name="Line 19">
              <a:extLst>
                <a:ext uri="{FF2B5EF4-FFF2-40B4-BE49-F238E27FC236}">
                  <a16:creationId xmlns:a16="http://schemas.microsoft.com/office/drawing/2014/main" id="{7133C734-A933-4FA0-812A-D5EAF1BA9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49" name="Rectangle 21">
              <a:extLst>
                <a:ext uri="{FF2B5EF4-FFF2-40B4-BE49-F238E27FC236}">
                  <a16:creationId xmlns:a16="http://schemas.microsoft.com/office/drawing/2014/main" id="{B6A75F8E-1B70-4A67-BD8B-B236A0463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0" name="Rectangle 22">
              <a:extLst>
                <a:ext uri="{FF2B5EF4-FFF2-40B4-BE49-F238E27FC236}">
                  <a16:creationId xmlns:a16="http://schemas.microsoft.com/office/drawing/2014/main" id="{B1DF54C5-CC5E-411B-9E2D-EF58D605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1" name="Rectangle 23">
              <a:extLst>
                <a:ext uri="{FF2B5EF4-FFF2-40B4-BE49-F238E27FC236}">
                  <a16:creationId xmlns:a16="http://schemas.microsoft.com/office/drawing/2014/main" id="{8D28713D-2AEA-447F-BDCC-B15284F75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2" name="Rectangle 24">
              <a:extLst>
                <a:ext uri="{FF2B5EF4-FFF2-40B4-BE49-F238E27FC236}">
                  <a16:creationId xmlns:a16="http://schemas.microsoft.com/office/drawing/2014/main" id="{F1D9D5D0-4F29-4B4F-8617-77A3EA8E9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3" name="Rectangle 25">
              <a:extLst>
                <a:ext uri="{FF2B5EF4-FFF2-40B4-BE49-F238E27FC236}">
                  <a16:creationId xmlns:a16="http://schemas.microsoft.com/office/drawing/2014/main" id="{E8803D05-11C8-412F-993D-F041636B9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4" name="Rectangle 26">
              <a:extLst>
                <a:ext uri="{FF2B5EF4-FFF2-40B4-BE49-F238E27FC236}">
                  <a16:creationId xmlns:a16="http://schemas.microsoft.com/office/drawing/2014/main" id="{24807950-49C0-4E25-B315-C430599DD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5" name="Rectangle 27">
              <a:extLst>
                <a:ext uri="{FF2B5EF4-FFF2-40B4-BE49-F238E27FC236}">
                  <a16:creationId xmlns:a16="http://schemas.microsoft.com/office/drawing/2014/main" id="{B56B2789-3D48-4AFE-8660-59AA94EB4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6" name="Rectangle 28">
              <a:extLst>
                <a:ext uri="{FF2B5EF4-FFF2-40B4-BE49-F238E27FC236}">
                  <a16:creationId xmlns:a16="http://schemas.microsoft.com/office/drawing/2014/main" id="{9752742B-7C48-4B67-8034-3F63B6E71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7" name="Rectangle 29">
              <a:extLst>
                <a:ext uri="{FF2B5EF4-FFF2-40B4-BE49-F238E27FC236}">
                  <a16:creationId xmlns:a16="http://schemas.microsoft.com/office/drawing/2014/main" id="{6307E097-39A3-4B1F-8F52-9E834FF57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8" name="Rectangle 30">
              <a:extLst>
                <a:ext uri="{FF2B5EF4-FFF2-40B4-BE49-F238E27FC236}">
                  <a16:creationId xmlns:a16="http://schemas.microsoft.com/office/drawing/2014/main" id="{01E22C9F-09B4-488F-AD1C-5811DD561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59" name="Line 31">
              <a:extLst>
                <a:ext uri="{FF2B5EF4-FFF2-40B4-BE49-F238E27FC236}">
                  <a16:creationId xmlns:a16="http://schemas.microsoft.com/office/drawing/2014/main" id="{7DFC9B2A-109D-40B9-A722-684892C74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0" name="Line 32">
              <a:extLst>
                <a:ext uri="{FF2B5EF4-FFF2-40B4-BE49-F238E27FC236}">
                  <a16:creationId xmlns:a16="http://schemas.microsoft.com/office/drawing/2014/main" id="{6E7F1697-1344-4D55-BC51-7C03A9EC1B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1" name="Rectangle 33">
              <a:extLst>
                <a:ext uri="{FF2B5EF4-FFF2-40B4-BE49-F238E27FC236}">
                  <a16:creationId xmlns:a16="http://schemas.microsoft.com/office/drawing/2014/main" id="{90CBB769-40D6-4F6E-A6E8-8EDFAA55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2" name="Rectangle 34">
              <a:extLst>
                <a:ext uri="{FF2B5EF4-FFF2-40B4-BE49-F238E27FC236}">
                  <a16:creationId xmlns:a16="http://schemas.microsoft.com/office/drawing/2014/main" id="{48A48B43-3A71-44AC-8F52-BF9A9A37E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3" name="Rectangle 35">
              <a:extLst>
                <a:ext uri="{FF2B5EF4-FFF2-40B4-BE49-F238E27FC236}">
                  <a16:creationId xmlns:a16="http://schemas.microsoft.com/office/drawing/2014/main" id="{37590582-3562-4FF8-A87F-CE84B3841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4" name="Rectangle 36">
              <a:extLst>
                <a:ext uri="{FF2B5EF4-FFF2-40B4-BE49-F238E27FC236}">
                  <a16:creationId xmlns:a16="http://schemas.microsoft.com/office/drawing/2014/main" id="{8F7AA1D0-92F1-4C84-9DD5-1096FDEC9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5" name="Rectangle 41">
              <a:extLst>
                <a:ext uri="{FF2B5EF4-FFF2-40B4-BE49-F238E27FC236}">
                  <a16:creationId xmlns:a16="http://schemas.microsoft.com/office/drawing/2014/main" id="{FABAFB83-F026-4C37-848C-7CA59B71D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6" name="Rectangle 79">
              <a:extLst>
                <a:ext uri="{FF2B5EF4-FFF2-40B4-BE49-F238E27FC236}">
                  <a16:creationId xmlns:a16="http://schemas.microsoft.com/office/drawing/2014/main" id="{0191DF05-0D5B-4AB7-AB29-BEBE476E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7" name="Rectangle 80">
              <a:extLst>
                <a:ext uri="{FF2B5EF4-FFF2-40B4-BE49-F238E27FC236}">
                  <a16:creationId xmlns:a16="http://schemas.microsoft.com/office/drawing/2014/main" id="{B33095F6-8371-4AD5-BAA7-80DFD0B37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8" name="Rectangle 81">
              <a:extLst>
                <a:ext uri="{FF2B5EF4-FFF2-40B4-BE49-F238E27FC236}">
                  <a16:creationId xmlns:a16="http://schemas.microsoft.com/office/drawing/2014/main" id="{610A505D-5280-4F95-8F80-7FD453BC0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69" name="Rectangle 82">
              <a:extLst>
                <a:ext uri="{FF2B5EF4-FFF2-40B4-BE49-F238E27FC236}">
                  <a16:creationId xmlns:a16="http://schemas.microsoft.com/office/drawing/2014/main" id="{603AE98A-8817-46CB-848D-AE46B5D75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0" name="Rectangle 83">
              <a:extLst>
                <a:ext uri="{FF2B5EF4-FFF2-40B4-BE49-F238E27FC236}">
                  <a16:creationId xmlns:a16="http://schemas.microsoft.com/office/drawing/2014/main" id="{FBEB3CA4-3104-41E0-89E6-53CF99002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571" name="Rectangle 85">
              <a:extLst>
                <a:ext uri="{FF2B5EF4-FFF2-40B4-BE49-F238E27FC236}">
                  <a16:creationId xmlns:a16="http://schemas.microsoft.com/office/drawing/2014/main" id="{1334F55E-4187-4A22-B6F3-B407A749A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3F09CCB-8DEA-474C-9C36-0B59C42CD502}"/>
              </a:ext>
            </a:extLst>
          </p:cNvPr>
          <p:cNvSpPr/>
          <p:nvPr/>
        </p:nvSpPr>
        <p:spPr bwMode="auto">
          <a:xfrm>
            <a:off x="2397125" y="3767137"/>
            <a:ext cx="1090613" cy="5413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FE053CE2-60F4-1648-9E4F-ED683A1A9511}"/>
              </a:ext>
            </a:extLst>
          </p:cNvPr>
          <p:cNvSpPr/>
          <p:nvPr/>
        </p:nvSpPr>
        <p:spPr bwMode="auto">
          <a:xfrm>
            <a:off x="6205538" y="3767137"/>
            <a:ext cx="1090612" cy="10826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B490258-7345-6B4A-B266-E14782AFF39D}"/>
              </a:ext>
            </a:extLst>
          </p:cNvPr>
          <p:cNvSpPr txBox="1"/>
          <p:nvPr/>
        </p:nvSpPr>
        <p:spPr>
          <a:xfrm>
            <a:off x="2249488" y="5100637"/>
            <a:ext cx="20891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Not prime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A59F2F9-AD20-0A41-99BD-E753B9F2D1B7}"/>
              </a:ext>
            </a:extLst>
          </p:cNvPr>
          <p:cNvSpPr txBox="1"/>
          <p:nvPr/>
        </p:nvSpPr>
        <p:spPr>
          <a:xfrm>
            <a:off x="6234113" y="5029200"/>
            <a:ext cx="18891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Prime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4C265ABB-EFA9-4B18-8043-70A1D9FEA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38100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</p:spTree>
    <p:extLst>
      <p:ext uri="{BB962C8B-B14F-4D97-AF65-F5344CB8AC3E}">
        <p14:creationId xmlns:p14="http://schemas.microsoft.com/office/powerpoint/2010/main" val="1698978187"/>
      </p:ext>
    </p:extLst>
  </p:cSld>
  <p:clrMapOvr>
    <a:masterClrMapping/>
  </p:clrMapOvr>
  <p:transition advTm="8219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4511783A-08A4-471B-A8E7-C6C80D28A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609600"/>
            <a:ext cx="7924800" cy="2014538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Essential Prime Implicant</a:t>
            </a:r>
          </a:p>
          <a:p>
            <a:pPr lvl="1"/>
            <a:r>
              <a:rPr lang="en-US" altLang="en-US" dirty="0"/>
              <a:t>Prime implicant that includes a </a:t>
            </a:r>
            <a:r>
              <a:rPr lang="en-US" altLang="en-US" dirty="0" err="1"/>
              <a:t>minterm</a:t>
            </a:r>
            <a:r>
              <a:rPr lang="en-US" altLang="en-US" dirty="0"/>
              <a:t> not covered by any other prime implicant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Some Examples</a:t>
            </a:r>
          </a:p>
        </p:txBody>
      </p:sp>
      <p:grpSp>
        <p:nvGrpSpPr>
          <p:cNvPr id="66563" name="Group 3">
            <a:extLst>
              <a:ext uri="{FF2B5EF4-FFF2-40B4-BE49-F238E27FC236}">
                <a16:creationId xmlns:a16="http://schemas.microsoft.com/office/drawing/2014/main" id="{9ABDE85D-DAFA-46E0-A5F9-1C18D3FF321E}"/>
              </a:ext>
            </a:extLst>
          </p:cNvPr>
          <p:cNvGrpSpPr>
            <a:grpSpLocks/>
          </p:cNvGrpSpPr>
          <p:nvPr/>
        </p:nvGrpSpPr>
        <p:grpSpPr bwMode="auto">
          <a:xfrm>
            <a:off x="2735040" y="2613025"/>
            <a:ext cx="2820988" cy="1806575"/>
            <a:chOff x="2286000" y="881063"/>
            <a:chExt cx="2820987" cy="1806575"/>
          </a:xfrm>
        </p:grpSpPr>
        <p:sp>
          <p:nvSpPr>
            <p:cNvPr id="66568" name="Rectangle 16">
              <a:extLst>
                <a:ext uri="{FF2B5EF4-FFF2-40B4-BE49-F238E27FC236}">
                  <a16:creationId xmlns:a16="http://schemas.microsoft.com/office/drawing/2014/main" id="{3347DD7C-26F6-4BB9-9AF5-516CE652D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69" name="Line 17">
              <a:extLst>
                <a:ext uri="{FF2B5EF4-FFF2-40B4-BE49-F238E27FC236}">
                  <a16:creationId xmlns:a16="http://schemas.microsoft.com/office/drawing/2014/main" id="{9EF757C4-7C40-412D-A84C-1F476D401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0" name="Line 18">
              <a:extLst>
                <a:ext uri="{FF2B5EF4-FFF2-40B4-BE49-F238E27FC236}">
                  <a16:creationId xmlns:a16="http://schemas.microsoft.com/office/drawing/2014/main" id="{AF07D882-CDAE-437C-98C9-5065DA9AB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1" name="Line 19">
              <a:extLst>
                <a:ext uri="{FF2B5EF4-FFF2-40B4-BE49-F238E27FC236}">
                  <a16:creationId xmlns:a16="http://schemas.microsoft.com/office/drawing/2014/main" id="{0206C9E6-7810-405E-975C-E1C4940B9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2" name="Rectangle 21">
              <a:extLst>
                <a:ext uri="{FF2B5EF4-FFF2-40B4-BE49-F238E27FC236}">
                  <a16:creationId xmlns:a16="http://schemas.microsoft.com/office/drawing/2014/main" id="{2EA4079E-3803-4947-B508-C23C2968C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3" name="Rectangle 22">
              <a:extLst>
                <a:ext uri="{FF2B5EF4-FFF2-40B4-BE49-F238E27FC236}">
                  <a16:creationId xmlns:a16="http://schemas.microsoft.com/office/drawing/2014/main" id="{F340539E-512D-4E71-B383-A5E2E1967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4" name="Rectangle 23">
              <a:extLst>
                <a:ext uri="{FF2B5EF4-FFF2-40B4-BE49-F238E27FC236}">
                  <a16:creationId xmlns:a16="http://schemas.microsoft.com/office/drawing/2014/main" id="{E4609D3E-73AA-4064-A607-31D347F2C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5" name="Rectangle 24">
              <a:extLst>
                <a:ext uri="{FF2B5EF4-FFF2-40B4-BE49-F238E27FC236}">
                  <a16:creationId xmlns:a16="http://schemas.microsoft.com/office/drawing/2014/main" id="{5E5CA8B3-73F5-482B-97AD-3F5A92968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6" name="Rectangle 25">
              <a:extLst>
                <a:ext uri="{FF2B5EF4-FFF2-40B4-BE49-F238E27FC236}">
                  <a16:creationId xmlns:a16="http://schemas.microsoft.com/office/drawing/2014/main" id="{9404E635-A8FE-451E-89C8-9172E7016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7" name="Rectangle 26">
              <a:extLst>
                <a:ext uri="{FF2B5EF4-FFF2-40B4-BE49-F238E27FC236}">
                  <a16:creationId xmlns:a16="http://schemas.microsoft.com/office/drawing/2014/main" id="{6698A2F4-5D95-48DF-B796-812A54989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8" name="Rectangle 27">
              <a:extLst>
                <a:ext uri="{FF2B5EF4-FFF2-40B4-BE49-F238E27FC236}">
                  <a16:creationId xmlns:a16="http://schemas.microsoft.com/office/drawing/2014/main" id="{D4B2B91F-9DB1-422C-9BA4-685981F6B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9" name="Rectangle 28">
              <a:extLst>
                <a:ext uri="{FF2B5EF4-FFF2-40B4-BE49-F238E27FC236}">
                  <a16:creationId xmlns:a16="http://schemas.microsoft.com/office/drawing/2014/main" id="{DBBBAAE2-BC1E-428C-83CB-55EE7DBC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0" name="Rectangle 29">
              <a:extLst>
                <a:ext uri="{FF2B5EF4-FFF2-40B4-BE49-F238E27FC236}">
                  <a16:creationId xmlns:a16="http://schemas.microsoft.com/office/drawing/2014/main" id="{E5DEB087-163C-4387-9E9D-0002697B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1" name="Rectangle 30">
              <a:extLst>
                <a:ext uri="{FF2B5EF4-FFF2-40B4-BE49-F238E27FC236}">
                  <a16:creationId xmlns:a16="http://schemas.microsoft.com/office/drawing/2014/main" id="{46E59AE2-C248-4682-8D85-D9B0716F2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2" name="Line 31">
              <a:extLst>
                <a:ext uri="{FF2B5EF4-FFF2-40B4-BE49-F238E27FC236}">
                  <a16:creationId xmlns:a16="http://schemas.microsoft.com/office/drawing/2014/main" id="{7BBE1035-D60A-4FFB-AB3B-97F75099F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3" name="Line 32">
              <a:extLst>
                <a:ext uri="{FF2B5EF4-FFF2-40B4-BE49-F238E27FC236}">
                  <a16:creationId xmlns:a16="http://schemas.microsoft.com/office/drawing/2014/main" id="{CFA17877-C123-4007-9EEC-121048205A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4" name="Rectangle 33">
              <a:extLst>
                <a:ext uri="{FF2B5EF4-FFF2-40B4-BE49-F238E27FC236}">
                  <a16:creationId xmlns:a16="http://schemas.microsoft.com/office/drawing/2014/main" id="{270C4A1C-30F0-47D6-B9E4-AD6189DA2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5" name="Rectangle 34">
              <a:extLst>
                <a:ext uri="{FF2B5EF4-FFF2-40B4-BE49-F238E27FC236}">
                  <a16:creationId xmlns:a16="http://schemas.microsoft.com/office/drawing/2014/main" id="{18CEA74A-AD12-4616-987A-B2BF91FE6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6" name="Rectangle 35">
              <a:extLst>
                <a:ext uri="{FF2B5EF4-FFF2-40B4-BE49-F238E27FC236}">
                  <a16:creationId xmlns:a16="http://schemas.microsoft.com/office/drawing/2014/main" id="{240A9835-5CD6-4E65-B0A6-09E95C117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7" name="Rectangle 36">
              <a:extLst>
                <a:ext uri="{FF2B5EF4-FFF2-40B4-BE49-F238E27FC236}">
                  <a16:creationId xmlns:a16="http://schemas.microsoft.com/office/drawing/2014/main" id="{4D764F67-93D0-4E9D-84DB-ABEC2898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8" name="Rectangle 41">
              <a:extLst>
                <a:ext uri="{FF2B5EF4-FFF2-40B4-BE49-F238E27FC236}">
                  <a16:creationId xmlns:a16="http://schemas.microsoft.com/office/drawing/2014/main" id="{0F7A266C-27F1-4A15-A731-DDBA7DA92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9" name="Rectangle 79">
              <a:extLst>
                <a:ext uri="{FF2B5EF4-FFF2-40B4-BE49-F238E27FC236}">
                  <a16:creationId xmlns:a16="http://schemas.microsoft.com/office/drawing/2014/main" id="{C1BB5500-0D94-4761-BCF8-01D1D3895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0" name="Rectangle 80">
              <a:extLst>
                <a:ext uri="{FF2B5EF4-FFF2-40B4-BE49-F238E27FC236}">
                  <a16:creationId xmlns:a16="http://schemas.microsoft.com/office/drawing/2014/main" id="{B310D038-02E9-43D9-84CC-8087D596B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1" name="Rectangle 81">
              <a:extLst>
                <a:ext uri="{FF2B5EF4-FFF2-40B4-BE49-F238E27FC236}">
                  <a16:creationId xmlns:a16="http://schemas.microsoft.com/office/drawing/2014/main" id="{72ED14B1-FDD1-44A7-B2C7-C835B8882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2" name="Rectangle 82">
              <a:extLst>
                <a:ext uri="{FF2B5EF4-FFF2-40B4-BE49-F238E27FC236}">
                  <a16:creationId xmlns:a16="http://schemas.microsoft.com/office/drawing/2014/main" id="{5A2137B3-0124-4467-BE29-B6E737C2D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3" name="Rectangle 83">
              <a:extLst>
                <a:ext uri="{FF2B5EF4-FFF2-40B4-BE49-F238E27FC236}">
                  <a16:creationId xmlns:a16="http://schemas.microsoft.com/office/drawing/2014/main" id="{D2232882-9DB4-471D-8873-818D938E2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4" name="Rectangle 85">
              <a:extLst>
                <a:ext uri="{FF2B5EF4-FFF2-40B4-BE49-F238E27FC236}">
                  <a16:creationId xmlns:a16="http://schemas.microsoft.com/office/drawing/2014/main" id="{F70AC3F8-F092-4888-A715-A9F4C3628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5114CA0-19C1-A54D-A547-EB0A62E6BD73}"/>
              </a:ext>
            </a:extLst>
          </p:cNvPr>
          <p:cNvSpPr/>
          <p:nvPr/>
        </p:nvSpPr>
        <p:spPr bwMode="auto">
          <a:xfrm>
            <a:off x="3944715" y="3348038"/>
            <a:ext cx="490538" cy="1050925"/>
          </a:xfrm>
          <a:prstGeom prst="roundRect">
            <a:avLst/>
          </a:prstGeom>
          <a:noFill/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CB0840D-B952-B04C-919F-A622577B35AA}"/>
              </a:ext>
            </a:extLst>
          </p:cNvPr>
          <p:cNvSpPr/>
          <p:nvPr/>
        </p:nvSpPr>
        <p:spPr bwMode="auto">
          <a:xfrm>
            <a:off x="3406553" y="3946525"/>
            <a:ext cx="996950" cy="42386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3E05BCA-676A-E94D-AE71-11624D6343D6}"/>
              </a:ext>
            </a:extLst>
          </p:cNvPr>
          <p:cNvSpPr/>
          <p:nvPr/>
        </p:nvSpPr>
        <p:spPr bwMode="auto">
          <a:xfrm>
            <a:off x="4522565" y="3352800"/>
            <a:ext cx="996950" cy="42386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5E8BDE7-1286-F44F-ABE5-231A0B960983}"/>
              </a:ext>
            </a:extLst>
          </p:cNvPr>
          <p:cNvSpPr/>
          <p:nvPr/>
        </p:nvSpPr>
        <p:spPr bwMode="auto">
          <a:xfrm>
            <a:off x="3984403" y="3417888"/>
            <a:ext cx="996950" cy="422275"/>
          </a:xfrm>
          <a:prstGeom prst="roundRect">
            <a:avLst/>
          </a:prstGeom>
          <a:noFill/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grpSp>
        <p:nvGrpSpPr>
          <p:cNvPr id="36" name="Group 163">
            <a:extLst>
              <a:ext uri="{FF2B5EF4-FFF2-40B4-BE49-F238E27FC236}">
                <a16:creationId xmlns:a16="http://schemas.microsoft.com/office/drawing/2014/main" id="{8A20CE5F-63A3-42F0-B378-3354843A6D24}"/>
              </a:ext>
            </a:extLst>
          </p:cNvPr>
          <p:cNvGrpSpPr>
            <a:grpSpLocks/>
          </p:cNvGrpSpPr>
          <p:nvPr/>
        </p:nvGrpSpPr>
        <p:grpSpPr bwMode="auto">
          <a:xfrm>
            <a:off x="6162453" y="2689225"/>
            <a:ext cx="2820987" cy="1806575"/>
            <a:chOff x="2286000" y="881063"/>
            <a:chExt cx="2820987" cy="1806575"/>
          </a:xfrm>
        </p:grpSpPr>
        <p:sp>
          <p:nvSpPr>
            <p:cNvPr id="37" name="Rectangle 16">
              <a:extLst>
                <a:ext uri="{FF2B5EF4-FFF2-40B4-BE49-F238E27FC236}">
                  <a16:creationId xmlns:a16="http://schemas.microsoft.com/office/drawing/2014/main" id="{42AE03E5-91DB-49C2-B7EE-3A6C8C8D2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Line 17">
              <a:extLst>
                <a:ext uri="{FF2B5EF4-FFF2-40B4-BE49-F238E27FC236}">
                  <a16:creationId xmlns:a16="http://schemas.microsoft.com/office/drawing/2014/main" id="{E3BD64BF-C751-47D2-8EAB-1B8904366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Line 18">
              <a:extLst>
                <a:ext uri="{FF2B5EF4-FFF2-40B4-BE49-F238E27FC236}">
                  <a16:creationId xmlns:a16="http://schemas.microsoft.com/office/drawing/2014/main" id="{2DFD76C1-41C1-403C-96C4-0A82EC0EA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Line 19">
              <a:extLst>
                <a:ext uri="{FF2B5EF4-FFF2-40B4-BE49-F238E27FC236}">
                  <a16:creationId xmlns:a16="http://schemas.microsoft.com/office/drawing/2014/main" id="{4AC97E7F-3DD8-47AD-9309-35FDE2B1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21">
              <a:extLst>
                <a:ext uri="{FF2B5EF4-FFF2-40B4-BE49-F238E27FC236}">
                  <a16:creationId xmlns:a16="http://schemas.microsoft.com/office/drawing/2014/main" id="{1D7DA65E-6169-44D2-B72B-AB5EB3528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2">
              <a:extLst>
                <a:ext uri="{FF2B5EF4-FFF2-40B4-BE49-F238E27FC236}">
                  <a16:creationId xmlns:a16="http://schemas.microsoft.com/office/drawing/2014/main" id="{B47A34CE-224D-4B96-BE45-C760BAA00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4BEF16C2-BD46-472D-941A-B4B007D61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4">
              <a:extLst>
                <a:ext uri="{FF2B5EF4-FFF2-40B4-BE49-F238E27FC236}">
                  <a16:creationId xmlns:a16="http://schemas.microsoft.com/office/drawing/2014/main" id="{B98AA82F-3ABE-4AF3-8445-1CDEEB0C7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98C1D3A3-1833-4817-AEC8-D3F177A97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26">
              <a:extLst>
                <a:ext uri="{FF2B5EF4-FFF2-40B4-BE49-F238E27FC236}">
                  <a16:creationId xmlns:a16="http://schemas.microsoft.com/office/drawing/2014/main" id="{217E80CF-E3C8-4DD1-A585-9EAC39C68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" name="Rectangle 27">
              <a:extLst>
                <a:ext uri="{FF2B5EF4-FFF2-40B4-BE49-F238E27FC236}">
                  <a16:creationId xmlns:a16="http://schemas.microsoft.com/office/drawing/2014/main" id="{C7B21FF5-FE73-443C-A2EC-BACBE4BAC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Rectangle 28">
              <a:extLst>
                <a:ext uri="{FF2B5EF4-FFF2-40B4-BE49-F238E27FC236}">
                  <a16:creationId xmlns:a16="http://schemas.microsoft.com/office/drawing/2014/main" id="{A49426E6-051D-4425-A77D-B1E5673B2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Rectangle 29">
              <a:extLst>
                <a:ext uri="{FF2B5EF4-FFF2-40B4-BE49-F238E27FC236}">
                  <a16:creationId xmlns:a16="http://schemas.microsoft.com/office/drawing/2014/main" id="{288BE1E0-C778-4615-834A-B6F8DA714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30">
              <a:extLst>
                <a:ext uri="{FF2B5EF4-FFF2-40B4-BE49-F238E27FC236}">
                  <a16:creationId xmlns:a16="http://schemas.microsoft.com/office/drawing/2014/main" id="{D00757E6-721A-43CC-9F17-6E320A584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Line 31">
              <a:extLst>
                <a:ext uri="{FF2B5EF4-FFF2-40B4-BE49-F238E27FC236}">
                  <a16:creationId xmlns:a16="http://schemas.microsoft.com/office/drawing/2014/main" id="{3500EF5F-F492-4B33-8372-D179B06EE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Line 32">
              <a:extLst>
                <a:ext uri="{FF2B5EF4-FFF2-40B4-BE49-F238E27FC236}">
                  <a16:creationId xmlns:a16="http://schemas.microsoft.com/office/drawing/2014/main" id="{7B890920-FA71-4B34-A609-AB8434200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Rectangle 33">
              <a:extLst>
                <a:ext uri="{FF2B5EF4-FFF2-40B4-BE49-F238E27FC236}">
                  <a16:creationId xmlns:a16="http://schemas.microsoft.com/office/drawing/2014/main" id="{D89B93E7-C8F6-486B-9B5E-C1130A022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Rectangle 34">
              <a:extLst>
                <a:ext uri="{FF2B5EF4-FFF2-40B4-BE49-F238E27FC236}">
                  <a16:creationId xmlns:a16="http://schemas.microsoft.com/office/drawing/2014/main" id="{2B2311F0-3C1C-4BC0-B6BA-688FB4D46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5" name="Rectangle 35">
              <a:extLst>
                <a:ext uri="{FF2B5EF4-FFF2-40B4-BE49-F238E27FC236}">
                  <a16:creationId xmlns:a16="http://schemas.microsoft.com/office/drawing/2014/main" id="{F0F6F997-584B-4057-B119-DA9D0B47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" name="Rectangle 36">
              <a:extLst>
                <a:ext uri="{FF2B5EF4-FFF2-40B4-BE49-F238E27FC236}">
                  <a16:creationId xmlns:a16="http://schemas.microsoft.com/office/drawing/2014/main" id="{D48D28D3-9111-4587-A029-24AA627A6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7" name="Rectangle 41">
              <a:extLst>
                <a:ext uri="{FF2B5EF4-FFF2-40B4-BE49-F238E27FC236}">
                  <a16:creationId xmlns:a16="http://schemas.microsoft.com/office/drawing/2014/main" id="{0433786F-B999-441E-88AC-E2B94775F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79">
              <a:extLst>
                <a:ext uri="{FF2B5EF4-FFF2-40B4-BE49-F238E27FC236}">
                  <a16:creationId xmlns:a16="http://schemas.microsoft.com/office/drawing/2014/main" id="{F741CE47-F5C0-40C2-AB2B-AF9E106B7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80">
              <a:extLst>
                <a:ext uri="{FF2B5EF4-FFF2-40B4-BE49-F238E27FC236}">
                  <a16:creationId xmlns:a16="http://schemas.microsoft.com/office/drawing/2014/main" id="{C0F07D1F-DA56-4340-A26E-EF060AB02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" name="Rectangle 81">
              <a:extLst>
                <a:ext uri="{FF2B5EF4-FFF2-40B4-BE49-F238E27FC236}">
                  <a16:creationId xmlns:a16="http://schemas.microsoft.com/office/drawing/2014/main" id="{638DC153-C078-4F5E-BA66-9D7063AF8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" name="Rectangle 82">
              <a:extLst>
                <a:ext uri="{FF2B5EF4-FFF2-40B4-BE49-F238E27FC236}">
                  <a16:creationId xmlns:a16="http://schemas.microsoft.com/office/drawing/2014/main" id="{985BA925-92D0-405B-A0B8-3DA63C994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" name="Rectangle 83">
              <a:extLst>
                <a:ext uri="{FF2B5EF4-FFF2-40B4-BE49-F238E27FC236}">
                  <a16:creationId xmlns:a16="http://schemas.microsoft.com/office/drawing/2014/main" id="{1CB8ACCE-9E6F-4C25-86CB-EB495B74B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3" name="Rectangle 85">
              <a:extLst>
                <a:ext uri="{FF2B5EF4-FFF2-40B4-BE49-F238E27FC236}">
                  <a16:creationId xmlns:a16="http://schemas.microsoft.com/office/drawing/2014/main" id="{2A311C05-7054-4B25-8491-8707925F4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4" name="Rounded Rectangle 191">
            <a:extLst>
              <a:ext uri="{FF2B5EF4-FFF2-40B4-BE49-F238E27FC236}">
                <a16:creationId xmlns:a16="http://schemas.microsoft.com/office/drawing/2014/main" id="{5033BDC3-E750-4FB1-B139-FC4B66298376}"/>
              </a:ext>
            </a:extLst>
          </p:cNvPr>
          <p:cNvSpPr/>
          <p:nvPr/>
        </p:nvSpPr>
        <p:spPr bwMode="auto">
          <a:xfrm>
            <a:off x="7340378" y="3413125"/>
            <a:ext cx="1090612" cy="1082675"/>
          </a:xfrm>
          <a:prstGeom prst="round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6" name="Rounded Rectangle 33">
            <a:extLst>
              <a:ext uri="{FF2B5EF4-FFF2-40B4-BE49-F238E27FC236}">
                <a16:creationId xmlns:a16="http://schemas.microsoft.com/office/drawing/2014/main" id="{43F372FE-15C2-4DA9-81CE-62DB3989152C}"/>
              </a:ext>
            </a:extLst>
          </p:cNvPr>
          <p:cNvSpPr/>
          <p:nvPr/>
        </p:nvSpPr>
        <p:spPr bwMode="auto">
          <a:xfrm>
            <a:off x="7994650" y="3450430"/>
            <a:ext cx="996950" cy="42386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7" name="Rounded Rectangle 33">
            <a:extLst>
              <a:ext uri="{FF2B5EF4-FFF2-40B4-BE49-F238E27FC236}">
                <a16:creationId xmlns:a16="http://schemas.microsoft.com/office/drawing/2014/main" id="{FC56D298-17BE-4B8E-B54D-A3789A2C6DF3}"/>
              </a:ext>
            </a:extLst>
          </p:cNvPr>
          <p:cNvSpPr/>
          <p:nvPr/>
        </p:nvSpPr>
        <p:spPr bwMode="auto">
          <a:xfrm>
            <a:off x="6837145" y="4013993"/>
            <a:ext cx="996950" cy="42386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8DFF64E1-CBEB-402F-9438-F5303A1B7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38100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3BD268-BD88-48A0-9F7D-9397EF9496EB}"/>
                  </a:ext>
                </a:extLst>
              </p14:cNvPr>
              <p14:cNvContentPartPr/>
              <p14:nvPr/>
            </p14:nvContentPartPr>
            <p14:xfrm>
              <a:off x="4481280" y="2007000"/>
              <a:ext cx="4650840" cy="4001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3BD268-BD88-48A0-9F7D-9397EF9496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1920" y="1997640"/>
                <a:ext cx="4669560" cy="401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Tm="9366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2">
            <a:extLst>
              <a:ext uri="{FF2B5EF4-FFF2-40B4-BE49-F238E27FC236}">
                <a16:creationId xmlns:a16="http://schemas.microsoft.com/office/drawing/2014/main" id="{CBAA6337-4EEC-496E-9D80-8FE3E46BA1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57200"/>
            <a:ext cx="7924800" cy="495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Cover</a:t>
            </a:r>
          </a:p>
          <a:p>
            <a:pPr lvl="1"/>
            <a:r>
              <a:rPr lang="en-US" altLang="en-US" dirty="0"/>
              <a:t>Collection of implicants that account for all possible input valuations where output is 1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Ex.    x</a:t>
            </a:r>
            <a:r>
              <a:rPr lang="en-US" altLang="en-US" baseline="-25000" dirty="0"/>
              <a:t>1</a:t>
            </a:r>
            <a:r>
              <a:rPr lang="ja-JP" altLang="en-US" dirty="0"/>
              <a:t>’</a:t>
            </a:r>
            <a:r>
              <a:rPr lang="en-US" altLang="ja-JP" dirty="0"/>
              <a:t>x</a:t>
            </a:r>
            <a:r>
              <a:rPr lang="en-US" altLang="ja-JP" baseline="-25000" dirty="0"/>
              <a:t>2</a:t>
            </a:r>
            <a:r>
              <a:rPr lang="en-US" altLang="ja-JP" dirty="0"/>
              <a:t>x</a:t>
            </a:r>
            <a:r>
              <a:rPr lang="en-US" altLang="ja-JP" baseline="-25000" dirty="0"/>
              <a:t>3</a:t>
            </a:r>
            <a:r>
              <a:rPr lang="en-US" altLang="ja-JP" dirty="0"/>
              <a:t> + x</a:t>
            </a:r>
            <a:r>
              <a:rPr lang="en-US" altLang="ja-JP" baseline="-25000" dirty="0"/>
              <a:t>1</a:t>
            </a:r>
            <a:r>
              <a:rPr lang="en-US" altLang="ja-JP" dirty="0"/>
              <a:t>x</a:t>
            </a:r>
            <a:r>
              <a:rPr lang="en-US" altLang="ja-JP" baseline="-25000" dirty="0"/>
              <a:t>2</a:t>
            </a:r>
            <a:r>
              <a:rPr lang="en-US" altLang="ja-JP" dirty="0"/>
              <a:t>x</a:t>
            </a:r>
            <a:r>
              <a:rPr lang="en-US" altLang="ja-JP" baseline="-25000" dirty="0"/>
              <a:t>3</a:t>
            </a:r>
            <a:r>
              <a:rPr lang="ja-JP" altLang="en-US" dirty="0"/>
              <a:t>’</a:t>
            </a:r>
            <a:r>
              <a:rPr lang="en-US" altLang="ja-JP" dirty="0"/>
              <a:t> + x</a:t>
            </a:r>
            <a:r>
              <a:rPr lang="en-US" altLang="ja-JP" baseline="-25000" dirty="0"/>
              <a:t>1</a:t>
            </a:r>
            <a:r>
              <a:rPr lang="en-US" altLang="ja-JP" dirty="0"/>
              <a:t>x</a:t>
            </a:r>
            <a:r>
              <a:rPr lang="en-US" altLang="ja-JP" baseline="-25000" dirty="0"/>
              <a:t>2</a:t>
            </a:r>
            <a:r>
              <a:rPr lang="ja-JP" altLang="en-US" dirty="0"/>
              <a:t>’</a:t>
            </a:r>
            <a:r>
              <a:rPr lang="en-US" altLang="ja-JP" dirty="0"/>
              <a:t>x</a:t>
            </a:r>
            <a:r>
              <a:rPr lang="en-US" altLang="ja-JP" baseline="-25000" dirty="0"/>
              <a:t>3</a:t>
            </a:r>
            <a:r>
              <a:rPr lang="ja-JP" altLang="en-US" dirty="0"/>
              <a:t>’</a:t>
            </a:r>
            <a:endParaRPr lang="en-US" altLang="ja-JP" dirty="0"/>
          </a:p>
          <a:p>
            <a:pPr lvl="1"/>
            <a:r>
              <a:rPr lang="en-US" altLang="en-US" dirty="0"/>
              <a:t>Ex.    x</a:t>
            </a:r>
            <a:r>
              <a:rPr lang="en-US" altLang="en-US" baseline="-25000" dirty="0"/>
              <a:t>1</a:t>
            </a:r>
            <a:r>
              <a:rPr lang="ja-JP" altLang="en-US" dirty="0"/>
              <a:t>’</a:t>
            </a:r>
            <a:r>
              <a:rPr lang="en-US" altLang="ja-JP" dirty="0"/>
              <a:t>x</a:t>
            </a:r>
            <a:r>
              <a:rPr lang="en-US" altLang="ja-JP" baseline="-25000" dirty="0"/>
              <a:t>2</a:t>
            </a:r>
            <a:r>
              <a:rPr lang="en-US" altLang="ja-JP" dirty="0"/>
              <a:t>x</a:t>
            </a:r>
            <a:r>
              <a:rPr lang="en-US" altLang="ja-JP" baseline="-25000" dirty="0"/>
              <a:t>3</a:t>
            </a:r>
            <a:r>
              <a:rPr lang="en-US" altLang="ja-JP" dirty="0"/>
              <a:t> + x</a:t>
            </a:r>
            <a:r>
              <a:rPr lang="en-US" altLang="ja-JP" baseline="-25000" dirty="0"/>
              <a:t>1</a:t>
            </a:r>
            <a:r>
              <a:rPr lang="en-US" altLang="ja-JP" dirty="0"/>
              <a:t>x</a:t>
            </a:r>
            <a:r>
              <a:rPr lang="en-US" altLang="ja-JP" baseline="-25000" dirty="0"/>
              <a:t>3</a:t>
            </a:r>
            <a:r>
              <a:rPr lang="ja-JP" altLang="en-US" dirty="0"/>
              <a:t>’</a:t>
            </a:r>
            <a:endParaRPr lang="en-US" altLang="ja-JP" dirty="0"/>
          </a:p>
          <a:p>
            <a:pPr>
              <a:buFontTx/>
              <a:buNone/>
            </a:pPr>
            <a:endParaRPr lang="en-US" altLang="en-US" dirty="0"/>
          </a:p>
        </p:txBody>
      </p:sp>
      <p:grpSp>
        <p:nvGrpSpPr>
          <p:cNvPr id="67587" name="Group 95">
            <a:extLst>
              <a:ext uri="{FF2B5EF4-FFF2-40B4-BE49-F238E27FC236}">
                <a16:creationId xmlns:a16="http://schemas.microsoft.com/office/drawing/2014/main" id="{63AFFAE6-F543-4B14-B907-59135AD8940D}"/>
              </a:ext>
            </a:extLst>
          </p:cNvPr>
          <p:cNvGrpSpPr>
            <a:grpSpLocks/>
          </p:cNvGrpSpPr>
          <p:nvPr/>
        </p:nvGrpSpPr>
        <p:grpSpPr bwMode="auto">
          <a:xfrm>
            <a:off x="2817812" y="2917825"/>
            <a:ext cx="2820988" cy="1806575"/>
            <a:chOff x="2286000" y="881063"/>
            <a:chExt cx="2820987" cy="1806575"/>
          </a:xfrm>
        </p:grpSpPr>
        <p:sp>
          <p:nvSpPr>
            <p:cNvPr id="67588" name="Rectangle 16">
              <a:extLst>
                <a:ext uri="{FF2B5EF4-FFF2-40B4-BE49-F238E27FC236}">
                  <a16:creationId xmlns:a16="http://schemas.microsoft.com/office/drawing/2014/main" id="{BAD697B6-5AAE-4071-B890-5D895A68C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89" name="Line 17">
              <a:extLst>
                <a:ext uri="{FF2B5EF4-FFF2-40B4-BE49-F238E27FC236}">
                  <a16:creationId xmlns:a16="http://schemas.microsoft.com/office/drawing/2014/main" id="{01ACEDCF-28D6-4ABB-BD03-B538FCFBCB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0" name="Line 18">
              <a:extLst>
                <a:ext uri="{FF2B5EF4-FFF2-40B4-BE49-F238E27FC236}">
                  <a16:creationId xmlns:a16="http://schemas.microsoft.com/office/drawing/2014/main" id="{33AECD5A-0B53-4067-A6CB-6BC04B2CE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1" name="Line 19">
              <a:extLst>
                <a:ext uri="{FF2B5EF4-FFF2-40B4-BE49-F238E27FC236}">
                  <a16:creationId xmlns:a16="http://schemas.microsoft.com/office/drawing/2014/main" id="{C9619F06-0782-4393-B1ED-55D26DA1E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2" name="Rectangle 21">
              <a:extLst>
                <a:ext uri="{FF2B5EF4-FFF2-40B4-BE49-F238E27FC236}">
                  <a16:creationId xmlns:a16="http://schemas.microsoft.com/office/drawing/2014/main" id="{C3773828-57D8-47B0-81F4-0ADD6FB3F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3" name="Rectangle 22">
              <a:extLst>
                <a:ext uri="{FF2B5EF4-FFF2-40B4-BE49-F238E27FC236}">
                  <a16:creationId xmlns:a16="http://schemas.microsoft.com/office/drawing/2014/main" id="{EF5407E0-F71C-4212-889E-90F57906C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4" name="Rectangle 23">
              <a:extLst>
                <a:ext uri="{FF2B5EF4-FFF2-40B4-BE49-F238E27FC236}">
                  <a16:creationId xmlns:a16="http://schemas.microsoft.com/office/drawing/2014/main" id="{B10A3968-0CCB-4A65-B40E-2611A59F4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5" name="Rectangle 24">
              <a:extLst>
                <a:ext uri="{FF2B5EF4-FFF2-40B4-BE49-F238E27FC236}">
                  <a16:creationId xmlns:a16="http://schemas.microsoft.com/office/drawing/2014/main" id="{FED527ED-55E9-47F9-A1A2-F3E8198AA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6" name="Rectangle 25">
              <a:extLst>
                <a:ext uri="{FF2B5EF4-FFF2-40B4-BE49-F238E27FC236}">
                  <a16:creationId xmlns:a16="http://schemas.microsoft.com/office/drawing/2014/main" id="{BE9EF840-3535-460A-8264-FD0A2279B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7" name="Rectangle 26">
              <a:extLst>
                <a:ext uri="{FF2B5EF4-FFF2-40B4-BE49-F238E27FC236}">
                  <a16:creationId xmlns:a16="http://schemas.microsoft.com/office/drawing/2014/main" id="{65AF1124-D9BE-431B-83F0-9F7D25132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8" name="Rectangle 27">
              <a:extLst>
                <a:ext uri="{FF2B5EF4-FFF2-40B4-BE49-F238E27FC236}">
                  <a16:creationId xmlns:a16="http://schemas.microsoft.com/office/drawing/2014/main" id="{FB983B81-E3D2-4365-9A4F-D75867842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9" name="Rectangle 28">
              <a:extLst>
                <a:ext uri="{FF2B5EF4-FFF2-40B4-BE49-F238E27FC236}">
                  <a16:creationId xmlns:a16="http://schemas.microsoft.com/office/drawing/2014/main" id="{BC6A6AC7-E010-462A-AF44-C9C1DEC91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0" name="Rectangle 29">
              <a:extLst>
                <a:ext uri="{FF2B5EF4-FFF2-40B4-BE49-F238E27FC236}">
                  <a16:creationId xmlns:a16="http://schemas.microsoft.com/office/drawing/2014/main" id="{7901F4BB-6DF9-49ED-9B9D-D8E746F28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1" name="Rectangle 30">
              <a:extLst>
                <a:ext uri="{FF2B5EF4-FFF2-40B4-BE49-F238E27FC236}">
                  <a16:creationId xmlns:a16="http://schemas.microsoft.com/office/drawing/2014/main" id="{1FD30FBA-FC9A-450C-9535-331CAB6E4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2" name="Line 31">
              <a:extLst>
                <a:ext uri="{FF2B5EF4-FFF2-40B4-BE49-F238E27FC236}">
                  <a16:creationId xmlns:a16="http://schemas.microsoft.com/office/drawing/2014/main" id="{87F45C71-87CF-469E-B8EA-9EEAFF03C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3" name="Line 32">
              <a:extLst>
                <a:ext uri="{FF2B5EF4-FFF2-40B4-BE49-F238E27FC236}">
                  <a16:creationId xmlns:a16="http://schemas.microsoft.com/office/drawing/2014/main" id="{9CD0FE8C-22AB-4FC5-A1C9-71C33844DB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4" name="Rectangle 33">
              <a:extLst>
                <a:ext uri="{FF2B5EF4-FFF2-40B4-BE49-F238E27FC236}">
                  <a16:creationId xmlns:a16="http://schemas.microsoft.com/office/drawing/2014/main" id="{5F694E44-0668-43BC-9C05-82A73FCF4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5" name="Rectangle 34">
              <a:extLst>
                <a:ext uri="{FF2B5EF4-FFF2-40B4-BE49-F238E27FC236}">
                  <a16:creationId xmlns:a16="http://schemas.microsoft.com/office/drawing/2014/main" id="{05319B94-996A-4E1F-AAD3-1DE6F11A1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6" name="Rectangle 35">
              <a:extLst>
                <a:ext uri="{FF2B5EF4-FFF2-40B4-BE49-F238E27FC236}">
                  <a16:creationId xmlns:a16="http://schemas.microsoft.com/office/drawing/2014/main" id="{238DF267-CD02-47AF-A26C-0C7B48B9D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7" name="Rectangle 36">
              <a:extLst>
                <a:ext uri="{FF2B5EF4-FFF2-40B4-BE49-F238E27FC236}">
                  <a16:creationId xmlns:a16="http://schemas.microsoft.com/office/drawing/2014/main" id="{055CED88-E2CE-41BE-AF56-D3F8E5247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8" name="Rectangle 41">
              <a:extLst>
                <a:ext uri="{FF2B5EF4-FFF2-40B4-BE49-F238E27FC236}">
                  <a16:creationId xmlns:a16="http://schemas.microsoft.com/office/drawing/2014/main" id="{B326F915-C9D6-45FD-BFB8-0338E3BB7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09" name="Rectangle 79">
              <a:extLst>
                <a:ext uri="{FF2B5EF4-FFF2-40B4-BE49-F238E27FC236}">
                  <a16:creationId xmlns:a16="http://schemas.microsoft.com/office/drawing/2014/main" id="{3B5B5E34-CBEE-4022-829E-6615B0E3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0" name="Rectangle 80">
              <a:extLst>
                <a:ext uri="{FF2B5EF4-FFF2-40B4-BE49-F238E27FC236}">
                  <a16:creationId xmlns:a16="http://schemas.microsoft.com/office/drawing/2014/main" id="{91313948-058B-4687-A2D4-CE4E79259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1" name="Rectangle 81">
              <a:extLst>
                <a:ext uri="{FF2B5EF4-FFF2-40B4-BE49-F238E27FC236}">
                  <a16:creationId xmlns:a16="http://schemas.microsoft.com/office/drawing/2014/main" id="{9AB9F803-A086-49A8-BBA8-102CE3AA1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2" name="Rectangle 82">
              <a:extLst>
                <a:ext uri="{FF2B5EF4-FFF2-40B4-BE49-F238E27FC236}">
                  <a16:creationId xmlns:a16="http://schemas.microsoft.com/office/drawing/2014/main" id="{835B3471-5AE9-4759-9589-89C5580B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3" name="Rectangle 83">
              <a:extLst>
                <a:ext uri="{FF2B5EF4-FFF2-40B4-BE49-F238E27FC236}">
                  <a16:creationId xmlns:a16="http://schemas.microsoft.com/office/drawing/2014/main" id="{3AE449E7-BEDE-4F91-9878-A4F11D8A4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4" name="Rectangle 85">
              <a:extLst>
                <a:ext uri="{FF2B5EF4-FFF2-40B4-BE49-F238E27FC236}">
                  <a16:creationId xmlns:a16="http://schemas.microsoft.com/office/drawing/2014/main" id="{A9748CD0-2273-4333-9122-655B033A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32" name="Group 95">
            <a:extLst>
              <a:ext uri="{FF2B5EF4-FFF2-40B4-BE49-F238E27FC236}">
                <a16:creationId xmlns:a16="http://schemas.microsoft.com/office/drawing/2014/main" id="{A1F6ABDB-51C1-45C4-8DDB-6DFAA0E5FFCF}"/>
              </a:ext>
            </a:extLst>
          </p:cNvPr>
          <p:cNvGrpSpPr>
            <a:grpSpLocks/>
          </p:cNvGrpSpPr>
          <p:nvPr/>
        </p:nvGrpSpPr>
        <p:grpSpPr bwMode="auto">
          <a:xfrm>
            <a:off x="5942012" y="2895600"/>
            <a:ext cx="2820988" cy="1806575"/>
            <a:chOff x="2286000" y="881063"/>
            <a:chExt cx="2820987" cy="1806575"/>
          </a:xfrm>
        </p:grpSpPr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ABBCB58F-087C-41B9-ABE6-4B5B8FA4F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40717A64-063D-4A2B-A98E-74F5BC05F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FB248FAB-169A-41C1-A7B7-FCF08D41D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A3D836ED-37F5-423D-8870-032A83224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D8A1A794-BCBF-47A3-8861-16A046E4A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DEE40602-5665-4776-868E-6199FDE07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C8AD8E1C-1B7D-4AE5-8827-094E246B8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3D637E5A-C3CE-46C1-BEFB-5F30567E3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49108F1B-BC22-4D28-B5B0-23F71EA68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6">
              <a:extLst>
                <a:ext uri="{FF2B5EF4-FFF2-40B4-BE49-F238E27FC236}">
                  <a16:creationId xmlns:a16="http://schemas.microsoft.com/office/drawing/2014/main" id="{20BC64C3-219D-49E4-A59F-53897609C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4503568A-B97F-4C9E-9176-2F254D8B2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23A317EE-CEA3-4196-A1ED-06C4161E8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D58854D8-4E51-4B61-9641-F2586D7AB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30">
              <a:extLst>
                <a:ext uri="{FF2B5EF4-FFF2-40B4-BE49-F238E27FC236}">
                  <a16:creationId xmlns:a16="http://schemas.microsoft.com/office/drawing/2014/main" id="{20093ED6-3444-4062-8072-1FECE0C9B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" name="Line 31">
              <a:extLst>
                <a:ext uri="{FF2B5EF4-FFF2-40B4-BE49-F238E27FC236}">
                  <a16:creationId xmlns:a16="http://schemas.microsoft.com/office/drawing/2014/main" id="{7E71C124-E20B-484A-AC9A-A99028264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Line 32">
              <a:extLst>
                <a:ext uri="{FF2B5EF4-FFF2-40B4-BE49-F238E27FC236}">
                  <a16:creationId xmlns:a16="http://schemas.microsoft.com/office/drawing/2014/main" id="{51B47010-8788-4EE2-9F2A-AD194FB23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Rectangle 33">
              <a:extLst>
                <a:ext uri="{FF2B5EF4-FFF2-40B4-BE49-F238E27FC236}">
                  <a16:creationId xmlns:a16="http://schemas.microsoft.com/office/drawing/2014/main" id="{623911C4-2D06-491C-A18E-C83F8E353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34">
              <a:extLst>
                <a:ext uri="{FF2B5EF4-FFF2-40B4-BE49-F238E27FC236}">
                  <a16:creationId xmlns:a16="http://schemas.microsoft.com/office/drawing/2014/main" id="{533549B4-8A9E-4D06-972F-0D4D70FD2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B968332F-9770-4432-B118-AD8D4108E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47424A53-6C83-40F0-A935-3DDB02752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Rectangle 41">
              <a:extLst>
                <a:ext uri="{FF2B5EF4-FFF2-40B4-BE49-F238E27FC236}">
                  <a16:creationId xmlns:a16="http://schemas.microsoft.com/office/drawing/2014/main" id="{7019AE21-3E0B-4118-8F46-741B832F9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Rectangle 79">
              <a:extLst>
                <a:ext uri="{FF2B5EF4-FFF2-40B4-BE49-F238E27FC236}">
                  <a16:creationId xmlns:a16="http://schemas.microsoft.com/office/drawing/2014/main" id="{6824FEE0-491E-4C44-AA4D-99C1B1D69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5" name="Rectangle 80">
              <a:extLst>
                <a:ext uri="{FF2B5EF4-FFF2-40B4-BE49-F238E27FC236}">
                  <a16:creationId xmlns:a16="http://schemas.microsoft.com/office/drawing/2014/main" id="{28296AF4-E9A0-4DAF-B1C2-8A07547FC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" name="Rectangle 81">
              <a:extLst>
                <a:ext uri="{FF2B5EF4-FFF2-40B4-BE49-F238E27FC236}">
                  <a16:creationId xmlns:a16="http://schemas.microsoft.com/office/drawing/2014/main" id="{10FEC4F7-56E1-409C-958C-1D86C6F99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7" name="Rectangle 82">
              <a:extLst>
                <a:ext uri="{FF2B5EF4-FFF2-40B4-BE49-F238E27FC236}">
                  <a16:creationId xmlns:a16="http://schemas.microsoft.com/office/drawing/2014/main" id="{DA63FD1F-ECD9-420C-A7E5-BA32805AC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83">
              <a:extLst>
                <a:ext uri="{FF2B5EF4-FFF2-40B4-BE49-F238E27FC236}">
                  <a16:creationId xmlns:a16="http://schemas.microsoft.com/office/drawing/2014/main" id="{C4600F21-EED1-4D83-BC1B-04BBF2DB9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85">
              <a:extLst>
                <a:ext uri="{FF2B5EF4-FFF2-40B4-BE49-F238E27FC236}">
                  <a16:creationId xmlns:a16="http://schemas.microsoft.com/office/drawing/2014/main" id="{022BE546-FBF3-43DF-96D7-F9C81EBB6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3" name="Title 1">
            <a:extLst>
              <a:ext uri="{FF2B5EF4-FFF2-40B4-BE49-F238E27FC236}">
                <a16:creationId xmlns:a16="http://schemas.microsoft.com/office/drawing/2014/main" id="{F67E7077-9DCA-4C26-B3CE-CADC3F17D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38100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02EED5-C30E-42CE-A7FF-A8BEA1441F9E}"/>
                  </a:ext>
                </a:extLst>
              </p14:cNvPr>
              <p14:cNvContentPartPr/>
              <p14:nvPr/>
            </p14:nvContentPartPr>
            <p14:xfrm>
              <a:off x="3377520" y="2287080"/>
              <a:ext cx="5317560" cy="2396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02EED5-C30E-42CE-A7FF-A8BEA1441F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8160" y="2277720"/>
                <a:ext cx="5336280" cy="241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Tm="143432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BE952FF6-FDB8-4AC1-A91F-EDFC939C6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430750"/>
          </a:xfrm>
        </p:spPr>
        <p:txBody>
          <a:bodyPr/>
          <a:lstStyle/>
          <a:p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691878E0-C3A7-4B50-873B-2397E1B4D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36" y="711875"/>
            <a:ext cx="4572657" cy="1651478"/>
          </a:xfrm>
        </p:spPr>
        <p:txBody>
          <a:bodyPr/>
          <a:lstStyle/>
          <a:p>
            <a:r>
              <a:rPr lang="en-US" altLang="en-US" dirty="0"/>
              <a:t>Give the Number of</a:t>
            </a:r>
          </a:p>
          <a:p>
            <a:pPr lvl="1"/>
            <a:r>
              <a:rPr lang="en-US" altLang="en-US" dirty="0"/>
              <a:t>Implicants?</a:t>
            </a:r>
          </a:p>
          <a:p>
            <a:pPr lvl="1"/>
            <a:r>
              <a:rPr lang="en-US" altLang="en-US" dirty="0"/>
              <a:t>Prime Implicants?</a:t>
            </a:r>
          </a:p>
          <a:p>
            <a:pPr lvl="1"/>
            <a:r>
              <a:rPr lang="en-US" altLang="en-US" dirty="0"/>
              <a:t>Essential Prime Implicants?</a:t>
            </a:r>
          </a:p>
        </p:txBody>
      </p:sp>
      <p:grpSp>
        <p:nvGrpSpPr>
          <p:cNvPr id="68611" name="Group 3">
            <a:extLst>
              <a:ext uri="{FF2B5EF4-FFF2-40B4-BE49-F238E27FC236}">
                <a16:creationId xmlns:a16="http://schemas.microsoft.com/office/drawing/2014/main" id="{DA7488AC-7F81-49B5-8A46-6EF1B5B50879}"/>
              </a:ext>
            </a:extLst>
          </p:cNvPr>
          <p:cNvGrpSpPr>
            <a:grpSpLocks/>
          </p:cNvGrpSpPr>
          <p:nvPr/>
        </p:nvGrpSpPr>
        <p:grpSpPr bwMode="auto">
          <a:xfrm>
            <a:off x="6149657" y="174625"/>
            <a:ext cx="2820988" cy="1806575"/>
            <a:chOff x="2286000" y="881063"/>
            <a:chExt cx="2820987" cy="1806575"/>
          </a:xfrm>
        </p:grpSpPr>
        <p:sp>
          <p:nvSpPr>
            <p:cNvPr id="68612" name="Rectangle 16">
              <a:extLst>
                <a:ext uri="{FF2B5EF4-FFF2-40B4-BE49-F238E27FC236}">
                  <a16:creationId xmlns:a16="http://schemas.microsoft.com/office/drawing/2014/main" id="{5377E2A3-024F-47D5-A3E7-817E0D2C6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3" name="Line 17">
              <a:extLst>
                <a:ext uri="{FF2B5EF4-FFF2-40B4-BE49-F238E27FC236}">
                  <a16:creationId xmlns:a16="http://schemas.microsoft.com/office/drawing/2014/main" id="{C35AAD96-631C-4353-9ADF-52509A4DD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4" name="Line 18">
              <a:extLst>
                <a:ext uri="{FF2B5EF4-FFF2-40B4-BE49-F238E27FC236}">
                  <a16:creationId xmlns:a16="http://schemas.microsoft.com/office/drawing/2014/main" id="{6A228290-4DE6-48C6-89CC-FB525919C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5" name="Line 19">
              <a:extLst>
                <a:ext uri="{FF2B5EF4-FFF2-40B4-BE49-F238E27FC236}">
                  <a16:creationId xmlns:a16="http://schemas.microsoft.com/office/drawing/2014/main" id="{837EFE72-1DB4-4767-902D-E0382F290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6" name="Rectangle 21">
              <a:extLst>
                <a:ext uri="{FF2B5EF4-FFF2-40B4-BE49-F238E27FC236}">
                  <a16:creationId xmlns:a16="http://schemas.microsoft.com/office/drawing/2014/main" id="{3CF2A182-3467-4EBB-A63E-07AB18F80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7" name="Rectangle 22">
              <a:extLst>
                <a:ext uri="{FF2B5EF4-FFF2-40B4-BE49-F238E27FC236}">
                  <a16:creationId xmlns:a16="http://schemas.microsoft.com/office/drawing/2014/main" id="{9C035498-5692-4D35-9DB2-6FBC4C04A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8" name="Rectangle 23">
              <a:extLst>
                <a:ext uri="{FF2B5EF4-FFF2-40B4-BE49-F238E27FC236}">
                  <a16:creationId xmlns:a16="http://schemas.microsoft.com/office/drawing/2014/main" id="{3912BE18-4FA9-4D27-B1E6-8362E9CAE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19" name="Rectangle 24">
              <a:extLst>
                <a:ext uri="{FF2B5EF4-FFF2-40B4-BE49-F238E27FC236}">
                  <a16:creationId xmlns:a16="http://schemas.microsoft.com/office/drawing/2014/main" id="{BB3A7DFE-82B0-48E5-943B-62AC758C5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0" name="Rectangle 25">
              <a:extLst>
                <a:ext uri="{FF2B5EF4-FFF2-40B4-BE49-F238E27FC236}">
                  <a16:creationId xmlns:a16="http://schemas.microsoft.com/office/drawing/2014/main" id="{030597A4-7112-41B5-9C0A-FD2020605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1" name="Rectangle 26">
              <a:extLst>
                <a:ext uri="{FF2B5EF4-FFF2-40B4-BE49-F238E27FC236}">
                  <a16:creationId xmlns:a16="http://schemas.microsoft.com/office/drawing/2014/main" id="{0DAEDC0E-0100-4B03-B304-05D1CEF2B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2" name="Rectangle 27">
              <a:extLst>
                <a:ext uri="{FF2B5EF4-FFF2-40B4-BE49-F238E27FC236}">
                  <a16:creationId xmlns:a16="http://schemas.microsoft.com/office/drawing/2014/main" id="{4EA152F2-286F-4EFC-A5A7-E93477D6D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3" name="Rectangle 28">
              <a:extLst>
                <a:ext uri="{FF2B5EF4-FFF2-40B4-BE49-F238E27FC236}">
                  <a16:creationId xmlns:a16="http://schemas.microsoft.com/office/drawing/2014/main" id="{C3096E61-BE92-4326-B7BA-E94EF0597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4" name="Rectangle 29">
              <a:extLst>
                <a:ext uri="{FF2B5EF4-FFF2-40B4-BE49-F238E27FC236}">
                  <a16:creationId xmlns:a16="http://schemas.microsoft.com/office/drawing/2014/main" id="{03EFE132-6FAB-42A0-886D-C58106C36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5" name="Rectangle 30">
              <a:extLst>
                <a:ext uri="{FF2B5EF4-FFF2-40B4-BE49-F238E27FC236}">
                  <a16:creationId xmlns:a16="http://schemas.microsoft.com/office/drawing/2014/main" id="{9782C80D-B632-49D4-B443-31FFE7A3A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6" name="Line 31">
              <a:extLst>
                <a:ext uri="{FF2B5EF4-FFF2-40B4-BE49-F238E27FC236}">
                  <a16:creationId xmlns:a16="http://schemas.microsoft.com/office/drawing/2014/main" id="{589CB9F2-DB1F-4230-9CC8-1D420C36F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7" name="Line 32">
              <a:extLst>
                <a:ext uri="{FF2B5EF4-FFF2-40B4-BE49-F238E27FC236}">
                  <a16:creationId xmlns:a16="http://schemas.microsoft.com/office/drawing/2014/main" id="{39A73261-C861-444A-8311-324E2A67F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8" name="Rectangle 33">
              <a:extLst>
                <a:ext uri="{FF2B5EF4-FFF2-40B4-BE49-F238E27FC236}">
                  <a16:creationId xmlns:a16="http://schemas.microsoft.com/office/drawing/2014/main" id="{A916F525-CD5E-414D-80FC-2FFE15F4B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9" name="Rectangle 34">
              <a:extLst>
                <a:ext uri="{FF2B5EF4-FFF2-40B4-BE49-F238E27FC236}">
                  <a16:creationId xmlns:a16="http://schemas.microsoft.com/office/drawing/2014/main" id="{12C2825E-F128-4BAF-9DB0-2A54EBF8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0" name="Rectangle 35">
              <a:extLst>
                <a:ext uri="{FF2B5EF4-FFF2-40B4-BE49-F238E27FC236}">
                  <a16:creationId xmlns:a16="http://schemas.microsoft.com/office/drawing/2014/main" id="{2C058B44-B9C3-4264-8C1E-17FD9C0CC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1" name="Rectangle 36">
              <a:extLst>
                <a:ext uri="{FF2B5EF4-FFF2-40B4-BE49-F238E27FC236}">
                  <a16:creationId xmlns:a16="http://schemas.microsoft.com/office/drawing/2014/main" id="{7004D02D-CF3E-4E1B-AAD5-188022ABF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2" name="Rectangle 41">
              <a:extLst>
                <a:ext uri="{FF2B5EF4-FFF2-40B4-BE49-F238E27FC236}">
                  <a16:creationId xmlns:a16="http://schemas.microsoft.com/office/drawing/2014/main" id="{6E2DEE16-73A4-451E-88EC-5F70C8882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3" name="Rectangle 79">
              <a:extLst>
                <a:ext uri="{FF2B5EF4-FFF2-40B4-BE49-F238E27FC236}">
                  <a16:creationId xmlns:a16="http://schemas.microsoft.com/office/drawing/2014/main" id="{80505751-2B25-4A51-9A38-115004324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4" name="Rectangle 80">
              <a:extLst>
                <a:ext uri="{FF2B5EF4-FFF2-40B4-BE49-F238E27FC236}">
                  <a16:creationId xmlns:a16="http://schemas.microsoft.com/office/drawing/2014/main" id="{42AC86F9-3DE4-4F5C-9BA7-B188C44D6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5" name="Rectangle 81">
              <a:extLst>
                <a:ext uri="{FF2B5EF4-FFF2-40B4-BE49-F238E27FC236}">
                  <a16:creationId xmlns:a16="http://schemas.microsoft.com/office/drawing/2014/main" id="{C2D6A7C2-43A7-4075-B86B-1E1D88E15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6" name="Rectangle 82">
              <a:extLst>
                <a:ext uri="{FF2B5EF4-FFF2-40B4-BE49-F238E27FC236}">
                  <a16:creationId xmlns:a16="http://schemas.microsoft.com/office/drawing/2014/main" id="{56DA31A8-879C-43ED-8F40-161F2B93D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7" name="Rectangle 83">
              <a:extLst>
                <a:ext uri="{FF2B5EF4-FFF2-40B4-BE49-F238E27FC236}">
                  <a16:creationId xmlns:a16="http://schemas.microsoft.com/office/drawing/2014/main" id="{4E6FD817-8234-40C1-91F0-CB21B55A5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8" name="Rectangle 85">
              <a:extLst>
                <a:ext uri="{FF2B5EF4-FFF2-40B4-BE49-F238E27FC236}">
                  <a16:creationId xmlns:a16="http://schemas.microsoft.com/office/drawing/2014/main" id="{6B6E41AC-EC1F-4D1E-9052-79343574A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32" name="Group 3">
            <a:extLst>
              <a:ext uri="{FF2B5EF4-FFF2-40B4-BE49-F238E27FC236}">
                <a16:creationId xmlns:a16="http://schemas.microsoft.com/office/drawing/2014/main" id="{BAA7D997-9F8D-4431-9505-050FE88402F4}"/>
              </a:ext>
            </a:extLst>
          </p:cNvPr>
          <p:cNvGrpSpPr>
            <a:grpSpLocks/>
          </p:cNvGrpSpPr>
          <p:nvPr/>
        </p:nvGrpSpPr>
        <p:grpSpPr bwMode="auto">
          <a:xfrm>
            <a:off x="6229825" y="2155825"/>
            <a:ext cx="2820988" cy="1806575"/>
            <a:chOff x="2286000" y="881063"/>
            <a:chExt cx="2820987" cy="1806575"/>
          </a:xfrm>
        </p:grpSpPr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8DFE85A9-3E72-404E-90EF-0EEE4BB2F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3E333AAB-1B35-485B-A6C3-4D8C5F206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8EA306DD-7625-44DB-88E5-FA18E89291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3B40A897-AB52-4F00-A127-012973400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7B5210C-9DDB-4D92-9B86-33189B08A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2232EFC0-D3C4-4A7A-BBB1-03CC4E84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F773B095-0F7B-4DC6-94A0-61CB2156E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32C1E2B2-1B0F-4C59-B6E9-4522EAB10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46E52CCE-B2CE-494F-AF97-F72767D93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6">
              <a:extLst>
                <a:ext uri="{FF2B5EF4-FFF2-40B4-BE49-F238E27FC236}">
                  <a16:creationId xmlns:a16="http://schemas.microsoft.com/office/drawing/2014/main" id="{90C4EC4A-440D-4423-A9B8-A382965F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F19AE0FF-2FDC-4914-94FB-5F9A0F5DD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9F267210-3CC8-422D-BE69-A4D969C8F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C83FD768-8223-4F66-A68C-76B43A577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30">
              <a:extLst>
                <a:ext uri="{FF2B5EF4-FFF2-40B4-BE49-F238E27FC236}">
                  <a16:creationId xmlns:a16="http://schemas.microsoft.com/office/drawing/2014/main" id="{F921BC17-EA2A-4169-9299-28C8C4AD4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" name="Line 31">
              <a:extLst>
                <a:ext uri="{FF2B5EF4-FFF2-40B4-BE49-F238E27FC236}">
                  <a16:creationId xmlns:a16="http://schemas.microsoft.com/office/drawing/2014/main" id="{2D38CF38-8972-4FAA-A307-3F8E62A3F4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Line 32">
              <a:extLst>
                <a:ext uri="{FF2B5EF4-FFF2-40B4-BE49-F238E27FC236}">
                  <a16:creationId xmlns:a16="http://schemas.microsoft.com/office/drawing/2014/main" id="{2D0D9F55-B242-4ED2-8C78-617AF5F79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Rectangle 33">
              <a:extLst>
                <a:ext uri="{FF2B5EF4-FFF2-40B4-BE49-F238E27FC236}">
                  <a16:creationId xmlns:a16="http://schemas.microsoft.com/office/drawing/2014/main" id="{BEC6D913-1D6B-4C12-B62F-E13DDE5CB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34">
              <a:extLst>
                <a:ext uri="{FF2B5EF4-FFF2-40B4-BE49-F238E27FC236}">
                  <a16:creationId xmlns:a16="http://schemas.microsoft.com/office/drawing/2014/main" id="{99A18EAA-1B01-42B9-A4B6-397232BFE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82D86902-926F-4B99-8469-168EEF4FF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D789798-F715-4F52-B459-F4BAE4CD0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Rectangle 41">
              <a:extLst>
                <a:ext uri="{FF2B5EF4-FFF2-40B4-BE49-F238E27FC236}">
                  <a16:creationId xmlns:a16="http://schemas.microsoft.com/office/drawing/2014/main" id="{D57A7EBA-E9C8-4AB0-9F71-A72072B1A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Rectangle 79">
              <a:extLst>
                <a:ext uri="{FF2B5EF4-FFF2-40B4-BE49-F238E27FC236}">
                  <a16:creationId xmlns:a16="http://schemas.microsoft.com/office/drawing/2014/main" id="{FBD30566-B1A7-4E85-9F9F-509D49B7D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5" name="Rectangle 80">
              <a:extLst>
                <a:ext uri="{FF2B5EF4-FFF2-40B4-BE49-F238E27FC236}">
                  <a16:creationId xmlns:a16="http://schemas.microsoft.com/office/drawing/2014/main" id="{7800907B-72AE-400A-B2AE-24BAED84B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" name="Rectangle 81">
              <a:extLst>
                <a:ext uri="{FF2B5EF4-FFF2-40B4-BE49-F238E27FC236}">
                  <a16:creationId xmlns:a16="http://schemas.microsoft.com/office/drawing/2014/main" id="{A6EC8453-0F70-465D-80B9-C08D56BF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7" name="Rectangle 82">
              <a:extLst>
                <a:ext uri="{FF2B5EF4-FFF2-40B4-BE49-F238E27FC236}">
                  <a16:creationId xmlns:a16="http://schemas.microsoft.com/office/drawing/2014/main" id="{6ED9378F-803C-4A42-B13E-ED178A434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83">
              <a:extLst>
                <a:ext uri="{FF2B5EF4-FFF2-40B4-BE49-F238E27FC236}">
                  <a16:creationId xmlns:a16="http://schemas.microsoft.com/office/drawing/2014/main" id="{1ADCC73B-F070-4935-A5BE-DA5EA912F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85">
              <a:extLst>
                <a:ext uri="{FF2B5EF4-FFF2-40B4-BE49-F238E27FC236}">
                  <a16:creationId xmlns:a16="http://schemas.microsoft.com/office/drawing/2014/main" id="{954486B4-B74E-4AF6-81BA-852B8335C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3">
            <a:extLst>
              <a:ext uri="{FF2B5EF4-FFF2-40B4-BE49-F238E27FC236}">
                <a16:creationId xmlns:a16="http://schemas.microsoft.com/office/drawing/2014/main" id="{601ADFCA-0597-4841-9797-E1BB47B007F6}"/>
              </a:ext>
            </a:extLst>
          </p:cNvPr>
          <p:cNvGrpSpPr>
            <a:grpSpLocks/>
          </p:cNvGrpSpPr>
          <p:nvPr/>
        </p:nvGrpSpPr>
        <p:grpSpPr bwMode="auto">
          <a:xfrm>
            <a:off x="6131400" y="4191000"/>
            <a:ext cx="2820988" cy="1806575"/>
            <a:chOff x="2286000" y="881063"/>
            <a:chExt cx="2820987" cy="1806575"/>
          </a:xfrm>
        </p:grpSpPr>
        <p:sp>
          <p:nvSpPr>
            <p:cNvPr id="89" name="Rectangle 16">
              <a:extLst>
                <a:ext uri="{FF2B5EF4-FFF2-40B4-BE49-F238E27FC236}">
                  <a16:creationId xmlns:a16="http://schemas.microsoft.com/office/drawing/2014/main" id="{C9540196-0BF6-4776-99C2-6FEDEA562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1604963"/>
              <a:ext cx="1077912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" name="Line 17">
              <a:extLst>
                <a:ext uri="{FF2B5EF4-FFF2-40B4-BE49-F238E27FC236}">
                  <a16:creationId xmlns:a16="http://schemas.microsoft.com/office/drawing/2014/main" id="{F528FDD3-CF88-4236-8FF5-7E84E2D2A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4175" y="2146300"/>
              <a:ext cx="107791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" name="Line 18">
              <a:extLst>
                <a:ext uri="{FF2B5EF4-FFF2-40B4-BE49-F238E27FC236}">
                  <a16:creationId xmlns:a16="http://schemas.microsoft.com/office/drawing/2014/main" id="{57F9DE1E-A340-404F-A773-AFBAFD56E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" name="Line 19">
              <a:extLst>
                <a:ext uri="{FF2B5EF4-FFF2-40B4-BE49-F238E27FC236}">
                  <a16:creationId xmlns:a16="http://schemas.microsoft.com/office/drawing/2014/main" id="{0C6DD8F4-5FC9-481B-905B-934A1F6A3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425" y="1036638"/>
              <a:ext cx="539750" cy="568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" name="Rectangle 21">
              <a:extLst>
                <a:ext uri="{FF2B5EF4-FFF2-40B4-BE49-F238E27FC236}">
                  <a16:creationId xmlns:a16="http://schemas.microsoft.com/office/drawing/2014/main" id="{497972E0-EAB9-4FC6-B604-72AE7D173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52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" name="Rectangle 22">
              <a:extLst>
                <a:ext uri="{FF2B5EF4-FFF2-40B4-BE49-F238E27FC236}">
                  <a16:creationId xmlns:a16="http://schemas.microsoft.com/office/drawing/2014/main" id="{0E6684CF-8780-48DD-ABA6-374833337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23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5" name="Rectangle 23">
              <a:extLst>
                <a:ext uri="{FF2B5EF4-FFF2-40B4-BE49-F238E27FC236}">
                  <a16:creationId xmlns:a16="http://schemas.microsoft.com/office/drawing/2014/main" id="{FA1C6C6D-01B6-4247-96F6-CB3FC5ED3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475" y="881063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" name="Rectangle 24">
              <a:extLst>
                <a:ext uri="{FF2B5EF4-FFF2-40B4-BE49-F238E27FC236}">
                  <a16:creationId xmlns:a16="http://schemas.microsoft.com/office/drawing/2014/main" id="{1AD3977B-31D9-4754-B4A4-5E514D50D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87" y="1003300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325BD7AD-326E-4BA9-8ADC-8AE3F3901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1430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8" name="Rectangle 26">
              <a:extLst>
                <a:ext uri="{FF2B5EF4-FFF2-40B4-BE49-F238E27FC236}">
                  <a16:creationId xmlns:a16="http://schemas.microsoft.com/office/drawing/2014/main" id="{6B33EAA9-3050-4A89-B4E7-686CB609C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300" y="1265238"/>
              <a:ext cx="120650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9" name="Rectangle 27">
              <a:extLst>
                <a:ext uri="{FF2B5EF4-FFF2-40B4-BE49-F238E27FC236}">
                  <a16:creationId xmlns:a16="http://schemas.microsoft.com/office/drawing/2014/main" id="{378EE8B1-1EBD-4015-BC13-B1391AF89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0" name="Rectangle 28">
              <a:extLst>
                <a:ext uri="{FF2B5EF4-FFF2-40B4-BE49-F238E27FC236}">
                  <a16:creationId xmlns:a16="http://schemas.microsoft.com/office/drawing/2014/main" id="{9BDAA935-68F6-406E-B060-97C8D0167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1" name="Rectangle 29">
              <a:extLst>
                <a:ext uri="{FF2B5EF4-FFF2-40B4-BE49-F238E27FC236}">
                  <a16:creationId xmlns:a16="http://schemas.microsoft.com/office/drawing/2014/main" id="{8F0A1FD9-6F51-42A9-B002-90EBBAD59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7" y="2300288"/>
              <a:ext cx="1349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Rectangle 30">
              <a:extLst>
                <a:ext uri="{FF2B5EF4-FFF2-40B4-BE49-F238E27FC236}">
                  <a16:creationId xmlns:a16="http://schemas.microsoft.com/office/drawing/2014/main" id="{B96C1B0A-AE0C-4C6D-92E7-BAF53AD42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1604963"/>
              <a:ext cx="1104900" cy="108267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3" name="Line 31">
              <a:extLst>
                <a:ext uri="{FF2B5EF4-FFF2-40B4-BE49-F238E27FC236}">
                  <a16:creationId xmlns:a16="http://schemas.microsoft.com/office/drawing/2014/main" id="{F5F02FCE-24F0-4278-902B-C35F4036F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2087" y="2146300"/>
              <a:ext cx="11049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4" name="Line 32">
              <a:extLst>
                <a:ext uri="{FF2B5EF4-FFF2-40B4-BE49-F238E27FC236}">
                  <a16:creationId xmlns:a16="http://schemas.microsoft.com/office/drawing/2014/main" id="{0C760810-04C6-447C-A3D3-D896B7ABE0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7237" y="1604963"/>
              <a:ext cx="1588" cy="10826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5" name="Rectangle 33">
              <a:extLst>
                <a:ext uri="{FF2B5EF4-FFF2-40B4-BE49-F238E27FC236}">
                  <a16:creationId xmlns:a16="http://schemas.microsoft.com/office/drawing/2014/main" id="{FD989E83-2F80-4A93-AFD6-855D0D7A9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6" name="Rectangle 34">
              <a:extLst>
                <a:ext uri="{FF2B5EF4-FFF2-40B4-BE49-F238E27FC236}">
                  <a16:creationId xmlns:a16="http://schemas.microsoft.com/office/drawing/2014/main" id="{10057961-A218-4AB6-98C2-E0AB5E84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7" name="Rectangle 35">
              <a:extLst>
                <a:ext uri="{FF2B5EF4-FFF2-40B4-BE49-F238E27FC236}">
                  <a16:creationId xmlns:a16="http://schemas.microsoft.com/office/drawing/2014/main" id="{BA2F82E7-1F51-44CD-994A-20265A692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17526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8" name="Rectangle 36">
              <a:extLst>
                <a:ext uri="{FF2B5EF4-FFF2-40B4-BE49-F238E27FC236}">
                  <a16:creationId xmlns:a16="http://schemas.microsoft.com/office/drawing/2014/main" id="{B825E752-97E9-4B13-8EF6-FD0D1C6D6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" name="Rectangle 41">
              <a:extLst>
                <a:ext uri="{FF2B5EF4-FFF2-40B4-BE49-F238E27FC236}">
                  <a16:creationId xmlns:a16="http://schemas.microsoft.com/office/drawing/2014/main" id="{527C7147-98EF-4B4A-83AF-8E6064447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437" y="23002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0" name="Rectangle 79">
              <a:extLst>
                <a:ext uri="{FF2B5EF4-FFF2-40B4-BE49-F238E27FC236}">
                  <a16:creationId xmlns:a16="http://schemas.microsoft.com/office/drawing/2014/main" id="{36F0E12B-D492-4FAD-A9F2-8797A6048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1" name="Rectangle 80">
              <a:extLst>
                <a:ext uri="{FF2B5EF4-FFF2-40B4-BE49-F238E27FC236}">
                  <a16:creationId xmlns:a16="http://schemas.microsoft.com/office/drawing/2014/main" id="{E0186C32-0F16-4A72-83E9-72EA9B0C4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2" name="Rectangle 81">
              <a:extLst>
                <a:ext uri="{FF2B5EF4-FFF2-40B4-BE49-F238E27FC236}">
                  <a16:creationId xmlns:a16="http://schemas.microsoft.com/office/drawing/2014/main" id="{8E9979D0-296F-44F5-B00B-708E6B84B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1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3" name="Rectangle 82">
              <a:extLst>
                <a:ext uri="{FF2B5EF4-FFF2-40B4-BE49-F238E27FC236}">
                  <a16:creationId xmlns:a16="http://schemas.microsoft.com/office/drawing/2014/main" id="{448A1B27-AAA2-40C7-8B7A-F7B6B4AA7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7" y="1295400"/>
              <a:ext cx="2698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4" name="Rectangle 83">
              <a:extLst>
                <a:ext uri="{FF2B5EF4-FFF2-40B4-BE49-F238E27FC236}">
                  <a16:creationId xmlns:a16="http://schemas.microsoft.com/office/drawing/2014/main" id="{AC8DF9B7-1067-4E48-9F0D-ECAD009F4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75" y="1752600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5" name="Rectangle 85">
              <a:extLst>
                <a:ext uri="{FF2B5EF4-FFF2-40B4-BE49-F238E27FC236}">
                  <a16:creationId xmlns:a16="http://schemas.microsoft.com/office/drawing/2014/main" id="{5F7F71DD-F7E4-4D3E-AE8C-69C2A054E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5" y="2300288"/>
              <a:ext cx="13493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E80058-094F-4A42-BB19-C1A011D4A87A}"/>
                  </a:ext>
                </a:extLst>
              </p14:cNvPr>
              <p14:cNvContentPartPr/>
              <p14:nvPr/>
            </p14:nvContentPartPr>
            <p14:xfrm>
              <a:off x="5133600" y="1024920"/>
              <a:ext cx="3258000" cy="4938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E80058-094F-4A42-BB19-C1A011D4A8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24240" y="1015560"/>
                <a:ext cx="3276720" cy="495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Tm="393713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125">
            <a:extLst>
              <a:ext uri="{FF2B5EF4-FFF2-40B4-BE49-F238E27FC236}">
                <a16:creationId xmlns:a16="http://schemas.microsoft.com/office/drawing/2014/main" id="{1A116FCC-4E4E-4CBE-83E7-18F41BEB4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2.56 from the textbook ]</a:t>
            </a:r>
          </a:p>
        </p:txBody>
      </p:sp>
      <p:sp>
        <p:nvSpPr>
          <p:cNvPr id="70659" name="Title 1">
            <a:extLst>
              <a:ext uri="{FF2B5EF4-FFF2-40B4-BE49-F238E27FC236}">
                <a16:creationId xmlns:a16="http://schemas.microsoft.com/office/drawing/2014/main" id="{862F796A-C721-4DB4-A738-562BC488E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199"/>
            <a:ext cx="9144000" cy="91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Example 1: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function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= ∑m(0, 1, 2, 3, 7)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35937F-6FD9-4764-8234-4B8AE2240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328910"/>
              </p:ext>
            </p:extLst>
          </p:nvPr>
        </p:nvGraphicFramePr>
        <p:xfrm>
          <a:off x="5715000" y="2133600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6" name="Line 6">
            <a:extLst>
              <a:ext uri="{FF2B5EF4-FFF2-40B4-BE49-F238E27FC236}">
                <a16:creationId xmlns:a16="http://schemas.microsoft.com/office/drawing/2014/main" id="{21B786BA-B24C-4976-8516-B8BDB0478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15636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96A7893-CA4E-4B46-875F-F7C7D603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832" y="1547813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49">
            <a:extLst>
              <a:ext uri="{FF2B5EF4-FFF2-40B4-BE49-F238E27FC236}">
                <a16:creationId xmlns:a16="http://schemas.microsoft.com/office/drawing/2014/main" id="{2E085D7A-8B8C-4386-8F15-340AE9626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575" y="13716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DBF93-261A-4345-B4B1-454E7B007FD8}"/>
              </a:ext>
            </a:extLst>
          </p:cNvPr>
          <p:cNvSpPr txBox="1"/>
          <p:nvPr/>
        </p:nvSpPr>
        <p:spPr>
          <a:xfrm>
            <a:off x="5865941" y="17374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062B14-8AFF-40BD-940B-D633C52EAEF2}"/>
              </a:ext>
            </a:extLst>
          </p:cNvPr>
          <p:cNvSpPr txBox="1"/>
          <p:nvPr/>
        </p:nvSpPr>
        <p:spPr>
          <a:xfrm>
            <a:off x="5414726" y="2244854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47CE64-0068-4946-933A-D4E7AA3D4034}"/>
              </a:ext>
            </a:extLst>
          </p:cNvPr>
          <p:cNvGrpSpPr/>
          <p:nvPr/>
        </p:nvGrpSpPr>
        <p:grpSpPr>
          <a:xfrm>
            <a:off x="147775" y="1523156"/>
            <a:ext cx="3797463" cy="2972644"/>
            <a:chOff x="1524000" y="1905000"/>
            <a:chExt cx="2819400" cy="2579132"/>
          </a:xfrm>
        </p:grpSpPr>
        <p:pic>
          <p:nvPicPr>
            <p:cNvPr id="12" name="Picture 26" descr="Screen shot 2013-09-23 at 3.02.25 PM.png">
              <a:extLst>
                <a:ext uri="{FF2B5EF4-FFF2-40B4-BE49-F238E27FC236}">
                  <a16:creationId xmlns:a16="http://schemas.microsoft.com/office/drawing/2014/main" id="{EA8EA824-260C-45A6-8736-D7DE162CE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9050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{7A3039A3-5F6D-48EA-A119-DB5D3C462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4114800"/>
              <a:ext cx="1905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Adjacent columns</a:t>
              </a:r>
            </a:p>
          </p:txBody>
        </p:sp>
        <p:cxnSp>
          <p:nvCxnSpPr>
            <p:cNvPr id="14" name="Straight Arrow Connector 29">
              <a:extLst>
                <a:ext uri="{FF2B5EF4-FFF2-40B4-BE49-F238E27FC236}">
                  <a16:creationId xmlns:a16="http://schemas.microsoft.com/office/drawing/2014/main" id="{DC5246B7-BF10-421D-9DA3-B7ED7EB42B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438400" y="3657600"/>
              <a:ext cx="533400" cy="457200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Arrow Connector 30">
              <a:extLst>
                <a:ext uri="{FF2B5EF4-FFF2-40B4-BE49-F238E27FC236}">
                  <a16:creationId xmlns:a16="http://schemas.microsoft.com/office/drawing/2014/main" id="{EF208273-15C0-4E86-A6AA-B5D0073451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55975" y="3657600"/>
              <a:ext cx="530225" cy="496888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A9FB65-A7A2-498B-88BA-0C7AC31C8E96}"/>
                  </a:ext>
                </a:extLst>
              </p14:cNvPr>
              <p14:cNvContentPartPr/>
              <p14:nvPr/>
            </p14:nvContentPartPr>
            <p14:xfrm>
              <a:off x="5875200" y="2192760"/>
              <a:ext cx="2028960" cy="126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A9FB65-A7A2-498B-88BA-0C7AC31C8E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5840" y="2183400"/>
                <a:ext cx="2047680" cy="128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3" descr="F:\LogicBook\PowerPoint\chapter4\figure4.9.wmf">
            <a:extLst>
              <a:ext uri="{FF2B5EF4-FFF2-40B4-BE49-F238E27FC236}">
                <a16:creationId xmlns:a16="http://schemas.microsoft.com/office/drawing/2014/main" id="{2459679F-F967-4B19-BC99-B2AC62DCB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38275"/>
            <a:ext cx="41910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TextBox 125">
            <a:extLst>
              <a:ext uri="{FF2B5EF4-FFF2-40B4-BE49-F238E27FC236}">
                <a16:creationId xmlns:a16="http://schemas.microsoft.com/office/drawing/2014/main" id="{1A116FCC-4E4E-4CBE-83E7-18F41BEB4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2.56 from the textbook ]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6C3AB5-43FD-4003-9EBF-1E12CDBA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199"/>
            <a:ext cx="9144000" cy="91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Example 1: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function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= ∑m(0, 1, 2, 3, 7)</a:t>
            </a:r>
          </a:p>
        </p:txBody>
      </p:sp>
    </p:spTree>
    <p:extLst>
      <p:ext uri="{BB962C8B-B14F-4D97-AF65-F5344CB8AC3E}">
        <p14:creationId xmlns:p14="http://schemas.microsoft.com/office/powerpoint/2010/main" val="373213527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Example 2: </a:t>
            </a:r>
            <a:r>
              <a:rPr lang="en-US" sz="3200" dirty="0">
                <a:solidFill>
                  <a:srgbClr val="000000"/>
                </a:solidFill>
                <a:latin typeface="Times New Roman"/>
                <a:cs typeface="+mj-cs"/>
              </a:rPr>
              <a:t>F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E28058-9D14-4C93-9E88-717E3F47E818}"/>
                  </a:ext>
                </a:extLst>
              </p14:cNvPr>
              <p14:cNvContentPartPr/>
              <p14:nvPr/>
            </p14:nvContentPartPr>
            <p14:xfrm>
              <a:off x="4251960" y="1751760"/>
              <a:ext cx="2836800" cy="273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E28058-9D14-4C93-9E88-717E3F47E8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2600" y="1742400"/>
                <a:ext cx="2855520" cy="27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1304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Example 2: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A3453F4-2A95-423A-9303-BAAC013FF87A}"/>
                  </a:ext>
                </a:extLst>
              </p14:cNvPr>
              <p14:cNvContentPartPr/>
              <p14:nvPr/>
            </p14:nvContentPartPr>
            <p14:xfrm>
              <a:off x="4288320" y="1787040"/>
              <a:ext cx="2800440" cy="261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A3453F4-2A95-423A-9303-BAAC013FF8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8960" y="1777680"/>
                <a:ext cx="2819160" cy="263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1889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Example 2: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311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extBox 125">
            <a:extLst>
              <a:ext uri="{FF2B5EF4-FFF2-40B4-BE49-F238E27FC236}">
                <a16:creationId xmlns:a16="http://schemas.microsoft.com/office/drawing/2014/main" id="{D9D67D89-8909-4250-BE81-7F509FFCD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DF6BB4-C003-3E49-AA50-3272DFC61CA1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Example 2: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9571" name="Picture 2" descr="Screen shot 2014-02-06 at 9.17.53 PM.png">
            <a:extLst>
              <a:ext uri="{FF2B5EF4-FFF2-40B4-BE49-F238E27FC236}">
                <a16:creationId xmlns:a16="http://schemas.microsoft.com/office/drawing/2014/main" id="{E7E891FF-D857-484E-8D0E-AF7677C9C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609600"/>
            <a:ext cx="4914900" cy="592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53280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43F32600-3CE7-481D-BAD3-0971CC59D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4648200" cy="685800"/>
          </a:xfrm>
        </p:spPr>
        <p:txBody>
          <a:bodyPr/>
          <a:lstStyle/>
          <a:p>
            <a:r>
              <a:rPr lang="en-US" altLang="en-US" dirty="0"/>
              <a:t>Example 3</a:t>
            </a:r>
          </a:p>
        </p:txBody>
      </p:sp>
      <p:sp>
        <p:nvSpPr>
          <p:cNvPr id="71682" name="Rectangle 4">
            <a:extLst>
              <a:ext uri="{FF2B5EF4-FFF2-40B4-BE49-F238E27FC236}">
                <a16:creationId xmlns:a16="http://schemas.microsoft.com/office/drawing/2014/main" id="{4E3ED3DE-321F-4736-9B89-CC4D948D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611" y="964493"/>
            <a:ext cx="12001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3" name="Line 5">
            <a:extLst>
              <a:ext uri="{FF2B5EF4-FFF2-40B4-BE49-F238E27FC236}">
                <a16:creationId xmlns:a16="http://schemas.microsoft.com/office/drawing/2014/main" id="{96BA65C4-0D4D-4ABC-913B-E4FD92B2CC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7611" y="1551868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4" name="Line 6">
            <a:extLst>
              <a:ext uri="{FF2B5EF4-FFF2-40B4-BE49-F238E27FC236}">
                <a16:creationId xmlns:a16="http://schemas.microsoft.com/office/drawing/2014/main" id="{D5F87C84-58EC-4681-8260-9465F7781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3399" y="964493"/>
            <a:ext cx="1587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5" name="Line 7">
            <a:extLst>
              <a:ext uri="{FF2B5EF4-FFF2-40B4-BE49-F238E27FC236}">
                <a16:creationId xmlns:a16="http://schemas.microsoft.com/office/drawing/2014/main" id="{FE41BD8B-915A-4CA8-B3DF-63FA2FC2E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0236" y="350131"/>
            <a:ext cx="587375" cy="6143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6" name="Rectangle 8">
            <a:extLst>
              <a:ext uri="{FF2B5EF4-FFF2-40B4-BE49-F238E27FC236}">
                <a16:creationId xmlns:a16="http://schemas.microsoft.com/office/drawing/2014/main" id="{6D96B7DD-250A-4E7C-A194-43116A25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149" y="196143"/>
            <a:ext cx="107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stem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7" name="Rectangle 9">
            <a:extLst>
              <a:ext uri="{FF2B5EF4-FFF2-40B4-BE49-F238E27FC236}">
                <a16:creationId xmlns:a16="http://schemas.microsoft.com/office/drawing/2014/main" id="{A1D9017B-8289-46AB-9C68-46060E98D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386" y="32949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8" name="Rectangle 10">
            <a:extLst>
              <a:ext uri="{FF2B5EF4-FFF2-40B4-BE49-F238E27FC236}">
                <a16:creationId xmlns:a16="http://schemas.microsoft.com/office/drawing/2014/main" id="{FF5C0568-3124-4237-ACE6-16ACD6A26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149" y="196143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9" name="Rectangle 11">
            <a:extLst>
              <a:ext uri="{FF2B5EF4-FFF2-40B4-BE49-F238E27FC236}">
                <a16:creationId xmlns:a16="http://schemas.microsoft.com/office/drawing/2014/main" id="{FC3A4FA4-4B2F-4662-8DDF-F59ED8138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386" y="32949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0" name="Rectangle 12">
            <a:extLst>
              <a:ext uri="{FF2B5EF4-FFF2-40B4-BE49-F238E27FC236}">
                <a16:creationId xmlns:a16="http://schemas.microsoft.com/office/drawing/2014/main" id="{D6AECDF8-82FD-4D7C-8065-1E051136C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936" y="439031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1" name="Rectangle 13">
            <a:extLst>
              <a:ext uri="{FF2B5EF4-FFF2-40B4-BE49-F238E27FC236}">
                <a16:creationId xmlns:a16="http://schemas.microsoft.com/office/drawing/2014/main" id="{FF5B1CC3-BFB6-4987-89AD-EAFF42E0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174" y="57396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2" name="Rectangle 14">
            <a:extLst>
              <a:ext uri="{FF2B5EF4-FFF2-40B4-BE49-F238E27FC236}">
                <a16:creationId xmlns:a16="http://schemas.microsoft.com/office/drawing/2014/main" id="{635481A1-4A17-408A-A241-BFC35603F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524" y="439031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3" name="Rectangle 15">
            <a:extLst>
              <a:ext uri="{FF2B5EF4-FFF2-40B4-BE49-F238E27FC236}">
                <a16:creationId xmlns:a16="http://schemas.microsoft.com/office/drawing/2014/main" id="{4A65EFEA-2BCE-4874-BA7F-502BAC1F1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761" y="964493"/>
            <a:ext cx="11747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4" name="Line 16">
            <a:extLst>
              <a:ext uri="{FF2B5EF4-FFF2-40B4-BE49-F238E27FC236}">
                <a16:creationId xmlns:a16="http://schemas.microsoft.com/office/drawing/2014/main" id="{7ED5CFBE-17C5-4304-A694-7AB6BF7D8A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7761" y="1551868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5" name="Line 17">
            <a:extLst>
              <a:ext uri="{FF2B5EF4-FFF2-40B4-BE49-F238E27FC236}">
                <a16:creationId xmlns:a16="http://schemas.microsoft.com/office/drawing/2014/main" id="{5B14710B-43D1-43DD-9D85-78C3F8B896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136" y="964493"/>
            <a:ext cx="1588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6" name="Rectangle 18">
            <a:extLst>
              <a:ext uri="{FF2B5EF4-FFF2-40B4-BE49-F238E27FC236}">
                <a16:creationId xmlns:a16="http://schemas.microsoft.com/office/drawing/2014/main" id="{B65E38B5-5539-455F-A0FF-2502FF019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349" y="57396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7" name="Rectangle 19">
            <a:extLst>
              <a:ext uri="{FF2B5EF4-FFF2-40B4-BE49-F238E27FC236}">
                <a16:creationId xmlns:a16="http://schemas.microsoft.com/office/drawing/2014/main" id="{7EBC4148-5995-450E-8F6D-5F4097C96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236" y="618418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8" name="Rectangle 20">
            <a:extLst>
              <a:ext uri="{FF2B5EF4-FFF2-40B4-BE49-F238E27FC236}">
                <a16:creationId xmlns:a16="http://schemas.microsoft.com/office/drawing/2014/main" id="{2A9D9C87-BDBE-4935-B408-9480C7E65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5961" y="618418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9" name="Rectangle 21">
            <a:extLst>
              <a:ext uri="{FF2B5EF4-FFF2-40B4-BE49-F238E27FC236}">
                <a16:creationId xmlns:a16="http://schemas.microsoft.com/office/drawing/2014/main" id="{0E8D43FC-4E3D-4F27-B3E6-7FC8ACD66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686" y="618418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0" name="Rectangle 22">
            <a:extLst>
              <a:ext uri="{FF2B5EF4-FFF2-40B4-BE49-F238E27FC236}">
                <a16:creationId xmlns:a16="http://schemas.microsoft.com/office/drawing/2014/main" id="{1E6A7DEC-26A8-4002-9DB2-1145D815D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3411" y="618418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1" name="Rectangle 23">
            <a:extLst>
              <a:ext uri="{FF2B5EF4-FFF2-40B4-BE49-F238E27FC236}">
                <a16:creationId xmlns:a16="http://schemas.microsoft.com/office/drawing/2014/main" id="{87124D77-A02E-44C4-8DAE-1F076CB4B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599" y="1721731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2" name="Rectangle 24">
            <a:extLst>
              <a:ext uri="{FF2B5EF4-FFF2-40B4-BE49-F238E27FC236}">
                <a16:creationId xmlns:a16="http://schemas.microsoft.com/office/drawing/2014/main" id="{39CAC34C-F595-4458-B1FB-45FDA17AF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611" y="2139243"/>
            <a:ext cx="12001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3" name="Line 25">
            <a:extLst>
              <a:ext uri="{FF2B5EF4-FFF2-40B4-BE49-F238E27FC236}">
                <a16:creationId xmlns:a16="http://schemas.microsoft.com/office/drawing/2014/main" id="{3AB09F76-8701-4D91-8C57-AD979E093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7611" y="2726618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4" name="Line 26">
            <a:extLst>
              <a:ext uri="{FF2B5EF4-FFF2-40B4-BE49-F238E27FC236}">
                <a16:creationId xmlns:a16="http://schemas.microsoft.com/office/drawing/2014/main" id="{2CAE9853-ABA1-4597-9CCE-D39149E0BF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3399" y="2139243"/>
            <a:ext cx="1587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5" name="Rectangle 27">
            <a:extLst>
              <a:ext uri="{FF2B5EF4-FFF2-40B4-BE49-F238E27FC236}">
                <a16:creationId xmlns:a16="http://schemas.microsoft.com/office/drawing/2014/main" id="{FAC6726B-BAF0-4E99-B7F1-DD3CD607E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874" y="1128006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6" name="Rectangle 28">
            <a:extLst>
              <a:ext uri="{FF2B5EF4-FFF2-40B4-BE49-F238E27FC236}">
                <a16:creationId xmlns:a16="http://schemas.microsoft.com/office/drawing/2014/main" id="{830E0969-0779-4075-A324-CFA699BC9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761" y="2139243"/>
            <a:ext cx="11747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7" name="Line 29">
            <a:extLst>
              <a:ext uri="{FF2B5EF4-FFF2-40B4-BE49-F238E27FC236}">
                <a16:creationId xmlns:a16="http://schemas.microsoft.com/office/drawing/2014/main" id="{B0B9F92A-66EF-4FE9-8B75-319778B9F9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7761" y="2726618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8" name="Line 30">
            <a:extLst>
              <a:ext uri="{FF2B5EF4-FFF2-40B4-BE49-F238E27FC236}">
                <a16:creationId xmlns:a16="http://schemas.microsoft.com/office/drawing/2014/main" id="{443214D6-DC82-46A2-9DD0-5B1C862E1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136" y="2139243"/>
            <a:ext cx="1588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09" name="Rectangle 31">
            <a:extLst>
              <a:ext uri="{FF2B5EF4-FFF2-40B4-BE49-F238E27FC236}">
                <a16:creationId xmlns:a16="http://schemas.microsoft.com/office/drawing/2014/main" id="{9B684B29-AF12-4C50-84AD-FD4F5AF8E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149" y="2909181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0" name="Rectangle 32">
            <a:extLst>
              <a:ext uri="{FF2B5EF4-FFF2-40B4-BE49-F238E27FC236}">
                <a16:creationId xmlns:a16="http://schemas.microsoft.com/office/drawing/2014/main" id="{64F5F346-80BB-4931-8EAD-CA90351BD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874" y="1721731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1" name="Rectangle 33">
            <a:extLst>
              <a:ext uri="{FF2B5EF4-FFF2-40B4-BE49-F238E27FC236}">
                <a16:creationId xmlns:a16="http://schemas.microsoft.com/office/drawing/2014/main" id="{B0827C2E-F122-4D56-A93C-3CBB5EBAD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149" y="1128006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2" name="Rectangle 34">
            <a:extLst>
              <a:ext uri="{FF2B5EF4-FFF2-40B4-BE49-F238E27FC236}">
                <a16:creationId xmlns:a16="http://schemas.microsoft.com/office/drawing/2014/main" id="{6A2F7040-E6BF-4D22-BE7F-DDB6FD313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599" y="2315456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3" name="Rectangle 35">
            <a:extLst>
              <a:ext uri="{FF2B5EF4-FFF2-40B4-BE49-F238E27FC236}">
                <a16:creationId xmlns:a16="http://schemas.microsoft.com/office/drawing/2014/main" id="{360D2C89-1324-4810-9D0A-FB125CB35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361" y="1128006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4" name="Rectangle 36">
            <a:extLst>
              <a:ext uri="{FF2B5EF4-FFF2-40B4-BE49-F238E27FC236}">
                <a16:creationId xmlns:a16="http://schemas.microsoft.com/office/drawing/2014/main" id="{1FE12C11-3EBF-4B34-9EAB-949F1819F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361" y="1721731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5" name="Rectangle 37">
            <a:extLst>
              <a:ext uri="{FF2B5EF4-FFF2-40B4-BE49-F238E27FC236}">
                <a16:creationId xmlns:a16="http://schemas.microsoft.com/office/drawing/2014/main" id="{06CC3ED8-92B5-40CD-AE70-E291C6800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361" y="2315456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6" name="Rectangle 38">
            <a:extLst>
              <a:ext uri="{FF2B5EF4-FFF2-40B4-BE49-F238E27FC236}">
                <a16:creationId xmlns:a16="http://schemas.microsoft.com/office/drawing/2014/main" id="{B87F7B4C-3C98-47D7-AC5B-454C4344E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911" y="2909181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7" name="Rectangle 39">
            <a:extLst>
              <a:ext uri="{FF2B5EF4-FFF2-40B4-BE49-F238E27FC236}">
                <a16:creationId xmlns:a16="http://schemas.microsoft.com/office/drawing/2014/main" id="{6EE650A6-DBB9-497D-A5FC-9C25FFF8E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324" y="2909181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8" name="Rectangle 60">
            <a:extLst>
              <a:ext uri="{FF2B5EF4-FFF2-40B4-BE49-F238E27FC236}">
                <a16:creationId xmlns:a16="http://schemas.microsoft.com/office/drawing/2014/main" id="{53EB7896-E855-463A-B9E5-27D7619DE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324" y="2315456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081F4D38-983C-4174-A9EC-00E67B145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736" y="3683000"/>
            <a:ext cx="12001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" name="Line 5">
            <a:extLst>
              <a:ext uri="{FF2B5EF4-FFF2-40B4-BE49-F238E27FC236}">
                <a16:creationId xmlns:a16="http://schemas.microsoft.com/office/drawing/2014/main" id="{BF0C554F-2FBC-47D8-A91C-DA01A82A9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0736" y="4270375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" name="Line 6">
            <a:extLst>
              <a:ext uri="{FF2B5EF4-FFF2-40B4-BE49-F238E27FC236}">
                <a16:creationId xmlns:a16="http://schemas.microsoft.com/office/drawing/2014/main" id="{B4AC79D6-5EEF-4492-ABF7-6417DDC64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6524" y="3683000"/>
            <a:ext cx="1587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3" name="Line 7">
            <a:extLst>
              <a:ext uri="{FF2B5EF4-FFF2-40B4-BE49-F238E27FC236}">
                <a16:creationId xmlns:a16="http://schemas.microsoft.com/office/drawing/2014/main" id="{8A00DE4E-5810-48AE-99F4-4DDCB49AD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3361" y="3068638"/>
            <a:ext cx="587375" cy="6143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433F8DFB-CD20-499B-9CA5-26BA9C59F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274" y="3154362"/>
            <a:ext cx="107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stem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" name="Rectangle 9">
            <a:extLst>
              <a:ext uri="{FF2B5EF4-FFF2-40B4-BE49-F238E27FC236}">
                <a16:creationId xmlns:a16="http://schemas.microsoft.com/office/drawing/2014/main" id="{331801BE-0F1B-4759-B563-6B4C16BC3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511" y="30480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2EC8F627-261D-4483-998F-72933167A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274" y="3154362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" name="Rectangle 11">
            <a:extLst>
              <a:ext uri="{FF2B5EF4-FFF2-40B4-BE49-F238E27FC236}">
                <a16:creationId xmlns:a16="http://schemas.microsoft.com/office/drawing/2014/main" id="{C86F415E-3956-44C1-8CB5-5092A9A07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511" y="30480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" name="Rectangle 12">
            <a:extLst>
              <a:ext uri="{FF2B5EF4-FFF2-40B4-BE49-F238E27FC236}">
                <a16:creationId xmlns:a16="http://schemas.microsoft.com/office/drawing/2014/main" id="{7620FC40-3F2E-49CB-A705-182DA4948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061" y="3157538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" name="Rectangle 13">
            <a:extLst>
              <a:ext uri="{FF2B5EF4-FFF2-40B4-BE49-F238E27FC236}">
                <a16:creationId xmlns:a16="http://schemas.microsoft.com/office/drawing/2014/main" id="{A5F64D0D-ECCC-4CBF-83F8-80D5F74D6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299" y="32924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" name="Rectangle 14">
            <a:extLst>
              <a:ext uri="{FF2B5EF4-FFF2-40B4-BE49-F238E27FC236}">
                <a16:creationId xmlns:a16="http://schemas.microsoft.com/office/drawing/2014/main" id="{B97995CE-5BF0-4158-8546-B9FF8CD58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649" y="3157538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" name="Rectangle 15">
            <a:extLst>
              <a:ext uri="{FF2B5EF4-FFF2-40B4-BE49-F238E27FC236}">
                <a16:creationId xmlns:a16="http://schemas.microsoft.com/office/drawing/2014/main" id="{CEDD15AB-2040-4F37-B15C-28D3FE2A0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0886" y="3683000"/>
            <a:ext cx="11747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" name="Line 16">
            <a:extLst>
              <a:ext uri="{FF2B5EF4-FFF2-40B4-BE49-F238E27FC236}">
                <a16:creationId xmlns:a16="http://schemas.microsoft.com/office/drawing/2014/main" id="{DD47B958-A343-472D-9B24-A042962283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0886" y="4270375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" name="Line 17">
            <a:extLst>
              <a:ext uri="{FF2B5EF4-FFF2-40B4-BE49-F238E27FC236}">
                <a16:creationId xmlns:a16="http://schemas.microsoft.com/office/drawing/2014/main" id="{C21CFAAA-CCF4-4B66-9C22-C62F91B8A3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8261" y="3683000"/>
            <a:ext cx="1588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" name="Rectangle 18">
            <a:extLst>
              <a:ext uri="{FF2B5EF4-FFF2-40B4-BE49-F238E27FC236}">
                <a16:creationId xmlns:a16="http://schemas.microsoft.com/office/drawing/2014/main" id="{01CC13E6-8E14-42FE-8DED-5E4826DEF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474" y="32924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D6BF7A46-2DE6-4B6E-B687-5444F11CE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361" y="333692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" name="Rectangle 20">
            <a:extLst>
              <a:ext uri="{FF2B5EF4-FFF2-40B4-BE49-F238E27FC236}">
                <a16:creationId xmlns:a16="http://schemas.microsoft.com/office/drawing/2014/main" id="{E4F04145-8F1C-4A66-B63B-86E96D39F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086" y="333692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7" name="Rectangle 21">
            <a:extLst>
              <a:ext uri="{FF2B5EF4-FFF2-40B4-BE49-F238E27FC236}">
                <a16:creationId xmlns:a16="http://schemas.microsoft.com/office/drawing/2014/main" id="{8CC7A9B2-3CAB-4CB6-84FC-DD2C712AD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11" y="333692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CBFE010A-8F9E-479E-B2A3-051E5768E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536" y="333692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E5170305-49A8-4701-9FD3-583353842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724" y="44402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" name="Rectangle 24">
            <a:extLst>
              <a:ext uri="{FF2B5EF4-FFF2-40B4-BE49-F238E27FC236}">
                <a16:creationId xmlns:a16="http://schemas.microsoft.com/office/drawing/2014/main" id="{FC9C4D01-62A6-4ED4-88C6-E9DADABA0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736" y="4857750"/>
            <a:ext cx="12001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" name="Line 25">
            <a:extLst>
              <a:ext uri="{FF2B5EF4-FFF2-40B4-BE49-F238E27FC236}">
                <a16:creationId xmlns:a16="http://schemas.microsoft.com/office/drawing/2014/main" id="{5730BF22-3E05-49D6-882D-EE8D7D29AB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0736" y="5445125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" name="Line 26">
            <a:extLst>
              <a:ext uri="{FF2B5EF4-FFF2-40B4-BE49-F238E27FC236}">
                <a16:creationId xmlns:a16="http://schemas.microsoft.com/office/drawing/2014/main" id="{32777B8C-0F28-4B27-BDAA-64F56826A3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6524" y="4857750"/>
            <a:ext cx="1587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1602E079-9680-401D-9233-B4FBF1850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999" y="38465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" name="Rectangle 28">
            <a:extLst>
              <a:ext uri="{FF2B5EF4-FFF2-40B4-BE49-F238E27FC236}">
                <a16:creationId xmlns:a16="http://schemas.microsoft.com/office/drawing/2014/main" id="{8EE493A2-F65F-474C-8DA6-E8F915BA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0886" y="4857750"/>
            <a:ext cx="11747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5" name="Line 29">
            <a:extLst>
              <a:ext uri="{FF2B5EF4-FFF2-40B4-BE49-F238E27FC236}">
                <a16:creationId xmlns:a16="http://schemas.microsoft.com/office/drawing/2014/main" id="{EF7B4AE1-2BA3-41B9-8A6E-AA4D0BE649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0886" y="5445125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6" name="Line 30">
            <a:extLst>
              <a:ext uri="{FF2B5EF4-FFF2-40B4-BE49-F238E27FC236}">
                <a16:creationId xmlns:a16="http://schemas.microsoft.com/office/drawing/2014/main" id="{0E768D62-9A55-42CA-9EEF-FD0E3FA24B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8261" y="4857750"/>
            <a:ext cx="1588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7" name="Rectangle 31">
            <a:extLst>
              <a:ext uri="{FF2B5EF4-FFF2-40B4-BE49-F238E27FC236}">
                <a16:creationId xmlns:a16="http://schemas.microsoft.com/office/drawing/2014/main" id="{6C67F4A4-CB89-4AA6-B88F-21B3EEFA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74" y="56276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D80CF33B-5F58-4178-9960-CBE1FACDB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999" y="44402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9" name="Rectangle 33">
            <a:extLst>
              <a:ext uri="{FF2B5EF4-FFF2-40B4-BE49-F238E27FC236}">
                <a16:creationId xmlns:a16="http://schemas.microsoft.com/office/drawing/2014/main" id="{60A627C6-24CD-458B-B319-8E756A79C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74" y="38465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0" name="Rectangle 34">
            <a:extLst>
              <a:ext uri="{FF2B5EF4-FFF2-40B4-BE49-F238E27FC236}">
                <a16:creationId xmlns:a16="http://schemas.microsoft.com/office/drawing/2014/main" id="{B76D549F-4047-4519-89FF-3663AD1F3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724" y="50339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" name="Rectangle 35">
            <a:extLst>
              <a:ext uri="{FF2B5EF4-FFF2-40B4-BE49-F238E27FC236}">
                <a16:creationId xmlns:a16="http://schemas.microsoft.com/office/drawing/2014/main" id="{FC36FFCB-0A9A-4690-BA90-3609361F5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486" y="384651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" name="Rectangle 36">
            <a:extLst>
              <a:ext uri="{FF2B5EF4-FFF2-40B4-BE49-F238E27FC236}">
                <a16:creationId xmlns:a16="http://schemas.microsoft.com/office/drawing/2014/main" id="{24DEA1C9-7BAF-49A2-98C4-79ABA0D5A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486" y="444023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3" name="Rectangle 37">
            <a:extLst>
              <a:ext uri="{FF2B5EF4-FFF2-40B4-BE49-F238E27FC236}">
                <a16:creationId xmlns:a16="http://schemas.microsoft.com/office/drawing/2014/main" id="{BFF3A392-B168-44C4-AD5D-18C75BFA4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486" y="503396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" name="Rectangle 38">
            <a:extLst>
              <a:ext uri="{FF2B5EF4-FFF2-40B4-BE49-F238E27FC236}">
                <a16:creationId xmlns:a16="http://schemas.microsoft.com/office/drawing/2014/main" id="{ED5B2ECE-FCF2-43E1-8EB4-450AA1878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036" y="562768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5" name="Rectangle 39">
            <a:extLst>
              <a:ext uri="{FF2B5EF4-FFF2-40B4-BE49-F238E27FC236}">
                <a16:creationId xmlns:a16="http://schemas.microsoft.com/office/drawing/2014/main" id="{703360F2-57EE-482B-96DB-2DBF9B1E9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449" y="56276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" name="Rectangle 60">
            <a:extLst>
              <a:ext uri="{FF2B5EF4-FFF2-40B4-BE49-F238E27FC236}">
                <a16:creationId xmlns:a16="http://schemas.microsoft.com/office/drawing/2014/main" id="{86B587E6-CECC-4634-A282-2F182F0AB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449" y="50339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A78E5A-6CD6-40BF-B3C8-7F1D3A4AC9BF}"/>
                  </a:ext>
                </a:extLst>
              </p14:cNvPr>
              <p14:cNvContentPartPr/>
              <p14:nvPr/>
            </p14:nvContentPartPr>
            <p14:xfrm>
              <a:off x="3650760" y="1085040"/>
              <a:ext cx="5243400" cy="505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A78E5A-6CD6-40BF-B3C8-7F1D3A4AC9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1400" y="1075680"/>
                <a:ext cx="5262120" cy="507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FF6F1F6D-E7E3-4F80-9A6A-EE3CD5557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 dirty="0"/>
              <a:t>Example 3</a:t>
            </a:r>
          </a:p>
        </p:txBody>
      </p:sp>
      <p:sp>
        <p:nvSpPr>
          <p:cNvPr id="74754" name="Rectangle 4">
            <a:extLst>
              <a:ext uri="{FF2B5EF4-FFF2-40B4-BE49-F238E27FC236}">
                <a16:creationId xmlns:a16="http://schemas.microsoft.com/office/drawing/2014/main" id="{4BA87DEC-C75E-494B-9146-7769FB370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1377950"/>
            <a:ext cx="12001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5" name="Line 5">
            <a:extLst>
              <a:ext uri="{FF2B5EF4-FFF2-40B4-BE49-F238E27FC236}">
                <a16:creationId xmlns:a16="http://schemas.microsoft.com/office/drawing/2014/main" id="{B7ADE2C3-DCFA-4CCE-8CBC-087FD32595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1965325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6" name="Line 6">
            <a:extLst>
              <a:ext uri="{FF2B5EF4-FFF2-40B4-BE49-F238E27FC236}">
                <a16:creationId xmlns:a16="http://schemas.microsoft.com/office/drawing/2014/main" id="{F065356B-A879-482D-8AD1-7DBAC5EAD5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0313" y="1377950"/>
            <a:ext cx="1587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7" name="Line 7">
            <a:extLst>
              <a:ext uri="{FF2B5EF4-FFF2-40B4-BE49-F238E27FC236}">
                <a16:creationId xmlns:a16="http://schemas.microsoft.com/office/drawing/2014/main" id="{743E61DB-5B03-4C65-B55D-E9120725C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763588"/>
            <a:ext cx="587375" cy="6143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8" name="Rectangle 8">
            <a:extLst>
              <a:ext uri="{FF2B5EF4-FFF2-40B4-BE49-F238E27FC236}">
                <a16:creationId xmlns:a16="http://schemas.microsoft.com/office/drawing/2014/main" id="{3375AD39-6D0F-449A-BA8A-C0E626225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609600"/>
            <a:ext cx="107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stem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9" name="Rectangle 9">
            <a:extLst>
              <a:ext uri="{FF2B5EF4-FFF2-40B4-BE49-F238E27FC236}">
                <a16:creationId xmlns:a16="http://schemas.microsoft.com/office/drawing/2014/main" id="{922AEFCC-78AD-4D1F-9B6D-DA458D43E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7429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0" name="Rectangle 10">
            <a:extLst>
              <a:ext uri="{FF2B5EF4-FFF2-40B4-BE49-F238E27FC236}">
                <a16:creationId xmlns:a16="http://schemas.microsoft.com/office/drawing/2014/main" id="{6EDFD6DC-2DB3-49ED-ADC2-689874A92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60960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1" name="Rectangle 11">
            <a:extLst>
              <a:ext uri="{FF2B5EF4-FFF2-40B4-BE49-F238E27FC236}">
                <a16:creationId xmlns:a16="http://schemas.microsoft.com/office/drawing/2014/main" id="{01504A98-A43E-4247-BB28-7895301F5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7429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2" name="Rectangle 12">
            <a:extLst>
              <a:ext uri="{FF2B5EF4-FFF2-40B4-BE49-F238E27FC236}">
                <a16:creationId xmlns:a16="http://schemas.microsoft.com/office/drawing/2014/main" id="{E4EA7EE2-5376-4CC8-A85B-536B825E5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852488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3" name="Rectangle 13">
            <a:extLst>
              <a:ext uri="{FF2B5EF4-FFF2-40B4-BE49-F238E27FC236}">
                <a16:creationId xmlns:a16="http://schemas.microsoft.com/office/drawing/2014/main" id="{2C96DAEE-EB52-48C6-AFDB-3E8BB1A72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9874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4" name="Rectangle 14">
            <a:extLst>
              <a:ext uri="{FF2B5EF4-FFF2-40B4-BE49-F238E27FC236}">
                <a16:creationId xmlns:a16="http://schemas.microsoft.com/office/drawing/2014/main" id="{CB70ED6A-6CFC-40EF-83E1-AA10E9ED0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852488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5" name="Rectangle 15">
            <a:extLst>
              <a:ext uri="{FF2B5EF4-FFF2-40B4-BE49-F238E27FC236}">
                <a16:creationId xmlns:a16="http://schemas.microsoft.com/office/drawing/2014/main" id="{7FC5F571-1FCE-42A5-B619-B92E0D10F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1377950"/>
            <a:ext cx="11747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6" name="Line 16">
            <a:extLst>
              <a:ext uri="{FF2B5EF4-FFF2-40B4-BE49-F238E27FC236}">
                <a16:creationId xmlns:a16="http://schemas.microsoft.com/office/drawing/2014/main" id="{4D7175E9-7164-44B1-BDA1-0370FEE67E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1965325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7" name="Line 17">
            <a:extLst>
              <a:ext uri="{FF2B5EF4-FFF2-40B4-BE49-F238E27FC236}">
                <a16:creationId xmlns:a16="http://schemas.microsoft.com/office/drawing/2014/main" id="{2CEFBE29-6E1A-4E3F-B167-135A416BED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0" y="1377950"/>
            <a:ext cx="1588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8" name="Rectangle 18">
            <a:extLst>
              <a:ext uri="{FF2B5EF4-FFF2-40B4-BE49-F238E27FC236}">
                <a16:creationId xmlns:a16="http://schemas.microsoft.com/office/drawing/2014/main" id="{368DF164-5B5A-443F-9743-18430AB65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9874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9" name="Rectangle 19">
            <a:extLst>
              <a:ext uri="{FF2B5EF4-FFF2-40B4-BE49-F238E27FC236}">
                <a16:creationId xmlns:a16="http://schemas.microsoft.com/office/drawing/2014/main" id="{A34BD796-1FD4-4C23-A5C6-4C6830C1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10318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0" name="Rectangle 20">
            <a:extLst>
              <a:ext uri="{FF2B5EF4-FFF2-40B4-BE49-F238E27FC236}">
                <a16:creationId xmlns:a16="http://schemas.microsoft.com/office/drawing/2014/main" id="{DFFAFE9F-E663-4374-BC2F-FD033B6C3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10318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1" name="Rectangle 21">
            <a:extLst>
              <a:ext uri="{FF2B5EF4-FFF2-40B4-BE49-F238E27FC236}">
                <a16:creationId xmlns:a16="http://schemas.microsoft.com/office/drawing/2014/main" id="{B74FC136-6D19-43B5-B88D-E10D6C2F5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10318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2" name="Rectangle 22">
            <a:extLst>
              <a:ext uri="{FF2B5EF4-FFF2-40B4-BE49-F238E27FC236}">
                <a16:creationId xmlns:a16="http://schemas.microsoft.com/office/drawing/2014/main" id="{8ADFB4B5-8F96-4A1B-A65B-C873AED8E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10318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3" name="Rectangle 23">
            <a:extLst>
              <a:ext uri="{FF2B5EF4-FFF2-40B4-BE49-F238E27FC236}">
                <a16:creationId xmlns:a16="http://schemas.microsoft.com/office/drawing/2014/main" id="{8406600E-1F19-455D-9069-1EE9DE588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1351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4" name="Rectangle 24">
            <a:extLst>
              <a:ext uri="{FF2B5EF4-FFF2-40B4-BE49-F238E27FC236}">
                <a16:creationId xmlns:a16="http://schemas.microsoft.com/office/drawing/2014/main" id="{54B46870-9727-46B4-BB16-7127C9E2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552700"/>
            <a:ext cx="12001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5" name="Line 25">
            <a:extLst>
              <a:ext uri="{FF2B5EF4-FFF2-40B4-BE49-F238E27FC236}">
                <a16:creationId xmlns:a16="http://schemas.microsoft.com/office/drawing/2014/main" id="{89870001-4BED-473F-A6B4-0CC801E247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3140075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6" name="Line 26">
            <a:extLst>
              <a:ext uri="{FF2B5EF4-FFF2-40B4-BE49-F238E27FC236}">
                <a16:creationId xmlns:a16="http://schemas.microsoft.com/office/drawing/2014/main" id="{819DFFB1-6305-44B7-B473-1D9A6FB612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0313" y="2552700"/>
            <a:ext cx="1587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7" name="Rectangle 27">
            <a:extLst>
              <a:ext uri="{FF2B5EF4-FFF2-40B4-BE49-F238E27FC236}">
                <a16:creationId xmlns:a16="http://schemas.microsoft.com/office/drawing/2014/main" id="{CD71447C-0164-41EB-9C79-AC0319C7A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15414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8" name="Rectangle 28">
            <a:extLst>
              <a:ext uri="{FF2B5EF4-FFF2-40B4-BE49-F238E27FC236}">
                <a16:creationId xmlns:a16="http://schemas.microsoft.com/office/drawing/2014/main" id="{F0D7AB63-5029-468A-997B-E48C661BC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2552700"/>
            <a:ext cx="11747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79" name="Line 29">
            <a:extLst>
              <a:ext uri="{FF2B5EF4-FFF2-40B4-BE49-F238E27FC236}">
                <a16:creationId xmlns:a16="http://schemas.microsoft.com/office/drawing/2014/main" id="{EFFC55D9-C4B5-4173-8242-D176244C43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3140075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0" name="Line 30">
            <a:extLst>
              <a:ext uri="{FF2B5EF4-FFF2-40B4-BE49-F238E27FC236}">
                <a16:creationId xmlns:a16="http://schemas.microsoft.com/office/drawing/2014/main" id="{1B8FC626-0406-4459-A4BF-F9C56AF43A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0" y="2552700"/>
            <a:ext cx="1588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1" name="Rectangle 31">
            <a:extLst>
              <a:ext uri="{FF2B5EF4-FFF2-40B4-BE49-F238E27FC236}">
                <a16:creationId xmlns:a16="http://schemas.microsoft.com/office/drawing/2014/main" id="{6381E93A-861E-4F84-B3DD-43B613D22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3226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2" name="Rectangle 32">
            <a:extLst>
              <a:ext uri="{FF2B5EF4-FFF2-40B4-BE49-F238E27FC236}">
                <a16:creationId xmlns:a16="http://schemas.microsoft.com/office/drawing/2014/main" id="{C68268AA-9D1D-49B6-BE28-532194FA9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21351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3" name="Rectangle 33">
            <a:extLst>
              <a:ext uri="{FF2B5EF4-FFF2-40B4-BE49-F238E27FC236}">
                <a16:creationId xmlns:a16="http://schemas.microsoft.com/office/drawing/2014/main" id="{9F760D34-6C0E-42FE-82D6-7BCB37E0C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15414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4" name="Rectangle 34">
            <a:extLst>
              <a:ext uri="{FF2B5EF4-FFF2-40B4-BE49-F238E27FC236}">
                <a16:creationId xmlns:a16="http://schemas.microsoft.com/office/drawing/2014/main" id="{03895D5A-7D35-47DE-8052-C82ED464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7289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5" name="Rectangle 35">
            <a:extLst>
              <a:ext uri="{FF2B5EF4-FFF2-40B4-BE49-F238E27FC236}">
                <a16:creationId xmlns:a16="http://schemas.microsoft.com/office/drawing/2014/main" id="{553123ED-EBCA-4F81-9A34-E42BE7626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4146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6" name="Rectangle 36">
            <a:extLst>
              <a:ext uri="{FF2B5EF4-FFF2-40B4-BE49-F238E27FC236}">
                <a16:creationId xmlns:a16="http://schemas.microsoft.com/office/drawing/2014/main" id="{B521152D-C7D9-49F7-BF79-AF60AEDC8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13518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7" name="Rectangle 37">
            <a:extLst>
              <a:ext uri="{FF2B5EF4-FFF2-40B4-BE49-F238E27FC236}">
                <a16:creationId xmlns:a16="http://schemas.microsoft.com/office/drawing/2014/main" id="{B6892C10-E32E-44D4-8CBC-6CB4C348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72891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8" name="Rectangle 38">
            <a:extLst>
              <a:ext uri="{FF2B5EF4-FFF2-40B4-BE49-F238E27FC236}">
                <a16:creationId xmlns:a16="http://schemas.microsoft.com/office/drawing/2014/main" id="{0FB0B5A5-F324-4BBE-A550-0AE934697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332263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89" name="Rectangle 39">
            <a:extLst>
              <a:ext uri="{FF2B5EF4-FFF2-40B4-BE49-F238E27FC236}">
                <a16:creationId xmlns:a16="http://schemas.microsoft.com/office/drawing/2014/main" id="{2D821EB4-DCE5-4246-92CA-EBDAF7701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33226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0" name="Freeform 40">
            <a:extLst>
              <a:ext uri="{FF2B5EF4-FFF2-40B4-BE49-F238E27FC236}">
                <a16:creationId xmlns:a16="http://schemas.microsoft.com/office/drawing/2014/main" id="{2EC5E4FA-0A9B-4296-92B3-56EC434D0E74}"/>
              </a:ext>
            </a:extLst>
          </p:cNvPr>
          <p:cNvSpPr>
            <a:spLocks/>
          </p:cNvSpPr>
          <p:nvPr/>
        </p:nvSpPr>
        <p:spPr bwMode="auto">
          <a:xfrm>
            <a:off x="3240088" y="1435100"/>
            <a:ext cx="1062037" cy="474663"/>
          </a:xfrm>
          <a:custGeom>
            <a:avLst/>
            <a:gdLst>
              <a:gd name="T0" fmla="*/ 0 w 1217"/>
              <a:gd name="T1" fmla="*/ 2147483646 h 544"/>
              <a:gd name="T2" fmla="*/ 2147483646 w 1217"/>
              <a:gd name="T3" fmla="*/ 2147483646 h 544"/>
              <a:gd name="T4" fmla="*/ 2147483646 w 1217"/>
              <a:gd name="T5" fmla="*/ 2147483646 h 544"/>
              <a:gd name="T6" fmla="*/ 2147483646 w 1217"/>
              <a:gd name="T7" fmla="*/ 2147483646 h 544"/>
              <a:gd name="T8" fmla="*/ 2147483646 w 1217"/>
              <a:gd name="T9" fmla="*/ 2147483646 h 544"/>
              <a:gd name="T10" fmla="*/ 2147483646 w 1217"/>
              <a:gd name="T11" fmla="*/ 2147483646 h 544"/>
              <a:gd name="T12" fmla="*/ 2147483646 w 1217"/>
              <a:gd name="T13" fmla="*/ 2147483646 h 544"/>
              <a:gd name="T14" fmla="*/ 2147483646 w 1217"/>
              <a:gd name="T15" fmla="*/ 2147483646 h 544"/>
              <a:gd name="T16" fmla="*/ 2147483646 w 1217"/>
              <a:gd name="T17" fmla="*/ 2147483646 h 544"/>
              <a:gd name="T18" fmla="*/ 2147483646 w 1217"/>
              <a:gd name="T19" fmla="*/ 2147483646 h 544"/>
              <a:gd name="T20" fmla="*/ 2147483646 w 1217"/>
              <a:gd name="T21" fmla="*/ 0 h 544"/>
              <a:gd name="T22" fmla="*/ 2147483646 w 1217"/>
              <a:gd name="T23" fmla="*/ 0 h 544"/>
              <a:gd name="T24" fmla="*/ 2147483646 w 1217"/>
              <a:gd name="T25" fmla="*/ 2147483646 h 544"/>
              <a:gd name="T26" fmla="*/ 2147483646 w 1217"/>
              <a:gd name="T27" fmla="*/ 2147483646 h 544"/>
              <a:gd name="T28" fmla="*/ 2147483646 w 1217"/>
              <a:gd name="T29" fmla="*/ 2147483646 h 544"/>
              <a:gd name="T30" fmla="*/ 2147483646 w 1217"/>
              <a:gd name="T31" fmla="*/ 2147483646 h 544"/>
              <a:gd name="T32" fmla="*/ 2147483646 w 1217"/>
              <a:gd name="T33" fmla="*/ 2147483646 h 544"/>
              <a:gd name="T34" fmla="*/ 2147483646 w 1217"/>
              <a:gd name="T35" fmla="*/ 2147483646 h 544"/>
              <a:gd name="T36" fmla="*/ 2147483646 w 1217"/>
              <a:gd name="T37" fmla="*/ 2147483646 h 544"/>
              <a:gd name="T38" fmla="*/ 2147483646 w 1217"/>
              <a:gd name="T39" fmla="*/ 2147483646 h 544"/>
              <a:gd name="T40" fmla="*/ 2147483646 w 1217"/>
              <a:gd name="T41" fmla="*/ 2147483646 h 544"/>
              <a:gd name="T42" fmla="*/ 2147483646 w 1217"/>
              <a:gd name="T43" fmla="*/ 2147483646 h 544"/>
              <a:gd name="T44" fmla="*/ 2147483646 w 1217"/>
              <a:gd name="T45" fmla="*/ 2147483646 h 544"/>
              <a:gd name="T46" fmla="*/ 2147483646 w 1217"/>
              <a:gd name="T47" fmla="*/ 2147483646 h 544"/>
              <a:gd name="T48" fmla="*/ 2147483646 w 1217"/>
              <a:gd name="T49" fmla="*/ 2147483646 h 544"/>
              <a:gd name="T50" fmla="*/ 2147483646 w 1217"/>
              <a:gd name="T51" fmla="*/ 2147483646 h 544"/>
              <a:gd name="T52" fmla="*/ 2147483646 w 1217"/>
              <a:gd name="T53" fmla="*/ 2147483646 h 544"/>
              <a:gd name="T54" fmla="*/ 2147483646 w 1217"/>
              <a:gd name="T55" fmla="*/ 2147483646 h 544"/>
              <a:gd name="T56" fmla="*/ 2147483646 w 1217"/>
              <a:gd name="T57" fmla="*/ 2147483646 h 544"/>
              <a:gd name="T58" fmla="*/ 2147483646 w 1217"/>
              <a:gd name="T59" fmla="*/ 2147483646 h 544"/>
              <a:gd name="T60" fmla="*/ 2147483646 w 1217"/>
              <a:gd name="T61" fmla="*/ 2147483646 h 544"/>
              <a:gd name="T62" fmla="*/ 2147483646 w 1217"/>
              <a:gd name="T63" fmla="*/ 2147483646 h 544"/>
              <a:gd name="T64" fmla="*/ 2147483646 w 1217"/>
              <a:gd name="T65" fmla="*/ 2147483646 h 544"/>
              <a:gd name="T66" fmla="*/ 2147483646 w 1217"/>
              <a:gd name="T67" fmla="*/ 2147483646 h 544"/>
              <a:gd name="T68" fmla="*/ 2147483646 w 1217"/>
              <a:gd name="T69" fmla="*/ 2147483646 h 544"/>
              <a:gd name="T70" fmla="*/ 2147483646 w 1217"/>
              <a:gd name="T71" fmla="*/ 2147483646 h 544"/>
              <a:gd name="T72" fmla="*/ 2147483646 w 1217"/>
              <a:gd name="T73" fmla="*/ 2147483646 h 544"/>
              <a:gd name="T74" fmla="*/ 2147483646 w 1217"/>
              <a:gd name="T75" fmla="*/ 2147483646 h 544"/>
              <a:gd name="T76" fmla="*/ 2147483646 w 1217"/>
              <a:gd name="T77" fmla="*/ 2147483646 h 544"/>
              <a:gd name="T78" fmla="*/ 2147483646 w 1217"/>
              <a:gd name="T79" fmla="*/ 2147483646 h 544"/>
              <a:gd name="T80" fmla="*/ 2147483646 w 1217"/>
              <a:gd name="T81" fmla="*/ 2147483646 h 544"/>
              <a:gd name="T82" fmla="*/ 2147483646 w 1217"/>
              <a:gd name="T83" fmla="*/ 2147483646 h 544"/>
              <a:gd name="T84" fmla="*/ 2147483646 w 1217"/>
              <a:gd name="T85" fmla="*/ 2147483646 h 544"/>
              <a:gd name="T86" fmla="*/ 2147483646 w 1217"/>
              <a:gd name="T87" fmla="*/ 2147483646 h 544"/>
              <a:gd name="T88" fmla="*/ 0 w 1217"/>
              <a:gd name="T89" fmla="*/ 2147483646 h 54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17" h="544">
                <a:moveTo>
                  <a:pt x="0" y="270"/>
                </a:moveTo>
                <a:lnTo>
                  <a:pt x="0" y="272"/>
                </a:lnTo>
                <a:lnTo>
                  <a:pt x="0" y="258"/>
                </a:lnTo>
                <a:lnTo>
                  <a:pt x="2" y="243"/>
                </a:lnTo>
                <a:lnTo>
                  <a:pt x="4" y="230"/>
                </a:lnTo>
                <a:lnTo>
                  <a:pt x="5" y="218"/>
                </a:lnTo>
                <a:lnTo>
                  <a:pt x="8" y="203"/>
                </a:lnTo>
                <a:lnTo>
                  <a:pt x="13" y="190"/>
                </a:lnTo>
                <a:lnTo>
                  <a:pt x="16" y="178"/>
                </a:lnTo>
                <a:lnTo>
                  <a:pt x="21" y="166"/>
                </a:lnTo>
                <a:lnTo>
                  <a:pt x="28" y="154"/>
                </a:lnTo>
                <a:lnTo>
                  <a:pt x="32" y="142"/>
                </a:lnTo>
                <a:lnTo>
                  <a:pt x="40" y="131"/>
                </a:lnTo>
                <a:lnTo>
                  <a:pt x="47" y="120"/>
                </a:lnTo>
                <a:lnTo>
                  <a:pt x="55" y="109"/>
                </a:lnTo>
                <a:lnTo>
                  <a:pt x="63" y="99"/>
                </a:lnTo>
                <a:lnTo>
                  <a:pt x="71" y="88"/>
                </a:lnTo>
                <a:lnTo>
                  <a:pt x="80" y="78"/>
                </a:lnTo>
                <a:lnTo>
                  <a:pt x="90" y="70"/>
                </a:lnTo>
                <a:lnTo>
                  <a:pt x="100" y="62"/>
                </a:lnTo>
                <a:lnTo>
                  <a:pt x="109" y="53"/>
                </a:lnTo>
                <a:lnTo>
                  <a:pt x="120" y="46"/>
                </a:lnTo>
                <a:lnTo>
                  <a:pt x="132" y="38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80" y="16"/>
                </a:lnTo>
                <a:lnTo>
                  <a:pt x="191" y="11"/>
                </a:lnTo>
                <a:lnTo>
                  <a:pt x="205" y="8"/>
                </a:lnTo>
                <a:lnTo>
                  <a:pt x="218" y="5"/>
                </a:lnTo>
                <a:lnTo>
                  <a:pt x="231" y="3"/>
                </a:lnTo>
                <a:lnTo>
                  <a:pt x="245" y="2"/>
                </a:lnTo>
                <a:lnTo>
                  <a:pt x="258" y="0"/>
                </a:lnTo>
                <a:lnTo>
                  <a:pt x="273" y="0"/>
                </a:lnTo>
                <a:lnTo>
                  <a:pt x="945" y="0"/>
                </a:lnTo>
                <a:lnTo>
                  <a:pt x="958" y="0"/>
                </a:lnTo>
                <a:lnTo>
                  <a:pt x="972" y="2"/>
                </a:lnTo>
                <a:lnTo>
                  <a:pt x="987" y="3"/>
                </a:lnTo>
                <a:lnTo>
                  <a:pt x="999" y="5"/>
                </a:lnTo>
                <a:lnTo>
                  <a:pt x="1012" y="8"/>
                </a:lnTo>
                <a:lnTo>
                  <a:pt x="1025" y="11"/>
                </a:lnTo>
                <a:lnTo>
                  <a:pt x="1038" y="16"/>
                </a:lnTo>
                <a:lnTo>
                  <a:pt x="1051" y="21"/>
                </a:lnTo>
                <a:lnTo>
                  <a:pt x="1062" y="26"/>
                </a:lnTo>
                <a:lnTo>
                  <a:pt x="1075" y="32"/>
                </a:lnTo>
                <a:lnTo>
                  <a:pt x="1086" y="38"/>
                </a:lnTo>
                <a:lnTo>
                  <a:pt x="1097" y="46"/>
                </a:lnTo>
                <a:lnTo>
                  <a:pt x="1108" y="53"/>
                </a:lnTo>
                <a:lnTo>
                  <a:pt x="1118" y="62"/>
                </a:lnTo>
                <a:lnTo>
                  <a:pt x="1127" y="70"/>
                </a:lnTo>
                <a:lnTo>
                  <a:pt x="1137" y="78"/>
                </a:lnTo>
                <a:lnTo>
                  <a:pt x="1147" y="88"/>
                </a:lnTo>
                <a:lnTo>
                  <a:pt x="1155" y="99"/>
                </a:lnTo>
                <a:lnTo>
                  <a:pt x="1163" y="109"/>
                </a:lnTo>
                <a:lnTo>
                  <a:pt x="1171" y="120"/>
                </a:lnTo>
                <a:lnTo>
                  <a:pt x="1177" y="131"/>
                </a:lnTo>
                <a:lnTo>
                  <a:pt x="1183" y="142"/>
                </a:lnTo>
                <a:lnTo>
                  <a:pt x="1190" y="154"/>
                </a:lnTo>
                <a:lnTo>
                  <a:pt x="1196" y="166"/>
                </a:lnTo>
                <a:lnTo>
                  <a:pt x="1201" y="178"/>
                </a:lnTo>
                <a:lnTo>
                  <a:pt x="1204" y="190"/>
                </a:lnTo>
                <a:lnTo>
                  <a:pt x="1209" y="203"/>
                </a:lnTo>
                <a:lnTo>
                  <a:pt x="1211" y="218"/>
                </a:lnTo>
                <a:lnTo>
                  <a:pt x="1214" y="230"/>
                </a:lnTo>
                <a:lnTo>
                  <a:pt x="1215" y="243"/>
                </a:lnTo>
                <a:lnTo>
                  <a:pt x="1217" y="258"/>
                </a:lnTo>
                <a:lnTo>
                  <a:pt x="1217" y="272"/>
                </a:lnTo>
                <a:lnTo>
                  <a:pt x="1217" y="270"/>
                </a:lnTo>
                <a:lnTo>
                  <a:pt x="1217" y="285"/>
                </a:lnTo>
                <a:lnTo>
                  <a:pt x="1215" y="299"/>
                </a:lnTo>
                <a:lnTo>
                  <a:pt x="1214" y="312"/>
                </a:lnTo>
                <a:lnTo>
                  <a:pt x="1211" y="326"/>
                </a:lnTo>
                <a:lnTo>
                  <a:pt x="1209" y="339"/>
                </a:lnTo>
                <a:lnTo>
                  <a:pt x="1204" y="352"/>
                </a:lnTo>
                <a:lnTo>
                  <a:pt x="1201" y="365"/>
                </a:lnTo>
                <a:lnTo>
                  <a:pt x="1196" y="378"/>
                </a:lnTo>
                <a:lnTo>
                  <a:pt x="1190" y="389"/>
                </a:lnTo>
                <a:lnTo>
                  <a:pt x="1183" y="402"/>
                </a:lnTo>
                <a:lnTo>
                  <a:pt x="1177" y="413"/>
                </a:lnTo>
                <a:lnTo>
                  <a:pt x="1171" y="424"/>
                </a:lnTo>
                <a:lnTo>
                  <a:pt x="1163" y="434"/>
                </a:lnTo>
                <a:lnTo>
                  <a:pt x="1155" y="445"/>
                </a:lnTo>
                <a:lnTo>
                  <a:pt x="1147" y="454"/>
                </a:lnTo>
                <a:lnTo>
                  <a:pt x="1137" y="464"/>
                </a:lnTo>
                <a:lnTo>
                  <a:pt x="1127" y="472"/>
                </a:lnTo>
                <a:lnTo>
                  <a:pt x="1118" y="482"/>
                </a:lnTo>
                <a:lnTo>
                  <a:pt x="1108" y="490"/>
                </a:lnTo>
                <a:lnTo>
                  <a:pt x="1097" y="498"/>
                </a:lnTo>
                <a:lnTo>
                  <a:pt x="1086" y="504"/>
                </a:lnTo>
                <a:lnTo>
                  <a:pt x="1075" y="511"/>
                </a:lnTo>
                <a:lnTo>
                  <a:pt x="1062" y="517"/>
                </a:lnTo>
                <a:lnTo>
                  <a:pt x="1051" y="522"/>
                </a:lnTo>
                <a:lnTo>
                  <a:pt x="1038" y="527"/>
                </a:lnTo>
                <a:lnTo>
                  <a:pt x="1025" y="531"/>
                </a:lnTo>
                <a:lnTo>
                  <a:pt x="1012" y="535"/>
                </a:lnTo>
                <a:lnTo>
                  <a:pt x="999" y="538"/>
                </a:lnTo>
                <a:lnTo>
                  <a:pt x="987" y="541"/>
                </a:lnTo>
                <a:lnTo>
                  <a:pt x="972" y="543"/>
                </a:lnTo>
                <a:lnTo>
                  <a:pt x="958" y="543"/>
                </a:lnTo>
                <a:lnTo>
                  <a:pt x="945" y="544"/>
                </a:lnTo>
                <a:lnTo>
                  <a:pt x="273" y="544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1"/>
                </a:lnTo>
                <a:lnTo>
                  <a:pt x="180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2" y="504"/>
                </a:lnTo>
                <a:lnTo>
                  <a:pt x="120" y="498"/>
                </a:lnTo>
                <a:lnTo>
                  <a:pt x="109" y="490"/>
                </a:lnTo>
                <a:lnTo>
                  <a:pt x="100" y="482"/>
                </a:lnTo>
                <a:lnTo>
                  <a:pt x="90" y="472"/>
                </a:lnTo>
                <a:lnTo>
                  <a:pt x="80" y="464"/>
                </a:lnTo>
                <a:lnTo>
                  <a:pt x="71" y="454"/>
                </a:lnTo>
                <a:lnTo>
                  <a:pt x="63" y="445"/>
                </a:lnTo>
                <a:lnTo>
                  <a:pt x="55" y="434"/>
                </a:lnTo>
                <a:lnTo>
                  <a:pt x="47" y="424"/>
                </a:lnTo>
                <a:lnTo>
                  <a:pt x="40" y="413"/>
                </a:lnTo>
                <a:lnTo>
                  <a:pt x="32" y="402"/>
                </a:lnTo>
                <a:lnTo>
                  <a:pt x="28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2"/>
                </a:lnTo>
                <a:lnTo>
                  <a:pt x="8" y="339"/>
                </a:lnTo>
                <a:lnTo>
                  <a:pt x="5" y="326"/>
                </a:lnTo>
                <a:lnTo>
                  <a:pt x="4" y="312"/>
                </a:lnTo>
                <a:lnTo>
                  <a:pt x="2" y="299"/>
                </a:lnTo>
                <a:lnTo>
                  <a:pt x="0" y="285"/>
                </a:lnTo>
                <a:lnTo>
                  <a:pt x="0" y="270"/>
                </a:lnTo>
                <a:close/>
              </a:path>
            </a:pathLst>
          </a:custGeom>
          <a:noFill/>
          <a:ln w="23876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1" name="Line 42">
            <a:extLst>
              <a:ext uri="{FF2B5EF4-FFF2-40B4-BE49-F238E27FC236}">
                <a16:creationId xmlns:a16="http://schemas.microsoft.com/office/drawing/2014/main" id="{CD67F350-208D-4F76-A964-62D2D2F34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2125" y="1657350"/>
            <a:ext cx="1647825" cy="317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2" name="Line 43">
            <a:extLst>
              <a:ext uri="{FF2B5EF4-FFF2-40B4-BE49-F238E27FC236}">
                <a16:creationId xmlns:a16="http://schemas.microsoft.com/office/drawing/2014/main" id="{9CEF0694-CEDE-43AD-AF24-761B4C9259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6488" y="2244725"/>
            <a:ext cx="1062037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3" name="Line 45">
            <a:extLst>
              <a:ext uri="{FF2B5EF4-FFF2-40B4-BE49-F238E27FC236}">
                <a16:creationId xmlns:a16="http://schemas.microsoft.com/office/drawing/2014/main" id="{4FED25A7-0867-4BFF-A8D9-14C363A272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2275" y="3838575"/>
            <a:ext cx="447675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4" name="Line 46">
            <a:extLst>
              <a:ext uri="{FF2B5EF4-FFF2-40B4-BE49-F238E27FC236}">
                <a16:creationId xmlns:a16="http://schemas.microsoft.com/office/drawing/2014/main" id="{B532A22C-DC61-4855-8D16-E3368D83BA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2275" y="2860675"/>
            <a:ext cx="447675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5" name="Freeform 47">
            <a:extLst>
              <a:ext uri="{FF2B5EF4-FFF2-40B4-BE49-F238E27FC236}">
                <a16:creationId xmlns:a16="http://schemas.microsoft.com/office/drawing/2014/main" id="{2865621B-638E-4C01-A951-C501F9A65206}"/>
              </a:ext>
            </a:extLst>
          </p:cNvPr>
          <p:cNvSpPr>
            <a:spLocks/>
          </p:cNvSpPr>
          <p:nvPr/>
        </p:nvSpPr>
        <p:spPr bwMode="auto">
          <a:xfrm>
            <a:off x="3825875" y="2020888"/>
            <a:ext cx="1090613" cy="476250"/>
          </a:xfrm>
          <a:custGeom>
            <a:avLst/>
            <a:gdLst>
              <a:gd name="T0" fmla="*/ 0 w 1248"/>
              <a:gd name="T1" fmla="*/ 2147483646 h 544"/>
              <a:gd name="T2" fmla="*/ 2147483646 w 1248"/>
              <a:gd name="T3" fmla="*/ 2147483646 h 544"/>
              <a:gd name="T4" fmla="*/ 2147483646 w 1248"/>
              <a:gd name="T5" fmla="*/ 2147483646 h 544"/>
              <a:gd name="T6" fmla="*/ 2147483646 w 1248"/>
              <a:gd name="T7" fmla="*/ 2147483646 h 544"/>
              <a:gd name="T8" fmla="*/ 2147483646 w 1248"/>
              <a:gd name="T9" fmla="*/ 2147483646 h 544"/>
              <a:gd name="T10" fmla="*/ 2147483646 w 1248"/>
              <a:gd name="T11" fmla="*/ 2147483646 h 544"/>
              <a:gd name="T12" fmla="*/ 2147483646 w 1248"/>
              <a:gd name="T13" fmla="*/ 2147483646 h 544"/>
              <a:gd name="T14" fmla="*/ 2147483646 w 1248"/>
              <a:gd name="T15" fmla="*/ 2147483646 h 544"/>
              <a:gd name="T16" fmla="*/ 2147483646 w 1248"/>
              <a:gd name="T17" fmla="*/ 2147483646 h 544"/>
              <a:gd name="T18" fmla="*/ 2147483646 w 1248"/>
              <a:gd name="T19" fmla="*/ 2147483646 h 544"/>
              <a:gd name="T20" fmla="*/ 2147483646 w 1248"/>
              <a:gd name="T21" fmla="*/ 0 h 544"/>
              <a:gd name="T22" fmla="*/ 2147483646 w 1248"/>
              <a:gd name="T23" fmla="*/ 0 h 544"/>
              <a:gd name="T24" fmla="*/ 2147483646 w 1248"/>
              <a:gd name="T25" fmla="*/ 2147483646 h 544"/>
              <a:gd name="T26" fmla="*/ 2147483646 w 1248"/>
              <a:gd name="T27" fmla="*/ 2147483646 h 544"/>
              <a:gd name="T28" fmla="*/ 2147483646 w 1248"/>
              <a:gd name="T29" fmla="*/ 2147483646 h 544"/>
              <a:gd name="T30" fmla="*/ 2147483646 w 1248"/>
              <a:gd name="T31" fmla="*/ 2147483646 h 544"/>
              <a:gd name="T32" fmla="*/ 2147483646 w 1248"/>
              <a:gd name="T33" fmla="*/ 2147483646 h 544"/>
              <a:gd name="T34" fmla="*/ 2147483646 w 1248"/>
              <a:gd name="T35" fmla="*/ 2147483646 h 544"/>
              <a:gd name="T36" fmla="*/ 2147483646 w 1248"/>
              <a:gd name="T37" fmla="*/ 2147483646 h 544"/>
              <a:gd name="T38" fmla="*/ 2147483646 w 1248"/>
              <a:gd name="T39" fmla="*/ 2147483646 h 544"/>
              <a:gd name="T40" fmla="*/ 2147483646 w 1248"/>
              <a:gd name="T41" fmla="*/ 2147483646 h 544"/>
              <a:gd name="T42" fmla="*/ 2147483646 w 1248"/>
              <a:gd name="T43" fmla="*/ 2147483646 h 544"/>
              <a:gd name="T44" fmla="*/ 2147483646 w 1248"/>
              <a:gd name="T45" fmla="*/ 2147483646 h 544"/>
              <a:gd name="T46" fmla="*/ 2147483646 w 1248"/>
              <a:gd name="T47" fmla="*/ 2147483646 h 544"/>
              <a:gd name="T48" fmla="*/ 2147483646 w 1248"/>
              <a:gd name="T49" fmla="*/ 2147483646 h 544"/>
              <a:gd name="T50" fmla="*/ 2147483646 w 1248"/>
              <a:gd name="T51" fmla="*/ 2147483646 h 544"/>
              <a:gd name="T52" fmla="*/ 2147483646 w 1248"/>
              <a:gd name="T53" fmla="*/ 2147483646 h 544"/>
              <a:gd name="T54" fmla="*/ 2147483646 w 1248"/>
              <a:gd name="T55" fmla="*/ 2147483646 h 544"/>
              <a:gd name="T56" fmla="*/ 2147483646 w 1248"/>
              <a:gd name="T57" fmla="*/ 2147483646 h 544"/>
              <a:gd name="T58" fmla="*/ 2147483646 w 1248"/>
              <a:gd name="T59" fmla="*/ 2147483646 h 544"/>
              <a:gd name="T60" fmla="*/ 2147483646 w 1248"/>
              <a:gd name="T61" fmla="*/ 2147483646 h 544"/>
              <a:gd name="T62" fmla="*/ 2147483646 w 1248"/>
              <a:gd name="T63" fmla="*/ 2147483646 h 544"/>
              <a:gd name="T64" fmla="*/ 2147483646 w 1248"/>
              <a:gd name="T65" fmla="*/ 2147483646 h 544"/>
              <a:gd name="T66" fmla="*/ 2147483646 w 1248"/>
              <a:gd name="T67" fmla="*/ 2147483646 h 544"/>
              <a:gd name="T68" fmla="*/ 2147483646 w 1248"/>
              <a:gd name="T69" fmla="*/ 2147483646 h 544"/>
              <a:gd name="T70" fmla="*/ 2147483646 w 1248"/>
              <a:gd name="T71" fmla="*/ 2147483646 h 544"/>
              <a:gd name="T72" fmla="*/ 2147483646 w 1248"/>
              <a:gd name="T73" fmla="*/ 2147483646 h 544"/>
              <a:gd name="T74" fmla="*/ 2147483646 w 1248"/>
              <a:gd name="T75" fmla="*/ 2147483646 h 544"/>
              <a:gd name="T76" fmla="*/ 2147483646 w 1248"/>
              <a:gd name="T77" fmla="*/ 2147483646 h 544"/>
              <a:gd name="T78" fmla="*/ 2147483646 w 1248"/>
              <a:gd name="T79" fmla="*/ 2147483646 h 544"/>
              <a:gd name="T80" fmla="*/ 2147483646 w 1248"/>
              <a:gd name="T81" fmla="*/ 2147483646 h 544"/>
              <a:gd name="T82" fmla="*/ 2147483646 w 1248"/>
              <a:gd name="T83" fmla="*/ 2147483646 h 544"/>
              <a:gd name="T84" fmla="*/ 2147483646 w 1248"/>
              <a:gd name="T85" fmla="*/ 2147483646 h 544"/>
              <a:gd name="T86" fmla="*/ 2147483646 w 1248"/>
              <a:gd name="T87" fmla="*/ 2147483646 h 544"/>
              <a:gd name="T88" fmla="*/ 0 w 1248"/>
              <a:gd name="T89" fmla="*/ 2147483646 h 54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8" h="544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1" y="243"/>
                </a:lnTo>
                <a:lnTo>
                  <a:pt x="3" y="231"/>
                </a:lnTo>
                <a:lnTo>
                  <a:pt x="5" y="218"/>
                </a:lnTo>
                <a:lnTo>
                  <a:pt x="8" y="203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1"/>
                </a:lnTo>
                <a:lnTo>
                  <a:pt x="46" y="120"/>
                </a:lnTo>
                <a:lnTo>
                  <a:pt x="54" y="109"/>
                </a:lnTo>
                <a:lnTo>
                  <a:pt x="62" y="99"/>
                </a:lnTo>
                <a:lnTo>
                  <a:pt x="70" y="88"/>
                </a:lnTo>
                <a:lnTo>
                  <a:pt x="80" y="79"/>
                </a:lnTo>
                <a:lnTo>
                  <a:pt x="89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2" y="32"/>
                </a:lnTo>
                <a:lnTo>
                  <a:pt x="153" y="26"/>
                </a:lnTo>
                <a:lnTo>
                  <a:pt x="166" y="21"/>
                </a:lnTo>
                <a:lnTo>
                  <a:pt x="179" y="16"/>
                </a:lnTo>
                <a:lnTo>
                  <a:pt x="190" y="11"/>
                </a:lnTo>
                <a:lnTo>
                  <a:pt x="205" y="8"/>
                </a:lnTo>
                <a:lnTo>
                  <a:pt x="217" y="5"/>
                </a:lnTo>
                <a:lnTo>
                  <a:pt x="230" y="3"/>
                </a:lnTo>
                <a:lnTo>
                  <a:pt x="245" y="2"/>
                </a:lnTo>
                <a:lnTo>
                  <a:pt x="257" y="0"/>
                </a:lnTo>
                <a:lnTo>
                  <a:pt x="272" y="0"/>
                </a:lnTo>
                <a:lnTo>
                  <a:pt x="976" y="0"/>
                </a:lnTo>
                <a:lnTo>
                  <a:pt x="989" y="0"/>
                </a:lnTo>
                <a:lnTo>
                  <a:pt x="1003" y="2"/>
                </a:lnTo>
                <a:lnTo>
                  <a:pt x="1018" y="3"/>
                </a:lnTo>
                <a:lnTo>
                  <a:pt x="1031" y="5"/>
                </a:lnTo>
                <a:lnTo>
                  <a:pt x="1043" y="8"/>
                </a:lnTo>
                <a:lnTo>
                  <a:pt x="1056" y="11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8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8" y="79"/>
                </a:lnTo>
                <a:lnTo>
                  <a:pt x="1178" y="88"/>
                </a:lnTo>
                <a:lnTo>
                  <a:pt x="1186" y="99"/>
                </a:lnTo>
                <a:lnTo>
                  <a:pt x="1194" y="109"/>
                </a:lnTo>
                <a:lnTo>
                  <a:pt x="1202" y="120"/>
                </a:lnTo>
                <a:lnTo>
                  <a:pt x="1208" y="131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2" y="178"/>
                </a:lnTo>
                <a:lnTo>
                  <a:pt x="1236" y="191"/>
                </a:lnTo>
                <a:lnTo>
                  <a:pt x="1240" y="203"/>
                </a:lnTo>
                <a:lnTo>
                  <a:pt x="1242" y="218"/>
                </a:lnTo>
                <a:lnTo>
                  <a:pt x="1245" y="231"/>
                </a:lnTo>
                <a:lnTo>
                  <a:pt x="1247" y="243"/>
                </a:lnTo>
                <a:lnTo>
                  <a:pt x="1248" y="258"/>
                </a:lnTo>
                <a:lnTo>
                  <a:pt x="1248" y="272"/>
                </a:lnTo>
                <a:lnTo>
                  <a:pt x="1248" y="271"/>
                </a:lnTo>
                <a:lnTo>
                  <a:pt x="1248" y="285"/>
                </a:lnTo>
                <a:lnTo>
                  <a:pt x="1247" y="299"/>
                </a:lnTo>
                <a:lnTo>
                  <a:pt x="1245" y="312"/>
                </a:lnTo>
                <a:lnTo>
                  <a:pt x="1242" y="327"/>
                </a:lnTo>
                <a:lnTo>
                  <a:pt x="1240" y="339"/>
                </a:lnTo>
                <a:lnTo>
                  <a:pt x="1236" y="352"/>
                </a:lnTo>
                <a:lnTo>
                  <a:pt x="1232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8" y="413"/>
                </a:lnTo>
                <a:lnTo>
                  <a:pt x="1202" y="424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8" y="464"/>
                </a:lnTo>
                <a:lnTo>
                  <a:pt x="1159" y="472"/>
                </a:lnTo>
                <a:lnTo>
                  <a:pt x="1149" y="482"/>
                </a:lnTo>
                <a:lnTo>
                  <a:pt x="1140" y="490"/>
                </a:lnTo>
                <a:lnTo>
                  <a:pt x="1128" y="498"/>
                </a:lnTo>
                <a:lnTo>
                  <a:pt x="1117" y="504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6" y="532"/>
                </a:lnTo>
                <a:lnTo>
                  <a:pt x="1043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3" y="543"/>
                </a:lnTo>
                <a:lnTo>
                  <a:pt x="989" y="543"/>
                </a:lnTo>
                <a:lnTo>
                  <a:pt x="976" y="544"/>
                </a:lnTo>
                <a:lnTo>
                  <a:pt x="272" y="544"/>
                </a:lnTo>
                <a:lnTo>
                  <a:pt x="257" y="543"/>
                </a:lnTo>
                <a:lnTo>
                  <a:pt x="245" y="543"/>
                </a:lnTo>
                <a:lnTo>
                  <a:pt x="230" y="541"/>
                </a:lnTo>
                <a:lnTo>
                  <a:pt x="217" y="538"/>
                </a:lnTo>
                <a:lnTo>
                  <a:pt x="205" y="535"/>
                </a:lnTo>
                <a:lnTo>
                  <a:pt x="190" y="532"/>
                </a:lnTo>
                <a:lnTo>
                  <a:pt x="179" y="527"/>
                </a:lnTo>
                <a:lnTo>
                  <a:pt x="166" y="522"/>
                </a:lnTo>
                <a:lnTo>
                  <a:pt x="153" y="517"/>
                </a:lnTo>
                <a:lnTo>
                  <a:pt x="142" y="511"/>
                </a:lnTo>
                <a:lnTo>
                  <a:pt x="131" y="504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89" y="472"/>
                </a:lnTo>
                <a:lnTo>
                  <a:pt x="80" y="464"/>
                </a:lnTo>
                <a:lnTo>
                  <a:pt x="70" y="455"/>
                </a:lnTo>
                <a:lnTo>
                  <a:pt x="62" y="445"/>
                </a:lnTo>
                <a:lnTo>
                  <a:pt x="54" y="434"/>
                </a:lnTo>
                <a:lnTo>
                  <a:pt x="46" y="424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2"/>
                </a:lnTo>
                <a:lnTo>
                  <a:pt x="8" y="339"/>
                </a:lnTo>
                <a:lnTo>
                  <a:pt x="5" y="327"/>
                </a:lnTo>
                <a:lnTo>
                  <a:pt x="3" y="312"/>
                </a:lnTo>
                <a:lnTo>
                  <a:pt x="1" y="299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6" name="Freeform 50">
            <a:extLst>
              <a:ext uri="{FF2B5EF4-FFF2-40B4-BE49-F238E27FC236}">
                <a16:creationId xmlns:a16="http://schemas.microsoft.com/office/drawing/2014/main" id="{0951A309-7C0A-4295-A8B0-D4A6AF8B5E4F}"/>
              </a:ext>
            </a:extLst>
          </p:cNvPr>
          <p:cNvSpPr>
            <a:spLocks/>
          </p:cNvSpPr>
          <p:nvPr/>
        </p:nvSpPr>
        <p:spPr bwMode="auto">
          <a:xfrm>
            <a:off x="4413250" y="2608263"/>
            <a:ext cx="1089025" cy="47625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7" name="Line 51">
            <a:extLst>
              <a:ext uri="{FF2B5EF4-FFF2-40B4-BE49-F238E27FC236}">
                <a16:creationId xmlns:a16="http://schemas.microsoft.com/office/drawing/2014/main" id="{E986E5EE-7D6B-43BA-B0B6-24AD73165E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4750" y="3838575"/>
            <a:ext cx="1341438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8" name="Freeform 52">
            <a:extLst>
              <a:ext uri="{FF2B5EF4-FFF2-40B4-BE49-F238E27FC236}">
                <a16:creationId xmlns:a16="http://schemas.microsoft.com/office/drawing/2014/main" id="{BF19BC42-A11C-4138-9126-06F2F79AA835}"/>
              </a:ext>
            </a:extLst>
          </p:cNvPr>
          <p:cNvSpPr>
            <a:spLocks/>
          </p:cNvSpPr>
          <p:nvPr/>
        </p:nvSpPr>
        <p:spPr bwMode="auto">
          <a:xfrm>
            <a:off x="5043488" y="3251200"/>
            <a:ext cx="446087" cy="592138"/>
          </a:xfrm>
          <a:custGeom>
            <a:avLst/>
            <a:gdLst>
              <a:gd name="T0" fmla="*/ 2147483646 w 511"/>
              <a:gd name="T1" fmla="*/ 2147483646 h 679"/>
              <a:gd name="T2" fmla="*/ 2147483646 w 511"/>
              <a:gd name="T3" fmla="*/ 2147483646 h 679"/>
              <a:gd name="T4" fmla="*/ 2147483646 w 511"/>
              <a:gd name="T5" fmla="*/ 2147483646 h 679"/>
              <a:gd name="T6" fmla="*/ 2147483646 w 511"/>
              <a:gd name="T7" fmla="*/ 2147483646 h 679"/>
              <a:gd name="T8" fmla="*/ 2147483646 w 511"/>
              <a:gd name="T9" fmla="*/ 2147483646 h 679"/>
              <a:gd name="T10" fmla="*/ 2147483646 w 511"/>
              <a:gd name="T11" fmla="*/ 2147483646 h 679"/>
              <a:gd name="T12" fmla="*/ 2147483646 w 511"/>
              <a:gd name="T13" fmla="*/ 2147483646 h 679"/>
              <a:gd name="T14" fmla="*/ 2147483646 w 511"/>
              <a:gd name="T15" fmla="*/ 2147483646 h 679"/>
              <a:gd name="T16" fmla="*/ 2147483646 w 511"/>
              <a:gd name="T17" fmla="*/ 2147483646 h 679"/>
              <a:gd name="T18" fmla="*/ 2147483646 w 511"/>
              <a:gd name="T19" fmla="*/ 2147483646 h 679"/>
              <a:gd name="T20" fmla="*/ 2147483646 w 511"/>
              <a:gd name="T21" fmla="*/ 2147483646 h 679"/>
              <a:gd name="T22" fmla="*/ 2147483646 w 511"/>
              <a:gd name="T23" fmla="*/ 2147483646 h 679"/>
              <a:gd name="T24" fmla="*/ 2147483646 w 511"/>
              <a:gd name="T25" fmla="*/ 2147483646 h 679"/>
              <a:gd name="T26" fmla="*/ 2147483646 w 511"/>
              <a:gd name="T27" fmla="*/ 2147483646 h 679"/>
              <a:gd name="T28" fmla="*/ 2147483646 w 511"/>
              <a:gd name="T29" fmla="*/ 2147483646 h 679"/>
              <a:gd name="T30" fmla="*/ 2147483646 w 511"/>
              <a:gd name="T31" fmla="*/ 2147483646 h 679"/>
              <a:gd name="T32" fmla="*/ 2147483646 w 511"/>
              <a:gd name="T33" fmla="*/ 2147483646 h 679"/>
              <a:gd name="T34" fmla="*/ 2147483646 w 511"/>
              <a:gd name="T35" fmla="*/ 2147483646 h 679"/>
              <a:gd name="T36" fmla="*/ 2147483646 w 511"/>
              <a:gd name="T37" fmla="*/ 0 h 679"/>
              <a:gd name="T38" fmla="*/ 2147483646 w 511"/>
              <a:gd name="T39" fmla="*/ 0 h 679"/>
              <a:gd name="T40" fmla="*/ 2147483646 w 511"/>
              <a:gd name="T41" fmla="*/ 0 h 679"/>
              <a:gd name="T42" fmla="*/ 2147483646 w 511"/>
              <a:gd name="T43" fmla="*/ 0 h 679"/>
              <a:gd name="T44" fmla="*/ 2147483646 w 511"/>
              <a:gd name="T45" fmla="*/ 0 h 679"/>
              <a:gd name="T46" fmla="*/ 2147483646 w 511"/>
              <a:gd name="T47" fmla="*/ 0 h 679"/>
              <a:gd name="T48" fmla="*/ 2147483646 w 511"/>
              <a:gd name="T49" fmla="*/ 0 h 679"/>
              <a:gd name="T50" fmla="*/ 2147483646 w 511"/>
              <a:gd name="T51" fmla="*/ 0 h 679"/>
              <a:gd name="T52" fmla="*/ 2147483646 w 511"/>
              <a:gd name="T53" fmla="*/ 0 h 679"/>
              <a:gd name="T54" fmla="*/ 2147483646 w 511"/>
              <a:gd name="T55" fmla="*/ 2147483646 h 679"/>
              <a:gd name="T56" fmla="*/ 2147483646 w 511"/>
              <a:gd name="T57" fmla="*/ 2147483646 h 679"/>
              <a:gd name="T58" fmla="*/ 2147483646 w 511"/>
              <a:gd name="T59" fmla="*/ 2147483646 h 679"/>
              <a:gd name="T60" fmla="*/ 2147483646 w 511"/>
              <a:gd name="T61" fmla="*/ 2147483646 h 679"/>
              <a:gd name="T62" fmla="*/ 2147483646 w 511"/>
              <a:gd name="T63" fmla="*/ 2147483646 h 679"/>
              <a:gd name="T64" fmla="*/ 2147483646 w 511"/>
              <a:gd name="T65" fmla="*/ 2147483646 h 679"/>
              <a:gd name="T66" fmla="*/ 2147483646 w 511"/>
              <a:gd name="T67" fmla="*/ 2147483646 h 679"/>
              <a:gd name="T68" fmla="*/ 2147483646 w 511"/>
              <a:gd name="T69" fmla="*/ 2147483646 h 679"/>
              <a:gd name="T70" fmla="*/ 2147483646 w 511"/>
              <a:gd name="T71" fmla="*/ 2147483646 h 679"/>
              <a:gd name="T72" fmla="*/ 2147483646 w 511"/>
              <a:gd name="T73" fmla="*/ 2147483646 h 679"/>
              <a:gd name="T74" fmla="*/ 2147483646 w 511"/>
              <a:gd name="T75" fmla="*/ 2147483646 h 679"/>
              <a:gd name="T76" fmla="*/ 2147483646 w 511"/>
              <a:gd name="T77" fmla="*/ 2147483646 h 679"/>
              <a:gd name="T78" fmla="*/ 0 w 511"/>
              <a:gd name="T79" fmla="*/ 2147483646 h 679"/>
              <a:gd name="T80" fmla="*/ 0 w 511"/>
              <a:gd name="T81" fmla="*/ 2147483646 h 679"/>
              <a:gd name="T82" fmla="*/ 0 w 511"/>
              <a:gd name="T83" fmla="*/ 2147483646 h 679"/>
              <a:gd name="T84" fmla="*/ 0 w 511"/>
              <a:gd name="T85" fmla="*/ 2147483646 h 679"/>
              <a:gd name="T86" fmla="*/ 0 w 511"/>
              <a:gd name="T87" fmla="*/ 2147483646 h 679"/>
              <a:gd name="T88" fmla="*/ 0 w 511"/>
              <a:gd name="T89" fmla="*/ 2147483646 h 679"/>
              <a:gd name="T90" fmla="*/ 0 w 511"/>
              <a:gd name="T91" fmla="*/ 2147483646 h 679"/>
              <a:gd name="T92" fmla="*/ 0 w 511"/>
              <a:gd name="T93" fmla="*/ 2147483646 h 679"/>
              <a:gd name="T94" fmla="*/ 0 w 511"/>
              <a:gd name="T95" fmla="*/ 2147483646 h 679"/>
              <a:gd name="T96" fmla="*/ 0 w 511"/>
              <a:gd name="T97" fmla="*/ 2147483646 h 679"/>
              <a:gd name="T98" fmla="*/ 0 w 511"/>
              <a:gd name="T99" fmla="*/ 2147483646 h 679"/>
              <a:gd name="T100" fmla="*/ 0 w 511"/>
              <a:gd name="T101" fmla="*/ 2147483646 h 679"/>
              <a:gd name="T102" fmla="*/ 0 w 511"/>
              <a:gd name="T103" fmla="*/ 2147483646 h 679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1" h="679">
                <a:moveTo>
                  <a:pt x="511" y="679"/>
                </a:moveTo>
                <a:lnTo>
                  <a:pt x="511" y="639"/>
                </a:lnTo>
                <a:lnTo>
                  <a:pt x="511" y="599"/>
                </a:lnTo>
                <a:lnTo>
                  <a:pt x="511" y="563"/>
                </a:lnTo>
                <a:lnTo>
                  <a:pt x="511" y="530"/>
                </a:lnTo>
                <a:lnTo>
                  <a:pt x="511" y="498"/>
                </a:lnTo>
                <a:lnTo>
                  <a:pt x="511" y="469"/>
                </a:lnTo>
                <a:lnTo>
                  <a:pt x="511" y="442"/>
                </a:lnTo>
                <a:lnTo>
                  <a:pt x="511" y="416"/>
                </a:lnTo>
                <a:lnTo>
                  <a:pt x="511" y="394"/>
                </a:lnTo>
                <a:lnTo>
                  <a:pt x="511" y="371"/>
                </a:lnTo>
                <a:lnTo>
                  <a:pt x="511" y="352"/>
                </a:lnTo>
                <a:lnTo>
                  <a:pt x="511" y="335"/>
                </a:lnTo>
                <a:lnTo>
                  <a:pt x="511" y="317"/>
                </a:lnTo>
                <a:lnTo>
                  <a:pt x="511" y="303"/>
                </a:lnTo>
                <a:lnTo>
                  <a:pt x="511" y="288"/>
                </a:lnTo>
                <a:lnTo>
                  <a:pt x="511" y="277"/>
                </a:lnTo>
                <a:lnTo>
                  <a:pt x="511" y="264"/>
                </a:lnTo>
                <a:lnTo>
                  <a:pt x="511" y="255"/>
                </a:lnTo>
                <a:lnTo>
                  <a:pt x="511" y="245"/>
                </a:lnTo>
                <a:lnTo>
                  <a:pt x="511" y="237"/>
                </a:lnTo>
                <a:lnTo>
                  <a:pt x="511" y="229"/>
                </a:lnTo>
                <a:lnTo>
                  <a:pt x="511" y="223"/>
                </a:lnTo>
                <a:lnTo>
                  <a:pt x="511" y="216"/>
                </a:lnTo>
                <a:lnTo>
                  <a:pt x="511" y="210"/>
                </a:lnTo>
                <a:lnTo>
                  <a:pt x="511" y="205"/>
                </a:lnTo>
                <a:lnTo>
                  <a:pt x="511" y="200"/>
                </a:lnTo>
                <a:lnTo>
                  <a:pt x="511" y="194"/>
                </a:lnTo>
                <a:lnTo>
                  <a:pt x="511" y="189"/>
                </a:lnTo>
                <a:lnTo>
                  <a:pt x="511" y="186"/>
                </a:lnTo>
                <a:lnTo>
                  <a:pt x="511" y="181"/>
                </a:lnTo>
                <a:lnTo>
                  <a:pt x="511" y="174"/>
                </a:lnTo>
                <a:lnTo>
                  <a:pt x="511" y="170"/>
                </a:lnTo>
                <a:lnTo>
                  <a:pt x="511" y="165"/>
                </a:lnTo>
                <a:lnTo>
                  <a:pt x="511" y="160"/>
                </a:lnTo>
                <a:lnTo>
                  <a:pt x="511" y="155"/>
                </a:lnTo>
                <a:lnTo>
                  <a:pt x="511" y="152"/>
                </a:lnTo>
                <a:lnTo>
                  <a:pt x="511" y="147"/>
                </a:lnTo>
                <a:lnTo>
                  <a:pt x="511" y="144"/>
                </a:lnTo>
                <a:lnTo>
                  <a:pt x="511" y="139"/>
                </a:lnTo>
                <a:lnTo>
                  <a:pt x="511" y="136"/>
                </a:lnTo>
                <a:lnTo>
                  <a:pt x="509" y="133"/>
                </a:lnTo>
                <a:lnTo>
                  <a:pt x="509" y="130"/>
                </a:lnTo>
                <a:lnTo>
                  <a:pt x="509" y="128"/>
                </a:lnTo>
                <a:lnTo>
                  <a:pt x="507" y="125"/>
                </a:lnTo>
                <a:lnTo>
                  <a:pt x="507" y="122"/>
                </a:lnTo>
                <a:lnTo>
                  <a:pt x="506" y="118"/>
                </a:lnTo>
                <a:lnTo>
                  <a:pt x="504" y="117"/>
                </a:lnTo>
                <a:lnTo>
                  <a:pt x="503" y="114"/>
                </a:lnTo>
                <a:lnTo>
                  <a:pt x="501" y="110"/>
                </a:lnTo>
                <a:lnTo>
                  <a:pt x="499" y="109"/>
                </a:lnTo>
                <a:lnTo>
                  <a:pt x="498" y="106"/>
                </a:lnTo>
                <a:lnTo>
                  <a:pt x="496" y="102"/>
                </a:lnTo>
                <a:lnTo>
                  <a:pt x="493" y="99"/>
                </a:lnTo>
                <a:lnTo>
                  <a:pt x="490" y="98"/>
                </a:lnTo>
                <a:lnTo>
                  <a:pt x="488" y="94"/>
                </a:lnTo>
                <a:lnTo>
                  <a:pt x="483" y="91"/>
                </a:lnTo>
                <a:lnTo>
                  <a:pt x="480" y="88"/>
                </a:lnTo>
                <a:lnTo>
                  <a:pt x="477" y="83"/>
                </a:lnTo>
                <a:lnTo>
                  <a:pt x="472" y="80"/>
                </a:lnTo>
                <a:lnTo>
                  <a:pt x="469" y="75"/>
                </a:lnTo>
                <a:lnTo>
                  <a:pt x="464" y="72"/>
                </a:lnTo>
                <a:lnTo>
                  <a:pt x="458" y="67"/>
                </a:lnTo>
                <a:lnTo>
                  <a:pt x="453" y="62"/>
                </a:lnTo>
                <a:lnTo>
                  <a:pt x="447" y="58"/>
                </a:lnTo>
                <a:lnTo>
                  <a:pt x="442" y="51"/>
                </a:lnTo>
                <a:lnTo>
                  <a:pt x="435" y="46"/>
                </a:lnTo>
                <a:lnTo>
                  <a:pt x="431" y="43"/>
                </a:lnTo>
                <a:lnTo>
                  <a:pt x="426" y="38"/>
                </a:lnTo>
                <a:lnTo>
                  <a:pt x="421" y="35"/>
                </a:lnTo>
                <a:lnTo>
                  <a:pt x="418" y="30"/>
                </a:lnTo>
                <a:lnTo>
                  <a:pt x="413" y="27"/>
                </a:lnTo>
                <a:lnTo>
                  <a:pt x="410" y="24"/>
                </a:lnTo>
                <a:lnTo>
                  <a:pt x="407" y="21"/>
                </a:lnTo>
                <a:lnTo>
                  <a:pt x="402" y="19"/>
                </a:lnTo>
                <a:lnTo>
                  <a:pt x="399" y="16"/>
                </a:lnTo>
                <a:lnTo>
                  <a:pt x="395" y="14"/>
                </a:lnTo>
                <a:lnTo>
                  <a:pt x="392" y="13"/>
                </a:lnTo>
                <a:lnTo>
                  <a:pt x="389" y="11"/>
                </a:lnTo>
                <a:lnTo>
                  <a:pt x="387" y="10"/>
                </a:lnTo>
                <a:lnTo>
                  <a:pt x="384" y="8"/>
                </a:lnTo>
                <a:lnTo>
                  <a:pt x="381" y="6"/>
                </a:lnTo>
                <a:lnTo>
                  <a:pt x="378" y="5"/>
                </a:lnTo>
                <a:lnTo>
                  <a:pt x="375" y="5"/>
                </a:lnTo>
                <a:lnTo>
                  <a:pt x="371" y="3"/>
                </a:lnTo>
                <a:lnTo>
                  <a:pt x="368" y="3"/>
                </a:lnTo>
                <a:lnTo>
                  <a:pt x="365" y="2"/>
                </a:lnTo>
                <a:lnTo>
                  <a:pt x="362" y="2"/>
                </a:lnTo>
                <a:lnTo>
                  <a:pt x="357" y="2"/>
                </a:lnTo>
                <a:lnTo>
                  <a:pt x="354" y="2"/>
                </a:lnTo>
                <a:lnTo>
                  <a:pt x="349" y="0"/>
                </a:lnTo>
                <a:lnTo>
                  <a:pt x="346" y="0"/>
                </a:lnTo>
                <a:lnTo>
                  <a:pt x="341" y="0"/>
                </a:lnTo>
                <a:lnTo>
                  <a:pt x="336" y="0"/>
                </a:lnTo>
                <a:lnTo>
                  <a:pt x="331" y="0"/>
                </a:lnTo>
                <a:lnTo>
                  <a:pt x="325" y="0"/>
                </a:lnTo>
                <a:lnTo>
                  <a:pt x="320" y="0"/>
                </a:lnTo>
                <a:lnTo>
                  <a:pt x="314" y="0"/>
                </a:lnTo>
                <a:lnTo>
                  <a:pt x="309" y="0"/>
                </a:lnTo>
                <a:lnTo>
                  <a:pt x="303" y="0"/>
                </a:lnTo>
                <a:lnTo>
                  <a:pt x="298" y="0"/>
                </a:lnTo>
                <a:lnTo>
                  <a:pt x="295" y="0"/>
                </a:lnTo>
                <a:lnTo>
                  <a:pt x="290" y="0"/>
                </a:lnTo>
                <a:lnTo>
                  <a:pt x="285" y="0"/>
                </a:lnTo>
                <a:lnTo>
                  <a:pt x="282" y="0"/>
                </a:lnTo>
                <a:lnTo>
                  <a:pt x="279" y="0"/>
                </a:lnTo>
                <a:lnTo>
                  <a:pt x="275" y="0"/>
                </a:lnTo>
                <a:lnTo>
                  <a:pt x="272" y="0"/>
                </a:lnTo>
                <a:lnTo>
                  <a:pt x="269" y="0"/>
                </a:lnTo>
                <a:lnTo>
                  <a:pt x="266" y="0"/>
                </a:lnTo>
                <a:lnTo>
                  <a:pt x="263" y="0"/>
                </a:lnTo>
                <a:lnTo>
                  <a:pt x="259" y="0"/>
                </a:lnTo>
                <a:lnTo>
                  <a:pt x="256" y="0"/>
                </a:lnTo>
                <a:lnTo>
                  <a:pt x="253" y="0"/>
                </a:lnTo>
                <a:lnTo>
                  <a:pt x="250" y="0"/>
                </a:lnTo>
                <a:lnTo>
                  <a:pt x="247" y="0"/>
                </a:lnTo>
                <a:lnTo>
                  <a:pt x="243" y="0"/>
                </a:lnTo>
                <a:lnTo>
                  <a:pt x="240" y="0"/>
                </a:lnTo>
                <a:lnTo>
                  <a:pt x="237" y="0"/>
                </a:lnTo>
                <a:lnTo>
                  <a:pt x="234" y="0"/>
                </a:lnTo>
                <a:lnTo>
                  <a:pt x="231" y="0"/>
                </a:lnTo>
                <a:lnTo>
                  <a:pt x="226" y="0"/>
                </a:lnTo>
                <a:lnTo>
                  <a:pt x="223" y="0"/>
                </a:lnTo>
                <a:lnTo>
                  <a:pt x="218" y="0"/>
                </a:lnTo>
                <a:lnTo>
                  <a:pt x="213" y="0"/>
                </a:lnTo>
                <a:lnTo>
                  <a:pt x="208" y="0"/>
                </a:lnTo>
                <a:lnTo>
                  <a:pt x="203" y="0"/>
                </a:lnTo>
                <a:lnTo>
                  <a:pt x="199" y="0"/>
                </a:lnTo>
                <a:lnTo>
                  <a:pt x="192" y="0"/>
                </a:lnTo>
                <a:lnTo>
                  <a:pt x="186" y="0"/>
                </a:lnTo>
                <a:lnTo>
                  <a:pt x="181" y="0"/>
                </a:lnTo>
                <a:lnTo>
                  <a:pt x="176" y="0"/>
                </a:lnTo>
                <a:lnTo>
                  <a:pt x="171" y="0"/>
                </a:lnTo>
                <a:lnTo>
                  <a:pt x="167" y="0"/>
                </a:lnTo>
                <a:lnTo>
                  <a:pt x="162" y="0"/>
                </a:lnTo>
                <a:lnTo>
                  <a:pt x="159" y="2"/>
                </a:lnTo>
                <a:lnTo>
                  <a:pt x="154" y="2"/>
                </a:lnTo>
                <a:lnTo>
                  <a:pt x="151" y="2"/>
                </a:lnTo>
                <a:lnTo>
                  <a:pt x="147" y="2"/>
                </a:lnTo>
                <a:lnTo>
                  <a:pt x="144" y="3"/>
                </a:lnTo>
                <a:lnTo>
                  <a:pt x="141" y="3"/>
                </a:lnTo>
                <a:lnTo>
                  <a:pt x="138" y="5"/>
                </a:lnTo>
                <a:lnTo>
                  <a:pt x="135" y="5"/>
                </a:lnTo>
                <a:lnTo>
                  <a:pt x="131" y="6"/>
                </a:lnTo>
                <a:lnTo>
                  <a:pt x="128" y="8"/>
                </a:lnTo>
                <a:lnTo>
                  <a:pt x="125" y="10"/>
                </a:lnTo>
                <a:lnTo>
                  <a:pt x="122" y="11"/>
                </a:lnTo>
                <a:lnTo>
                  <a:pt x="119" y="13"/>
                </a:lnTo>
                <a:lnTo>
                  <a:pt x="115" y="14"/>
                </a:lnTo>
                <a:lnTo>
                  <a:pt x="112" y="16"/>
                </a:lnTo>
                <a:lnTo>
                  <a:pt x="109" y="19"/>
                </a:lnTo>
                <a:lnTo>
                  <a:pt x="106" y="21"/>
                </a:lnTo>
                <a:lnTo>
                  <a:pt x="102" y="24"/>
                </a:lnTo>
                <a:lnTo>
                  <a:pt x="99" y="27"/>
                </a:lnTo>
                <a:lnTo>
                  <a:pt x="94" y="30"/>
                </a:lnTo>
                <a:lnTo>
                  <a:pt x="90" y="35"/>
                </a:lnTo>
                <a:lnTo>
                  <a:pt x="86" y="38"/>
                </a:lnTo>
                <a:lnTo>
                  <a:pt x="80" y="43"/>
                </a:lnTo>
                <a:lnTo>
                  <a:pt x="75" y="46"/>
                </a:lnTo>
                <a:lnTo>
                  <a:pt x="70" y="51"/>
                </a:lnTo>
                <a:lnTo>
                  <a:pt x="64" y="58"/>
                </a:lnTo>
                <a:lnTo>
                  <a:pt x="59" y="62"/>
                </a:lnTo>
                <a:lnTo>
                  <a:pt x="53" y="67"/>
                </a:lnTo>
                <a:lnTo>
                  <a:pt x="48" y="72"/>
                </a:lnTo>
                <a:lnTo>
                  <a:pt x="43" y="75"/>
                </a:lnTo>
                <a:lnTo>
                  <a:pt x="38" y="80"/>
                </a:lnTo>
                <a:lnTo>
                  <a:pt x="35" y="83"/>
                </a:lnTo>
                <a:lnTo>
                  <a:pt x="30" y="88"/>
                </a:lnTo>
                <a:lnTo>
                  <a:pt x="27" y="91"/>
                </a:lnTo>
                <a:lnTo>
                  <a:pt x="24" y="94"/>
                </a:lnTo>
                <a:lnTo>
                  <a:pt x="21" y="98"/>
                </a:lnTo>
                <a:lnTo>
                  <a:pt x="19" y="99"/>
                </a:lnTo>
                <a:lnTo>
                  <a:pt x="16" y="102"/>
                </a:lnTo>
                <a:lnTo>
                  <a:pt x="14" y="106"/>
                </a:lnTo>
                <a:lnTo>
                  <a:pt x="13" y="109"/>
                </a:lnTo>
                <a:lnTo>
                  <a:pt x="10" y="110"/>
                </a:lnTo>
                <a:lnTo>
                  <a:pt x="8" y="114"/>
                </a:lnTo>
                <a:lnTo>
                  <a:pt x="8" y="117"/>
                </a:lnTo>
                <a:lnTo>
                  <a:pt x="6" y="118"/>
                </a:lnTo>
                <a:lnTo>
                  <a:pt x="5" y="122"/>
                </a:lnTo>
                <a:lnTo>
                  <a:pt x="5" y="125"/>
                </a:lnTo>
                <a:lnTo>
                  <a:pt x="3" y="128"/>
                </a:lnTo>
                <a:lnTo>
                  <a:pt x="3" y="130"/>
                </a:lnTo>
                <a:lnTo>
                  <a:pt x="2" y="133"/>
                </a:lnTo>
                <a:lnTo>
                  <a:pt x="2" y="136"/>
                </a:lnTo>
                <a:lnTo>
                  <a:pt x="2" y="139"/>
                </a:lnTo>
                <a:lnTo>
                  <a:pt x="2" y="144"/>
                </a:lnTo>
                <a:lnTo>
                  <a:pt x="2" y="147"/>
                </a:lnTo>
                <a:lnTo>
                  <a:pt x="2" y="152"/>
                </a:lnTo>
                <a:lnTo>
                  <a:pt x="2" y="155"/>
                </a:lnTo>
                <a:lnTo>
                  <a:pt x="0" y="160"/>
                </a:lnTo>
                <a:lnTo>
                  <a:pt x="0" y="165"/>
                </a:lnTo>
                <a:lnTo>
                  <a:pt x="0" y="170"/>
                </a:lnTo>
                <a:lnTo>
                  <a:pt x="0" y="174"/>
                </a:lnTo>
                <a:lnTo>
                  <a:pt x="0" y="179"/>
                </a:lnTo>
                <a:lnTo>
                  <a:pt x="0" y="184"/>
                </a:lnTo>
                <a:lnTo>
                  <a:pt x="0" y="189"/>
                </a:lnTo>
                <a:lnTo>
                  <a:pt x="0" y="194"/>
                </a:lnTo>
                <a:lnTo>
                  <a:pt x="0" y="197"/>
                </a:lnTo>
                <a:lnTo>
                  <a:pt x="0" y="200"/>
                </a:lnTo>
                <a:lnTo>
                  <a:pt x="0" y="203"/>
                </a:lnTo>
                <a:lnTo>
                  <a:pt x="0" y="207"/>
                </a:lnTo>
                <a:lnTo>
                  <a:pt x="0" y="210"/>
                </a:lnTo>
                <a:lnTo>
                  <a:pt x="0" y="213"/>
                </a:lnTo>
                <a:lnTo>
                  <a:pt x="0" y="216"/>
                </a:lnTo>
                <a:lnTo>
                  <a:pt x="0" y="219"/>
                </a:lnTo>
                <a:lnTo>
                  <a:pt x="0" y="221"/>
                </a:lnTo>
                <a:lnTo>
                  <a:pt x="0" y="224"/>
                </a:lnTo>
                <a:lnTo>
                  <a:pt x="0" y="227"/>
                </a:lnTo>
                <a:lnTo>
                  <a:pt x="0" y="229"/>
                </a:lnTo>
                <a:lnTo>
                  <a:pt x="0" y="232"/>
                </a:lnTo>
                <a:lnTo>
                  <a:pt x="0" y="235"/>
                </a:lnTo>
                <a:lnTo>
                  <a:pt x="0" y="237"/>
                </a:lnTo>
                <a:lnTo>
                  <a:pt x="0" y="240"/>
                </a:lnTo>
                <a:lnTo>
                  <a:pt x="0" y="243"/>
                </a:lnTo>
                <a:lnTo>
                  <a:pt x="0" y="247"/>
                </a:lnTo>
                <a:lnTo>
                  <a:pt x="0" y="250"/>
                </a:lnTo>
                <a:lnTo>
                  <a:pt x="0" y="253"/>
                </a:lnTo>
                <a:lnTo>
                  <a:pt x="0" y="256"/>
                </a:lnTo>
                <a:lnTo>
                  <a:pt x="0" y="261"/>
                </a:lnTo>
                <a:lnTo>
                  <a:pt x="0" y="264"/>
                </a:lnTo>
                <a:lnTo>
                  <a:pt x="0" y="269"/>
                </a:lnTo>
                <a:lnTo>
                  <a:pt x="0" y="274"/>
                </a:lnTo>
                <a:lnTo>
                  <a:pt x="0" y="279"/>
                </a:lnTo>
                <a:lnTo>
                  <a:pt x="0" y="283"/>
                </a:lnTo>
                <a:lnTo>
                  <a:pt x="0" y="288"/>
                </a:lnTo>
                <a:lnTo>
                  <a:pt x="0" y="293"/>
                </a:lnTo>
                <a:lnTo>
                  <a:pt x="0" y="298"/>
                </a:lnTo>
                <a:lnTo>
                  <a:pt x="0" y="303"/>
                </a:lnTo>
                <a:lnTo>
                  <a:pt x="0" y="307"/>
                </a:lnTo>
                <a:lnTo>
                  <a:pt x="0" y="312"/>
                </a:lnTo>
                <a:lnTo>
                  <a:pt x="0" y="317"/>
                </a:lnTo>
                <a:lnTo>
                  <a:pt x="0" y="322"/>
                </a:lnTo>
                <a:lnTo>
                  <a:pt x="0" y="327"/>
                </a:lnTo>
                <a:lnTo>
                  <a:pt x="0" y="331"/>
                </a:lnTo>
                <a:lnTo>
                  <a:pt x="0" y="338"/>
                </a:lnTo>
                <a:lnTo>
                  <a:pt x="0" y="344"/>
                </a:lnTo>
                <a:lnTo>
                  <a:pt x="0" y="351"/>
                </a:lnTo>
                <a:lnTo>
                  <a:pt x="0" y="359"/>
                </a:lnTo>
                <a:lnTo>
                  <a:pt x="0" y="367"/>
                </a:lnTo>
                <a:lnTo>
                  <a:pt x="0" y="375"/>
                </a:lnTo>
                <a:lnTo>
                  <a:pt x="0" y="384"/>
                </a:lnTo>
                <a:lnTo>
                  <a:pt x="0" y="395"/>
                </a:lnTo>
                <a:lnTo>
                  <a:pt x="0" y="407"/>
                </a:lnTo>
                <a:lnTo>
                  <a:pt x="0" y="419"/>
                </a:lnTo>
                <a:lnTo>
                  <a:pt x="0" y="434"/>
                </a:lnTo>
                <a:lnTo>
                  <a:pt x="0" y="448"/>
                </a:lnTo>
                <a:lnTo>
                  <a:pt x="0" y="464"/>
                </a:lnTo>
                <a:lnTo>
                  <a:pt x="0" y="482"/>
                </a:lnTo>
                <a:lnTo>
                  <a:pt x="0" y="501"/>
                </a:lnTo>
                <a:lnTo>
                  <a:pt x="0" y="522"/>
                </a:lnTo>
                <a:lnTo>
                  <a:pt x="0" y="543"/>
                </a:lnTo>
                <a:lnTo>
                  <a:pt x="0" y="567"/>
                </a:lnTo>
                <a:lnTo>
                  <a:pt x="0" y="592"/>
                </a:lnTo>
                <a:lnTo>
                  <a:pt x="0" y="619"/>
                </a:lnTo>
                <a:lnTo>
                  <a:pt x="0" y="648"/>
                </a:lnTo>
                <a:lnTo>
                  <a:pt x="0" y="6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99" name="Freeform 54">
            <a:extLst>
              <a:ext uri="{FF2B5EF4-FFF2-40B4-BE49-F238E27FC236}">
                <a16:creationId xmlns:a16="http://schemas.microsoft.com/office/drawing/2014/main" id="{3EDBE7A2-CBFF-4139-ADB6-090C16F5A109}"/>
              </a:ext>
            </a:extLst>
          </p:cNvPr>
          <p:cNvSpPr>
            <a:spLocks/>
          </p:cNvSpPr>
          <p:nvPr/>
        </p:nvSpPr>
        <p:spPr bwMode="auto">
          <a:xfrm>
            <a:off x="3262313" y="3249613"/>
            <a:ext cx="446087" cy="593725"/>
          </a:xfrm>
          <a:custGeom>
            <a:avLst/>
            <a:gdLst>
              <a:gd name="T0" fmla="*/ 2147483646 w 511"/>
              <a:gd name="T1" fmla="*/ 2147483646 h 681"/>
              <a:gd name="T2" fmla="*/ 2147483646 w 511"/>
              <a:gd name="T3" fmla="*/ 2147483646 h 681"/>
              <a:gd name="T4" fmla="*/ 2147483646 w 511"/>
              <a:gd name="T5" fmla="*/ 2147483646 h 681"/>
              <a:gd name="T6" fmla="*/ 2147483646 w 511"/>
              <a:gd name="T7" fmla="*/ 2147483646 h 681"/>
              <a:gd name="T8" fmla="*/ 2147483646 w 511"/>
              <a:gd name="T9" fmla="*/ 2147483646 h 681"/>
              <a:gd name="T10" fmla="*/ 2147483646 w 511"/>
              <a:gd name="T11" fmla="*/ 2147483646 h 681"/>
              <a:gd name="T12" fmla="*/ 2147483646 w 511"/>
              <a:gd name="T13" fmla="*/ 2147483646 h 681"/>
              <a:gd name="T14" fmla="*/ 2147483646 w 511"/>
              <a:gd name="T15" fmla="*/ 2147483646 h 681"/>
              <a:gd name="T16" fmla="*/ 2147483646 w 511"/>
              <a:gd name="T17" fmla="*/ 2147483646 h 681"/>
              <a:gd name="T18" fmla="*/ 2147483646 w 511"/>
              <a:gd name="T19" fmla="*/ 2147483646 h 681"/>
              <a:gd name="T20" fmla="*/ 2147483646 w 511"/>
              <a:gd name="T21" fmla="*/ 2147483646 h 681"/>
              <a:gd name="T22" fmla="*/ 2147483646 w 511"/>
              <a:gd name="T23" fmla="*/ 2147483646 h 681"/>
              <a:gd name="T24" fmla="*/ 2147483646 w 511"/>
              <a:gd name="T25" fmla="*/ 2147483646 h 681"/>
              <a:gd name="T26" fmla="*/ 2147483646 w 511"/>
              <a:gd name="T27" fmla="*/ 2147483646 h 681"/>
              <a:gd name="T28" fmla="*/ 2147483646 w 511"/>
              <a:gd name="T29" fmla="*/ 2147483646 h 681"/>
              <a:gd name="T30" fmla="*/ 2147483646 w 511"/>
              <a:gd name="T31" fmla="*/ 2147483646 h 681"/>
              <a:gd name="T32" fmla="*/ 2147483646 w 511"/>
              <a:gd name="T33" fmla="*/ 2147483646 h 681"/>
              <a:gd name="T34" fmla="*/ 2147483646 w 511"/>
              <a:gd name="T35" fmla="*/ 2147483646 h 681"/>
              <a:gd name="T36" fmla="*/ 2147483646 w 511"/>
              <a:gd name="T37" fmla="*/ 0 h 681"/>
              <a:gd name="T38" fmla="*/ 2147483646 w 511"/>
              <a:gd name="T39" fmla="*/ 0 h 681"/>
              <a:gd name="T40" fmla="*/ 2147483646 w 511"/>
              <a:gd name="T41" fmla="*/ 0 h 681"/>
              <a:gd name="T42" fmla="*/ 2147483646 w 511"/>
              <a:gd name="T43" fmla="*/ 0 h 681"/>
              <a:gd name="T44" fmla="*/ 2147483646 w 511"/>
              <a:gd name="T45" fmla="*/ 0 h 681"/>
              <a:gd name="T46" fmla="*/ 2147483646 w 511"/>
              <a:gd name="T47" fmla="*/ 0 h 681"/>
              <a:gd name="T48" fmla="*/ 2147483646 w 511"/>
              <a:gd name="T49" fmla="*/ 0 h 681"/>
              <a:gd name="T50" fmla="*/ 2147483646 w 511"/>
              <a:gd name="T51" fmla="*/ 0 h 681"/>
              <a:gd name="T52" fmla="*/ 2147483646 w 511"/>
              <a:gd name="T53" fmla="*/ 0 h 681"/>
              <a:gd name="T54" fmla="*/ 2147483646 w 511"/>
              <a:gd name="T55" fmla="*/ 0 h 681"/>
              <a:gd name="T56" fmla="*/ 2147483646 w 511"/>
              <a:gd name="T57" fmla="*/ 2147483646 h 681"/>
              <a:gd name="T58" fmla="*/ 2147483646 w 511"/>
              <a:gd name="T59" fmla="*/ 2147483646 h 681"/>
              <a:gd name="T60" fmla="*/ 2147483646 w 511"/>
              <a:gd name="T61" fmla="*/ 2147483646 h 681"/>
              <a:gd name="T62" fmla="*/ 2147483646 w 511"/>
              <a:gd name="T63" fmla="*/ 2147483646 h 681"/>
              <a:gd name="T64" fmla="*/ 2147483646 w 511"/>
              <a:gd name="T65" fmla="*/ 2147483646 h 681"/>
              <a:gd name="T66" fmla="*/ 2147483646 w 511"/>
              <a:gd name="T67" fmla="*/ 2147483646 h 681"/>
              <a:gd name="T68" fmla="*/ 2147483646 w 511"/>
              <a:gd name="T69" fmla="*/ 2147483646 h 681"/>
              <a:gd name="T70" fmla="*/ 2147483646 w 511"/>
              <a:gd name="T71" fmla="*/ 2147483646 h 681"/>
              <a:gd name="T72" fmla="*/ 2147483646 w 511"/>
              <a:gd name="T73" fmla="*/ 2147483646 h 681"/>
              <a:gd name="T74" fmla="*/ 2147483646 w 511"/>
              <a:gd name="T75" fmla="*/ 2147483646 h 681"/>
              <a:gd name="T76" fmla="*/ 2147483646 w 511"/>
              <a:gd name="T77" fmla="*/ 2147483646 h 681"/>
              <a:gd name="T78" fmla="*/ 0 w 511"/>
              <a:gd name="T79" fmla="*/ 2147483646 h 681"/>
              <a:gd name="T80" fmla="*/ 0 w 511"/>
              <a:gd name="T81" fmla="*/ 2147483646 h 681"/>
              <a:gd name="T82" fmla="*/ 0 w 511"/>
              <a:gd name="T83" fmla="*/ 2147483646 h 681"/>
              <a:gd name="T84" fmla="*/ 0 w 511"/>
              <a:gd name="T85" fmla="*/ 2147483646 h 681"/>
              <a:gd name="T86" fmla="*/ 0 w 511"/>
              <a:gd name="T87" fmla="*/ 2147483646 h 681"/>
              <a:gd name="T88" fmla="*/ 0 w 511"/>
              <a:gd name="T89" fmla="*/ 2147483646 h 681"/>
              <a:gd name="T90" fmla="*/ 0 w 511"/>
              <a:gd name="T91" fmla="*/ 2147483646 h 681"/>
              <a:gd name="T92" fmla="*/ 0 w 511"/>
              <a:gd name="T93" fmla="*/ 2147483646 h 681"/>
              <a:gd name="T94" fmla="*/ 0 w 511"/>
              <a:gd name="T95" fmla="*/ 2147483646 h 681"/>
              <a:gd name="T96" fmla="*/ 0 w 511"/>
              <a:gd name="T97" fmla="*/ 2147483646 h 681"/>
              <a:gd name="T98" fmla="*/ 0 w 511"/>
              <a:gd name="T99" fmla="*/ 2147483646 h 681"/>
              <a:gd name="T100" fmla="*/ 0 w 511"/>
              <a:gd name="T101" fmla="*/ 2147483646 h 681"/>
              <a:gd name="T102" fmla="*/ 0 w 511"/>
              <a:gd name="T103" fmla="*/ 2147483646 h 68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1" h="681">
                <a:moveTo>
                  <a:pt x="511" y="681"/>
                </a:moveTo>
                <a:lnTo>
                  <a:pt x="511" y="639"/>
                </a:lnTo>
                <a:lnTo>
                  <a:pt x="511" y="601"/>
                </a:lnTo>
                <a:lnTo>
                  <a:pt x="511" y="565"/>
                </a:lnTo>
                <a:lnTo>
                  <a:pt x="511" y="532"/>
                </a:lnTo>
                <a:lnTo>
                  <a:pt x="511" y="500"/>
                </a:lnTo>
                <a:lnTo>
                  <a:pt x="511" y="471"/>
                </a:lnTo>
                <a:lnTo>
                  <a:pt x="511" y="444"/>
                </a:lnTo>
                <a:lnTo>
                  <a:pt x="511" y="418"/>
                </a:lnTo>
                <a:lnTo>
                  <a:pt x="511" y="394"/>
                </a:lnTo>
                <a:lnTo>
                  <a:pt x="511" y="373"/>
                </a:lnTo>
                <a:lnTo>
                  <a:pt x="511" y="353"/>
                </a:lnTo>
                <a:lnTo>
                  <a:pt x="511" y="335"/>
                </a:lnTo>
                <a:lnTo>
                  <a:pt x="511" y="319"/>
                </a:lnTo>
                <a:lnTo>
                  <a:pt x="511" y="303"/>
                </a:lnTo>
                <a:lnTo>
                  <a:pt x="511" y="290"/>
                </a:lnTo>
                <a:lnTo>
                  <a:pt x="511" y="277"/>
                </a:lnTo>
                <a:lnTo>
                  <a:pt x="511" y="266"/>
                </a:lnTo>
                <a:lnTo>
                  <a:pt x="511" y="255"/>
                </a:lnTo>
                <a:lnTo>
                  <a:pt x="511" y="245"/>
                </a:lnTo>
                <a:lnTo>
                  <a:pt x="511" y="237"/>
                </a:lnTo>
                <a:lnTo>
                  <a:pt x="511" y="229"/>
                </a:lnTo>
                <a:lnTo>
                  <a:pt x="511" y="223"/>
                </a:lnTo>
                <a:lnTo>
                  <a:pt x="511" y="217"/>
                </a:lnTo>
                <a:lnTo>
                  <a:pt x="511" y="210"/>
                </a:lnTo>
                <a:lnTo>
                  <a:pt x="511" y="205"/>
                </a:lnTo>
                <a:lnTo>
                  <a:pt x="511" y="201"/>
                </a:lnTo>
                <a:lnTo>
                  <a:pt x="511" y="196"/>
                </a:lnTo>
                <a:lnTo>
                  <a:pt x="511" y="191"/>
                </a:lnTo>
                <a:lnTo>
                  <a:pt x="511" y="186"/>
                </a:lnTo>
                <a:lnTo>
                  <a:pt x="511" y="181"/>
                </a:lnTo>
                <a:lnTo>
                  <a:pt x="511" y="176"/>
                </a:lnTo>
                <a:lnTo>
                  <a:pt x="511" y="170"/>
                </a:lnTo>
                <a:lnTo>
                  <a:pt x="511" y="165"/>
                </a:lnTo>
                <a:lnTo>
                  <a:pt x="511" y="160"/>
                </a:lnTo>
                <a:lnTo>
                  <a:pt x="511" y="156"/>
                </a:lnTo>
                <a:lnTo>
                  <a:pt x="511" y="152"/>
                </a:lnTo>
                <a:lnTo>
                  <a:pt x="511" y="148"/>
                </a:lnTo>
                <a:lnTo>
                  <a:pt x="511" y="144"/>
                </a:lnTo>
                <a:lnTo>
                  <a:pt x="511" y="140"/>
                </a:lnTo>
                <a:lnTo>
                  <a:pt x="511" y="136"/>
                </a:lnTo>
                <a:lnTo>
                  <a:pt x="509" y="133"/>
                </a:lnTo>
                <a:lnTo>
                  <a:pt x="509" y="130"/>
                </a:lnTo>
                <a:lnTo>
                  <a:pt x="509" y="127"/>
                </a:lnTo>
                <a:lnTo>
                  <a:pt x="507" y="125"/>
                </a:lnTo>
                <a:lnTo>
                  <a:pt x="507" y="122"/>
                </a:lnTo>
                <a:lnTo>
                  <a:pt x="506" y="119"/>
                </a:lnTo>
                <a:lnTo>
                  <a:pt x="504" y="117"/>
                </a:lnTo>
                <a:lnTo>
                  <a:pt x="503" y="114"/>
                </a:lnTo>
                <a:lnTo>
                  <a:pt x="501" y="111"/>
                </a:lnTo>
                <a:lnTo>
                  <a:pt x="499" y="109"/>
                </a:lnTo>
                <a:lnTo>
                  <a:pt x="498" y="106"/>
                </a:lnTo>
                <a:lnTo>
                  <a:pt x="496" y="103"/>
                </a:lnTo>
                <a:lnTo>
                  <a:pt x="493" y="100"/>
                </a:lnTo>
                <a:lnTo>
                  <a:pt x="490" y="96"/>
                </a:lnTo>
                <a:lnTo>
                  <a:pt x="488" y="93"/>
                </a:lnTo>
                <a:lnTo>
                  <a:pt x="483" y="90"/>
                </a:lnTo>
                <a:lnTo>
                  <a:pt x="480" y="87"/>
                </a:lnTo>
                <a:lnTo>
                  <a:pt x="477" y="84"/>
                </a:lnTo>
                <a:lnTo>
                  <a:pt x="472" y="80"/>
                </a:lnTo>
                <a:lnTo>
                  <a:pt x="469" y="76"/>
                </a:lnTo>
                <a:lnTo>
                  <a:pt x="464" y="72"/>
                </a:lnTo>
                <a:lnTo>
                  <a:pt x="458" y="68"/>
                </a:lnTo>
                <a:lnTo>
                  <a:pt x="453" y="63"/>
                </a:lnTo>
                <a:lnTo>
                  <a:pt x="447" y="56"/>
                </a:lnTo>
                <a:lnTo>
                  <a:pt x="442" y="52"/>
                </a:lnTo>
                <a:lnTo>
                  <a:pt x="435" y="47"/>
                </a:lnTo>
                <a:lnTo>
                  <a:pt x="431" y="42"/>
                </a:lnTo>
                <a:lnTo>
                  <a:pt x="426" y="39"/>
                </a:lnTo>
                <a:lnTo>
                  <a:pt x="421" y="34"/>
                </a:lnTo>
                <a:lnTo>
                  <a:pt x="418" y="31"/>
                </a:lnTo>
                <a:lnTo>
                  <a:pt x="413" y="28"/>
                </a:lnTo>
                <a:lnTo>
                  <a:pt x="410" y="24"/>
                </a:lnTo>
                <a:lnTo>
                  <a:pt x="407" y="21"/>
                </a:lnTo>
                <a:lnTo>
                  <a:pt x="402" y="20"/>
                </a:lnTo>
                <a:lnTo>
                  <a:pt x="399" y="16"/>
                </a:lnTo>
                <a:lnTo>
                  <a:pt x="395" y="15"/>
                </a:lnTo>
                <a:lnTo>
                  <a:pt x="392" y="12"/>
                </a:lnTo>
                <a:lnTo>
                  <a:pt x="389" y="10"/>
                </a:lnTo>
                <a:lnTo>
                  <a:pt x="387" y="8"/>
                </a:lnTo>
                <a:lnTo>
                  <a:pt x="384" y="7"/>
                </a:lnTo>
                <a:lnTo>
                  <a:pt x="381" y="7"/>
                </a:lnTo>
                <a:lnTo>
                  <a:pt x="378" y="5"/>
                </a:lnTo>
                <a:lnTo>
                  <a:pt x="375" y="4"/>
                </a:lnTo>
                <a:lnTo>
                  <a:pt x="371" y="4"/>
                </a:lnTo>
                <a:lnTo>
                  <a:pt x="368" y="2"/>
                </a:lnTo>
                <a:lnTo>
                  <a:pt x="365" y="2"/>
                </a:lnTo>
                <a:lnTo>
                  <a:pt x="362" y="2"/>
                </a:lnTo>
                <a:lnTo>
                  <a:pt x="357" y="2"/>
                </a:lnTo>
                <a:lnTo>
                  <a:pt x="354" y="0"/>
                </a:lnTo>
                <a:lnTo>
                  <a:pt x="349" y="0"/>
                </a:lnTo>
                <a:lnTo>
                  <a:pt x="346" y="0"/>
                </a:lnTo>
                <a:lnTo>
                  <a:pt x="341" y="0"/>
                </a:lnTo>
                <a:lnTo>
                  <a:pt x="336" y="0"/>
                </a:lnTo>
                <a:lnTo>
                  <a:pt x="331" y="0"/>
                </a:lnTo>
                <a:lnTo>
                  <a:pt x="325" y="0"/>
                </a:lnTo>
                <a:lnTo>
                  <a:pt x="320" y="0"/>
                </a:lnTo>
                <a:lnTo>
                  <a:pt x="314" y="0"/>
                </a:lnTo>
                <a:lnTo>
                  <a:pt x="309" y="0"/>
                </a:lnTo>
                <a:lnTo>
                  <a:pt x="303" y="0"/>
                </a:lnTo>
                <a:lnTo>
                  <a:pt x="298" y="0"/>
                </a:lnTo>
                <a:lnTo>
                  <a:pt x="295" y="0"/>
                </a:lnTo>
                <a:lnTo>
                  <a:pt x="290" y="0"/>
                </a:lnTo>
                <a:lnTo>
                  <a:pt x="285" y="0"/>
                </a:lnTo>
                <a:lnTo>
                  <a:pt x="282" y="0"/>
                </a:lnTo>
                <a:lnTo>
                  <a:pt x="279" y="0"/>
                </a:lnTo>
                <a:lnTo>
                  <a:pt x="275" y="0"/>
                </a:lnTo>
                <a:lnTo>
                  <a:pt x="272" y="0"/>
                </a:lnTo>
                <a:lnTo>
                  <a:pt x="269" y="0"/>
                </a:lnTo>
                <a:lnTo>
                  <a:pt x="266" y="0"/>
                </a:lnTo>
                <a:lnTo>
                  <a:pt x="263" y="0"/>
                </a:lnTo>
                <a:lnTo>
                  <a:pt x="259" y="0"/>
                </a:lnTo>
                <a:lnTo>
                  <a:pt x="256" y="0"/>
                </a:lnTo>
                <a:lnTo>
                  <a:pt x="253" y="0"/>
                </a:lnTo>
                <a:lnTo>
                  <a:pt x="250" y="0"/>
                </a:lnTo>
                <a:lnTo>
                  <a:pt x="247" y="0"/>
                </a:lnTo>
                <a:lnTo>
                  <a:pt x="243" y="0"/>
                </a:lnTo>
                <a:lnTo>
                  <a:pt x="240" y="0"/>
                </a:lnTo>
                <a:lnTo>
                  <a:pt x="237" y="0"/>
                </a:lnTo>
                <a:lnTo>
                  <a:pt x="234" y="0"/>
                </a:lnTo>
                <a:lnTo>
                  <a:pt x="231" y="0"/>
                </a:lnTo>
                <a:lnTo>
                  <a:pt x="226" y="0"/>
                </a:lnTo>
                <a:lnTo>
                  <a:pt x="223" y="0"/>
                </a:lnTo>
                <a:lnTo>
                  <a:pt x="218" y="0"/>
                </a:lnTo>
                <a:lnTo>
                  <a:pt x="213" y="0"/>
                </a:lnTo>
                <a:lnTo>
                  <a:pt x="208" y="0"/>
                </a:lnTo>
                <a:lnTo>
                  <a:pt x="203" y="0"/>
                </a:lnTo>
                <a:lnTo>
                  <a:pt x="199" y="0"/>
                </a:lnTo>
                <a:lnTo>
                  <a:pt x="192" y="0"/>
                </a:lnTo>
                <a:lnTo>
                  <a:pt x="186" y="0"/>
                </a:lnTo>
                <a:lnTo>
                  <a:pt x="181" y="0"/>
                </a:lnTo>
                <a:lnTo>
                  <a:pt x="176" y="0"/>
                </a:lnTo>
                <a:lnTo>
                  <a:pt x="171" y="0"/>
                </a:lnTo>
                <a:lnTo>
                  <a:pt x="167" y="0"/>
                </a:lnTo>
                <a:lnTo>
                  <a:pt x="162" y="0"/>
                </a:lnTo>
                <a:lnTo>
                  <a:pt x="159" y="0"/>
                </a:lnTo>
                <a:lnTo>
                  <a:pt x="154" y="2"/>
                </a:lnTo>
                <a:lnTo>
                  <a:pt x="150" y="2"/>
                </a:lnTo>
                <a:lnTo>
                  <a:pt x="147" y="2"/>
                </a:lnTo>
                <a:lnTo>
                  <a:pt x="144" y="2"/>
                </a:lnTo>
                <a:lnTo>
                  <a:pt x="141" y="4"/>
                </a:lnTo>
                <a:lnTo>
                  <a:pt x="138" y="4"/>
                </a:lnTo>
                <a:lnTo>
                  <a:pt x="134" y="5"/>
                </a:lnTo>
                <a:lnTo>
                  <a:pt x="131" y="7"/>
                </a:lnTo>
                <a:lnTo>
                  <a:pt x="128" y="7"/>
                </a:lnTo>
                <a:lnTo>
                  <a:pt x="125" y="8"/>
                </a:lnTo>
                <a:lnTo>
                  <a:pt x="122" y="10"/>
                </a:lnTo>
                <a:lnTo>
                  <a:pt x="118" y="12"/>
                </a:lnTo>
                <a:lnTo>
                  <a:pt x="115" y="15"/>
                </a:lnTo>
                <a:lnTo>
                  <a:pt x="112" y="16"/>
                </a:lnTo>
                <a:lnTo>
                  <a:pt x="109" y="20"/>
                </a:lnTo>
                <a:lnTo>
                  <a:pt x="106" y="21"/>
                </a:lnTo>
                <a:lnTo>
                  <a:pt x="102" y="24"/>
                </a:lnTo>
                <a:lnTo>
                  <a:pt x="99" y="28"/>
                </a:lnTo>
                <a:lnTo>
                  <a:pt x="94" y="31"/>
                </a:lnTo>
                <a:lnTo>
                  <a:pt x="90" y="34"/>
                </a:lnTo>
                <a:lnTo>
                  <a:pt x="86" y="39"/>
                </a:lnTo>
                <a:lnTo>
                  <a:pt x="82" y="42"/>
                </a:lnTo>
                <a:lnTo>
                  <a:pt x="75" y="47"/>
                </a:lnTo>
                <a:lnTo>
                  <a:pt x="70" y="52"/>
                </a:lnTo>
                <a:lnTo>
                  <a:pt x="64" y="56"/>
                </a:lnTo>
                <a:lnTo>
                  <a:pt x="59" y="63"/>
                </a:lnTo>
                <a:lnTo>
                  <a:pt x="53" y="68"/>
                </a:lnTo>
                <a:lnTo>
                  <a:pt x="48" y="72"/>
                </a:lnTo>
                <a:lnTo>
                  <a:pt x="43" y="76"/>
                </a:lnTo>
                <a:lnTo>
                  <a:pt x="38" y="80"/>
                </a:lnTo>
                <a:lnTo>
                  <a:pt x="35" y="84"/>
                </a:lnTo>
                <a:lnTo>
                  <a:pt x="30" y="87"/>
                </a:lnTo>
                <a:lnTo>
                  <a:pt x="27" y="90"/>
                </a:lnTo>
                <a:lnTo>
                  <a:pt x="24" y="93"/>
                </a:lnTo>
                <a:lnTo>
                  <a:pt x="21" y="96"/>
                </a:lnTo>
                <a:lnTo>
                  <a:pt x="19" y="100"/>
                </a:lnTo>
                <a:lnTo>
                  <a:pt x="16" y="103"/>
                </a:lnTo>
                <a:lnTo>
                  <a:pt x="14" y="106"/>
                </a:lnTo>
                <a:lnTo>
                  <a:pt x="13" y="109"/>
                </a:lnTo>
                <a:lnTo>
                  <a:pt x="10" y="111"/>
                </a:lnTo>
                <a:lnTo>
                  <a:pt x="8" y="114"/>
                </a:lnTo>
                <a:lnTo>
                  <a:pt x="8" y="117"/>
                </a:lnTo>
                <a:lnTo>
                  <a:pt x="6" y="119"/>
                </a:lnTo>
                <a:lnTo>
                  <a:pt x="5" y="122"/>
                </a:lnTo>
                <a:lnTo>
                  <a:pt x="5" y="125"/>
                </a:lnTo>
                <a:lnTo>
                  <a:pt x="3" y="127"/>
                </a:lnTo>
                <a:lnTo>
                  <a:pt x="3" y="130"/>
                </a:lnTo>
                <a:lnTo>
                  <a:pt x="2" y="133"/>
                </a:lnTo>
                <a:lnTo>
                  <a:pt x="2" y="136"/>
                </a:lnTo>
                <a:lnTo>
                  <a:pt x="2" y="140"/>
                </a:lnTo>
                <a:lnTo>
                  <a:pt x="2" y="144"/>
                </a:lnTo>
                <a:lnTo>
                  <a:pt x="2" y="148"/>
                </a:lnTo>
                <a:lnTo>
                  <a:pt x="2" y="152"/>
                </a:lnTo>
                <a:lnTo>
                  <a:pt x="2" y="156"/>
                </a:lnTo>
                <a:lnTo>
                  <a:pt x="2" y="160"/>
                </a:lnTo>
                <a:lnTo>
                  <a:pt x="0" y="165"/>
                </a:lnTo>
                <a:lnTo>
                  <a:pt x="0" y="170"/>
                </a:lnTo>
                <a:lnTo>
                  <a:pt x="0" y="176"/>
                </a:lnTo>
                <a:lnTo>
                  <a:pt x="0" y="181"/>
                </a:lnTo>
                <a:lnTo>
                  <a:pt x="0" y="186"/>
                </a:lnTo>
                <a:lnTo>
                  <a:pt x="0" y="189"/>
                </a:lnTo>
                <a:lnTo>
                  <a:pt x="0" y="194"/>
                </a:lnTo>
                <a:lnTo>
                  <a:pt x="0" y="197"/>
                </a:lnTo>
                <a:lnTo>
                  <a:pt x="0" y="201"/>
                </a:lnTo>
                <a:lnTo>
                  <a:pt x="0" y="204"/>
                </a:lnTo>
                <a:lnTo>
                  <a:pt x="0" y="207"/>
                </a:lnTo>
                <a:lnTo>
                  <a:pt x="0" y="210"/>
                </a:lnTo>
                <a:lnTo>
                  <a:pt x="0" y="213"/>
                </a:lnTo>
                <a:lnTo>
                  <a:pt x="0" y="217"/>
                </a:lnTo>
                <a:lnTo>
                  <a:pt x="0" y="220"/>
                </a:lnTo>
                <a:lnTo>
                  <a:pt x="0" y="223"/>
                </a:lnTo>
                <a:lnTo>
                  <a:pt x="0" y="225"/>
                </a:lnTo>
                <a:lnTo>
                  <a:pt x="0" y="228"/>
                </a:lnTo>
                <a:lnTo>
                  <a:pt x="0" y="229"/>
                </a:lnTo>
                <a:lnTo>
                  <a:pt x="0" y="233"/>
                </a:lnTo>
                <a:lnTo>
                  <a:pt x="0" y="236"/>
                </a:lnTo>
                <a:lnTo>
                  <a:pt x="0" y="239"/>
                </a:lnTo>
                <a:lnTo>
                  <a:pt x="0" y="241"/>
                </a:lnTo>
                <a:lnTo>
                  <a:pt x="0" y="244"/>
                </a:lnTo>
                <a:lnTo>
                  <a:pt x="0" y="247"/>
                </a:lnTo>
                <a:lnTo>
                  <a:pt x="0" y="250"/>
                </a:lnTo>
                <a:lnTo>
                  <a:pt x="0" y="253"/>
                </a:lnTo>
                <a:lnTo>
                  <a:pt x="0" y="258"/>
                </a:lnTo>
                <a:lnTo>
                  <a:pt x="0" y="261"/>
                </a:lnTo>
                <a:lnTo>
                  <a:pt x="0" y="265"/>
                </a:lnTo>
                <a:lnTo>
                  <a:pt x="0" y="269"/>
                </a:lnTo>
                <a:lnTo>
                  <a:pt x="0" y="274"/>
                </a:lnTo>
                <a:lnTo>
                  <a:pt x="0" y="279"/>
                </a:lnTo>
                <a:lnTo>
                  <a:pt x="0" y="284"/>
                </a:lnTo>
                <a:lnTo>
                  <a:pt x="0" y="289"/>
                </a:lnTo>
                <a:lnTo>
                  <a:pt x="0" y="295"/>
                </a:lnTo>
                <a:lnTo>
                  <a:pt x="0" y="298"/>
                </a:lnTo>
                <a:lnTo>
                  <a:pt x="0" y="303"/>
                </a:lnTo>
                <a:lnTo>
                  <a:pt x="0" y="308"/>
                </a:lnTo>
                <a:lnTo>
                  <a:pt x="0" y="313"/>
                </a:lnTo>
                <a:lnTo>
                  <a:pt x="0" y="317"/>
                </a:lnTo>
                <a:lnTo>
                  <a:pt x="0" y="322"/>
                </a:lnTo>
                <a:lnTo>
                  <a:pt x="0" y="327"/>
                </a:lnTo>
                <a:lnTo>
                  <a:pt x="0" y="333"/>
                </a:lnTo>
                <a:lnTo>
                  <a:pt x="0" y="338"/>
                </a:lnTo>
                <a:lnTo>
                  <a:pt x="0" y="345"/>
                </a:lnTo>
                <a:lnTo>
                  <a:pt x="0" y="351"/>
                </a:lnTo>
                <a:lnTo>
                  <a:pt x="0" y="359"/>
                </a:lnTo>
                <a:lnTo>
                  <a:pt x="0" y="367"/>
                </a:lnTo>
                <a:lnTo>
                  <a:pt x="0" y="377"/>
                </a:lnTo>
                <a:lnTo>
                  <a:pt x="0" y="386"/>
                </a:lnTo>
                <a:lnTo>
                  <a:pt x="0" y="397"/>
                </a:lnTo>
                <a:lnTo>
                  <a:pt x="0" y="409"/>
                </a:lnTo>
                <a:lnTo>
                  <a:pt x="0" y="421"/>
                </a:lnTo>
                <a:lnTo>
                  <a:pt x="0" y="434"/>
                </a:lnTo>
                <a:lnTo>
                  <a:pt x="0" y="450"/>
                </a:lnTo>
                <a:lnTo>
                  <a:pt x="0" y="466"/>
                </a:lnTo>
                <a:lnTo>
                  <a:pt x="0" y="484"/>
                </a:lnTo>
                <a:lnTo>
                  <a:pt x="0" y="503"/>
                </a:lnTo>
                <a:lnTo>
                  <a:pt x="0" y="522"/>
                </a:lnTo>
                <a:lnTo>
                  <a:pt x="0" y="545"/>
                </a:lnTo>
                <a:lnTo>
                  <a:pt x="0" y="569"/>
                </a:lnTo>
                <a:lnTo>
                  <a:pt x="0" y="594"/>
                </a:lnTo>
                <a:lnTo>
                  <a:pt x="0" y="621"/>
                </a:lnTo>
                <a:lnTo>
                  <a:pt x="0" y="650"/>
                </a:lnTo>
                <a:lnTo>
                  <a:pt x="0" y="681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0" name="Rectangle 60">
            <a:extLst>
              <a:ext uri="{FF2B5EF4-FFF2-40B4-BE49-F238E27FC236}">
                <a16:creationId xmlns:a16="http://schemas.microsoft.com/office/drawing/2014/main" id="{0F2EB4A4-24BD-423E-9D46-3EFC0EAB3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27289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1" name="Rectangle 61">
            <a:extLst>
              <a:ext uri="{FF2B5EF4-FFF2-40B4-BE49-F238E27FC236}">
                <a16:creationId xmlns:a16="http://schemas.microsoft.com/office/drawing/2014/main" id="{151D1A23-32C7-4621-8A31-8459F891C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14922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2" name="Rectangle 62">
            <a:extLst>
              <a:ext uri="{FF2B5EF4-FFF2-40B4-BE49-F238E27FC236}">
                <a16:creationId xmlns:a16="http://schemas.microsoft.com/office/drawing/2014/main" id="{AB91487C-01CE-4DB3-88E2-26529F789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16160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3" name="Rectangle 63">
            <a:extLst>
              <a:ext uri="{FF2B5EF4-FFF2-40B4-BE49-F238E27FC236}">
                <a16:creationId xmlns:a16="http://schemas.microsoft.com/office/drawing/2014/main" id="{565E9731-5BC6-42CD-8A37-2132F89FF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14922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4" name="Rectangle 64">
            <a:extLst>
              <a:ext uri="{FF2B5EF4-FFF2-40B4-BE49-F238E27FC236}">
                <a16:creationId xmlns:a16="http://schemas.microsoft.com/office/drawing/2014/main" id="{4B2FDFC7-C8ED-4170-923F-020602099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938" y="16160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5" name="Rectangle 65">
            <a:extLst>
              <a:ext uri="{FF2B5EF4-FFF2-40B4-BE49-F238E27FC236}">
                <a16:creationId xmlns:a16="http://schemas.microsoft.com/office/drawing/2014/main" id="{E7C80E7A-2D6E-4DFD-8565-30F258864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14922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6" name="Line 66">
            <a:extLst>
              <a:ext uri="{FF2B5EF4-FFF2-40B4-BE49-F238E27FC236}">
                <a16:creationId xmlns:a16="http://schemas.microsoft.com/office/drawing/2014/main" id="{4A5C4ED2-549F-4044-A28A-35FA44AF1F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6800" y="1546225"/>
            <a:ext cx="55563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7" name="Line 67">
            <a:extLst>
              <a:ext uri="{FF2B5EF4-FFF2-40B4-BE49-F238E27FC236}">
                <a16:creationId xmlns:a16="http://schemas.microsoft.com/office/drawing/2014/main" id="{66BFE560-535E-46E0-AFDB-6C4D758318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638" y="1546225"/>
            <a:ext cx="84137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8" name="Line 68">
            <a:extLst>
              <a:ext uri="{FF2B5EF4-FFF2-40B4-BE49-F238E27FC236}">
                <a16:creationId xmlns:a16="http://schemas.microsoft.com/office/drawing/2014/main" id="{AF87170D-0B00-44CF-9410-0F591F1B92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1463" y="1546225"/>
            <a:ext cx="57150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09" name="Rectangle 69">
            <a:extLst>
              <a:ext uri="{FF2B5EF4-FFF2-40B4-BE49-F238E27FC236}">
                <a16:creationId xmlns:a16="http://schemas.microsoft.com/office/drawing/2014/main" id="{E8F7020A-36CE-4C4B-8366-935E1ACF8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16160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0" name="Rectangle 70">
            <a:extLst>
              <a:ext uri="{FF2B5EF4-FFF2-40B4-BE49-F238E27FC236}">
                <a16:creationId xmlns:a16="http://schemas.microsoft.com/office/drawing/2014/main" id="{BBEB31E8-095F-4351-A273-1F8A5A43B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0891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1" name="Rectangle 71">
            <a:extLst>
              <a:ext uri="{FF2B5EF4-FFF2-40B4-BE49-F238E27FC236}">
                <a16:creationId xmlns:a16="http://schemas.microsoft.com/office/drawing/2014/main" id="{6862BFC8-A205-419C-AA40-2A6D921E4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2216150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2" name="Rectangle 72">
            <a:extLst>
              <a:ext uri="{FF2B5EF4-FFF2-40B4-BE49-F238E27FC236}">
                <a16:creationId xmlns:a16="http://schemas.microsoft.com/office/drawing/2014/main" id="{9BB7BBCB-90C4-465F-9631-9DDD57B18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20891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3" name="Rectangle 73">
            <a:extLst>
              <a:ext uri="{FF2B5EF4-FFF2-40B4-BE49-F238E27FC236}">
                <a16:creationId xmlns:a16="http://schemas.microsoft.com/office/drawing/2014/main" id="{E5C43AA2-767E-4A36-A2D3-B4BA99363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221138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4" name="Rectangle 74">
            <a:extLst>
              <a:ext uri="{FF2B5EF4-FFF2-40B4-BE49-F238E27FC236}">
                <a16:creationId xmlns:a16="http://schemas.microsoft.com/office/drawing/2014/main" id="{039575E4-1973-413C-8172-69B1C5944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20891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5" name="Line 75">
            <a:extLst>
              <a:ext uri="{FF2B5EF4-FFF2-40B4-BE49-F238E27FC236}">
                <a16:creationId xmlns:a16="http://schemas.microsoft.com/office/drawing/2014/main" id="{98A40325-208E-4960-AA18-FA0A1F286C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638" y="2133600"/>
            <a:ext cx="84137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6" name="Rectangle 76">
            <a:extLst>
              <a:ext uri="{FF2B5EF4-FFF2-40B4-BE49-F238E27FC236}">
                <a16:creationId xmlns:a16="http://schemas.microsoft.com/office/drawing/2014/main" id="{E652DC5B-84B7-4D4E-92AC-39C236166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216150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7" name="Rectangle 77">
            <a:extLst>
              <a:ext uri="{FF2B5EF4-FFF2-40B4-BE49-F238E27FC236}">
                <a16:creationId xmlns:a16="http://schemas.microsoft.com/office/drawing/2014/main" id="{2457CCE2-254F-4445-8179-CEB603150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36814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8" name="Rectangle 78">
            <a:extLst>
              <a:ext uri="{FF2B5EF4-FFF2-40B4-BE49-F238E27FC236}">
                <a16:creationId xmlns:a16="http://schemas.microsoft.com/office/drawing/2014/main" id="{7134B1C4-5E7B-4329-9280-6F2E1096A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380523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19" name="Rectangle 79">
            <a:extLst>
              <a:ext uri="{FF2B5EF4-FFF2-40B4-BE49-F238E27FC236}">
                <a16:creationId xmlns:a16="http://schemas.microsoft.com/office/drawing/2014/main" id="{68F85671-914D-4B3D-B479-E7E5B3077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6814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0" name="Rectangle 80">
            <a:extLst>
              <a:ext uri="{FF2B5EF4-FFF2-40B4-BE49-F238E27FC236}">
                <a16:creationId xmlns:a16="http://schemas.microsoft.com/office/drawing/2014/main" id="{7563F17A-71FB-4A39-BBCF-1592BCFA2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380682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1" name="Rectangle 81">
            <a:extLst>
              <a:ext uri="{FF2B5EF4-FFF2-40B4-BE49-F238E27FC236}">
                <a16:creationId xmlns:a16="http://schemas.microsoft.com/office/drawing/2014/main" id="{8E3E44E2-E743-4DA9-8E5D-C3D46D06E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36814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2" name="Line 82">
            <a:extLst>
              <a:ext uri="{FF2B5EF4-FFF2-40B4-BE49-F238E27FC236}">
                <a16:creationId xmlns:a16="http://schemas.microsoft.com/office/drawing/2014/main" id="{18AF306D-3352-46AD-AB91-B0B5DAA5F9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6800" y="3727450"/>
            <a:ext cx="55563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3" name="Line 83">
            <a:extLst>
              <a:ext uri="{FF2B5EF4-FFF2-40B4-BE49-F238E27FC236}">
                <a16:creationId xmlns:a16="http://schemas.microsoft.com/office/drawing/2014/main" id="{FDF996DE-5D5E-4A06-A222-0D3107B067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1463" y="3727450"/>
            <a:ext cx="57150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4" name="Rectangle 84">
            <a:extLst>
              <a:ext uri="{FF2B5EF4-FFF2-40B4-BE49-F238E27FC236}">
                <a16:creationId xmlns:a16="http://schemas.microsoft.com/office/drawing/2014/main" id="{648D0066-91F4-48E0-AF24-EC047348C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380523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5" name="Rectangle 85">
            <a:extLst>
              <a:ext uri="{FF2B5EF4-FFF2-40B4-BE49-F238E27FC236}">
                <a16:creationId xmlns:a16="http://schemas.microsoft.com/office/drawing/2014/main" id="{B0200EB7-3467-40A8-8621-F88E17BB8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68446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6" name="Rectangle 86">
            <a:extLst>
              <a:ext uri="{FF2B5EF4-FFF2-40B4-BE49-F238E27FC236}">
                <a16:creationId xmlns:a16="http://schemas.microsoft.com/office/drawing/2014/main" id="{48BB6FCC-554F-4011-8314-50F8FB317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28098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7" name="Rectangle 87">
            <a:extLst>
              <a:ext uri="{FF2B5EF4-FFF2-40B4-BE49-F238E27FC236}">
                <a16:creationId xmlns:a16="http://schemas.microsoft.com/office/drawing/2014/main" id="{87A88045-0E11-4294-8BB5-9DA3FBBFF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268446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8" name="Rectangle 88">
            <a:extLst>
              <a:ext uri="{FF2B5EF4-FFF2-40B4-BE49-F238E27FC236}">
                <a16:creationId xmlns:a16="http://schemas.microsoft.com/office/drawing/2014/main" id="{E28EA2DA-4C92-4F80-AD15-6B2517BDC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28098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29" name="Rectangle 89">
            <a:extLst>
              <a:ext uri="{FF2B5EF4-FFF2-40B4-BE49-F238E27FC236}">
                <a16:creationId xmlns:a16="http://schemas.microsoft.com/office/drawing/2014/main" id="{B2E08EC4-683B-42DF-A526-6B8C87B36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268446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830" name="Rectangle 90">
            <a:extLst>
              <a:ext uri="{FF2B5EF4-FFF2-40B4-BE49-F238E27FC236}">
                <a16:creationId xmlns:a16="http://schemas.microsoft.com/office/drawing/2014/main" id="{E5AC5596-8D25-4D0F-9642-4565DF42C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8098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74831" name="Group 155">
            <a:extLst>
              <a:ext uri="{FF2B5EF4-FFF2-40B4-BE49-F238E27FC236}">
                <a16:creationId xmlns:a16="http://schemas.microsoft.com/office/drawing/2014/main" id="{A68ADA00-68EC-456E-BC06-C2EB5D5FC143}"/>
              </a:ext>
            </a:extLst>
          </p:cNvPr>
          <p:cNvGrpSpPr>
            <a:grpSpLocks/>
          </p:cNvGrpSpPr>
          <p:nvPr/>
        </p:nvGrpSpPr>
        <p:grpSpPr bwMode="auto">
          <a:xfrm>
            <a:off x="2103438" y="4667250"/>
            <a:ext cx="5181600" cy="490538"/>
            <a:chOff x="1524000" y="5562600"/>
            <a:chExt cx="5181600" cy="489890"/>
          </a:xfrm>
        </p:grpSpPr>
        <p:sp>
          <p:nvSpPr>
            <p:cNvPr id="74832" name="Rectangle 61">
              <a:extLst>
                <a:ext uri="{FF2B5EF4-FFF2-40B4-BE49-F238E27FC236}">
                  <a16:creationId xmlns:a16="http://schemas.microsoft.com/office/drawing/2014/main" id="{34D303E9-DA5F-4B77-860B-E9E241B9C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5683250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3" name="Rectangle 62">
              <a:extLst>
                <a:ext uri="{FF2B5EF4-FFF2-40B4-BE49-F238E27FC236}">
                  <a16:creationId xmlns:a16="http://schemas.microsoft.com/office/drawing/2014/main" id="{0F63C838-22D7-4AAD-A5AE-01C3156B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6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4" name="Rectangle 63">
              <a:extLst>
                <a:ext uri="{FF2B5EF4-FFF2-40B4-BE49-F238E27FC236}">
                  <a16:creationId xmlns:a16="http://schemas.microsoft.com/office/drawing/2014/main" id="{8316F43A-518C-4064-A13F-502184BE3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687" y="5683250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5" name="Rectangle 64">
              <a:extLst>
                <a:ext uri="{FF2B5EF4-FFF2-40B4-BE49-F238E27FC236}">
                  <a16:creationId xmlns:a16="http://schemas.microsoft.com/office/drawing/2014/main" id="{50CB9B5A-0A82-42FD-9AFD-609BC9072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9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6" name="Rectangle 65">
              <a:extLst>
                <a:ext uri="{FF2B5EF4-FFF2-40B4-BE49-F238E27FC236}">
                  <a16:creationId xmlns:a16="http://schemas.microsoft.com/office/drawing/2014/main" id="{5D4CBDBC-B2A7-4428-8230-646D272AA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3987" y="5683250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7" name="Line 66">
              <a:extLst>
                <a:ext uri="{FF2B5EF4-FFF2-40B4-BE49-F238E27FC236}">
                  <a16:creationId xmlns:a16="http://schemas.microsoft.com/office/drawing/2014/main" id="{D871F643-AD57-45C1-9142-30009A978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9826" y="5737225"/>
              <a:ext cx="89484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8" name="Line 67">
              <a:extLst>
                <a:ext uri="{FF2B5EF4-FFF2-40B4-BE49-F238E27FC236}">
                  <a16:creationId xmlns:a16="http://schemas.microsoft.com/office/drawing/2014/main" id="{9D0F69ED-9A8F-4E36-A68D-337F0256A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0625" y="5737225"/>
              <a:ext cx="84137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9" name="Line 68">
              <a:extLst>
                <a:ext uri="{FF2B5EF4-FFF2-40B4-BE49-F238E27FC236}">
                  <a16:creationId xmlns:a16="http://schemas.microsoft.com/office/drawing/2014/main" id="{B914B091-2793-417F-981D-A5B5B466F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4005" y="5737225"/>
              <a:ext cx="92041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0" name="Rectangle 69">
              <a:extLst>
                <a:ext uri="{FF2B5EF4-FFF2-40B4-BE49-F238E27FC236}">
                  <a16:creationId xmlns:a16="http://schemas.microsoft.com/office/drawing/2014/main" id="{DE0B4D82-4D92-4F52-A6EA-453E3B924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7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1" name="Rectangle 70">
              <a:extLst>
                <a:ext uri="{FF2B5EF4-FFF2-40B4-BE49-F238E27FC236}">
                  <a16:creationId xmlns:a16="http://schemas.microsoft.com/office/drawing/2014/main" id="{5F546870-5BD3-484D-927A-27F14A0A6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5680075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2" name="Rectangle 71">
              <a:extLst>
                <a:ext uri="{FF2B5EF4-FFF2-40B4-BE49-F238E27FC236}">
                  <a16:creationId xmlns:a16="http://schemas.microsoft.com/office/drawing/2014/main" id="{5EFDC426-5494-42DF-A3A8-2F3231462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0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3" name="Rectangle 72">
              <a:extLst>
                <a:ext uri="{FF2B5EF4-FFF2-40B4-BE49-F238E27FC236}">
                  <a16:creationId xmlns:a16="http://schemas.microsoft.com/office/drawing/2014/main" id="{0FAEF073-5684-4157-B68C-944029F17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087" y="5680075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4" name="Rectangle 73">
              <a:extLst>
                <a:ext uri="{FF2B5EF4-FFF2-40B4-BE49-F238E27FC236}">
                  <a16:creationId xmlns:a16="http://schemas.microsoft.com/office/drawing/2014/main" id="{03AD5BF1-88E2-43C3-A44B-89312B3ED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150" y="5802313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5" name="Rectangle 74">
              <a:extLst>
                <a:ext uri="{FF2B5EF4-FFF2-40B4-BE49-F238E27FC236}">
                  <a16:creationId xmlns:a16="http://schemas.microsoft.com/office/drawing/2014/main" id="{693E6C38-7F15-47BA-A5AF-880BBF7A3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800" y="5680075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6" name="Line 75">
              <a:extLst>
                <a:ext uri="{FF2B5EF4-FFF2-40B4-BE49-F238E27FC236}">
                  <a16:creationId xmlns:a16="http://schemas.microsoft.com/office/drawing/2014/main" id="{9CE16AAD-B2B1-4064-9788-CD11CA0647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56024" y="5726113"/>
              <a:ext cx="93667" cy="238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7" name="Rectangle 76">
              <a:extLst>
                <a:ext uri="{FF2B5EF4-FFF2-40B4-BE49-F238E27FC236}">
                  <a16:creationId xmlns:a16="http://schemas.microsoft.com/office/drawing/2014/main" id="{93512EB9-6701-4D03-BDAB-CBCBF8106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7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8" name="Rectangle 85">
              <a:extLst>
                <a:ext uri="{FF2B5EF4-FFF2-40B4-BE49-F238E27FC236}">
                  <a16:creationId xmlns:a16="http://schemas.microsoft.com/office/drawing/2014/main" id="{2B7AF4D8-6FC2-4BE9-9CE8-D82FE0DE8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9" name="Rectangle 86">
              <a:extLst>
                <a:ext uri="{FF2B5EF4-FFF2-40B4-BE49-F238E27FC236}">
                  <a16:creationId xmlns:a16="http://schemas.microsoft.com/office/drawing/2014/main" id="{282FC405-494D-40A0-B6F2-7537222BC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4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0" name="Rectangle 87">
              <a:extLst>
                <a:ext uri="{FF2B5EF4-FFF2-40B4-BE49-F238E27FC236}">
                  <a16:creationId xmlns:a16="http://schemas.microsoft.com/office/drawing/2014/main" id="{58172FEC-42B2-4CCD-A0EE-F58F40435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487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1" name="Rectangle 88">
              <a:extLst>
                <a:ext uri="{FF2B5EF4-FFF2-40B4-BE49-F238E27FC236}">
                  <a16:creationId xmlns:a16="http://schemas.microsoft.com/office/drawing/2014/main" id="{F6141871-8F69-41F1-91B5-EB096A134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550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2" name="Rectangle 89">
              <a:extLst>
                <a:ext uri="{FF2B5EF4-FFF2-40B4-BE49-F238E27FC236}">
                  <a16:creationId xmlns:a16="http://schemas.microsoft.com/office/drawing/2014/main" id="{D923D23F-1D02-429B-B184-2BC734ABE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3200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3" name="Rectangle 90">
              <a:extLst>
                <a:ext uri="{FF2B5EF4-FFF2-40B4-BE49-F238E27FC236}">
                  <a16:creationId xmlns:a16="http://schemas.microsoft.com/office/drawing/2014/main" id="{608FBFE9-F2F4-4C1A-BA9B-5DED7EC1B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5437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4" name="Rectangle 77">
              <a:extLst>
                <a:ext uri="{FF2B5EF4-FFF2-40B4-BE49-F238E27FC236}">
                  <a16:creationId xmlns:a16="http://schemas.microsoft.com/office/drawing/2014/main" id="{A0610521-9226-480C-89FF-B079932F2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413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5" name="Rectangle 78">
              <a:extLst>
                <a:ext uri="{FF2B5EF4-FFF2-40B4-BE49-F238E27FC236}">
                  <a16:creationId xmlns:a16="http://schemas.microsoft.com/office/drawing/2014/main" id="{0E994AC7-C6E3-40D8-8B8C-3B7D57EB6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1238" y="5805488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6" name="Rectangle 79">
              <a:extLst>
                <a:ext uri="{FF2B5EF4-FFF2-40B4-BE49-F238E27FC236}">
                  <a16:creationId xmlns:a16="http://schemas.microsoft.com/office/drawing/2014/main" id="{FF3CE6D5-94BF-41B1-AA23-4A7B097C7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300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7" name="Rectangle 80">
              <a:extLst>
                <a:ext uri="{FF2B5EF4-FFF2-40B4-BE49-F238E27FC236}">
                  <a16:creationId xmlns:a16="http://schemas.microsoft.com/office/drawing/2014/main" id="{B22E470A-DDED-47F4-9BAE-530E94A7A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9363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8" name="Rectangle 81">
              <a:extLst>
                <a:ext uri="{FF2B5EF4-FFF2-40B4-BE49-F238E27FC236}">
                  <a16:creationId xmlns:a16="http://schemas.microsoft.com/office/drawing/2014/main" id="{A5164395-9F8D-4038-9ED6-216D69E3B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0013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9" name="Line 82">
              <a:extLst>
                <a:ext uri="{FF2B5EF4-FFF2-40B4-BE49-F238E27FC236}">
                  <a16:creationId xmlns:a16="http://schemas.microsoft.com/office/drawing/2014/main" id="{8924ABFA-5885-4F8B-9372-FE15A55D9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439" y="5727700"/>
              <a:ext cx="89484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60" name="Line 83">
              <a:extLst>
                <a:ext uri="{FF2B5EF4-FFF2-40B4-BE49-F238E27FC236}">
                  <a16:creationId xmlns:a16="http://schemas.microsoft.com/office/drawing/2014/main" id="{CB17A427-889D-49C0-97EA-B8E9D4030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7016" y="5727700"/>
              <a:ext cx="101245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61" name="Rectangle 84">
              <a:extLst>
                <a:ext uri="{FF2B5EF4-FFF2-40B4-BE49-F238E27FC236}">
                  <a16:creationId xmlns:a16="http://schemas.microsoft.com/office/drawing/2014/main" id="{D68F6077-8CB6-4F6D-894F-87EE466EA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50" y="5805488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62" name="TextBox 186">
              <a:extLst>
                <a:ext uri="{FF2B5EF4-FFF2-40B4-BE49-F238E27FC236}">
                  <a16:creationId xmlns:a16="http://schemas.microsoft.com/office/drawing/2014/main" id="{DCA0DA9C-B9A9-4C16-9C39-32B765958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5562600"/>
              <a:ext cx="5376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=</a:t>
              </a:r>
            </a:p>
          </p:txBody>
        </p:sp>
        <p:sp>
          <p:nvSpPr>
            <p:cNvPr id="74863" name="TextBox 187">
              <a:extLst>
                <a:ext uri="{FF2B5EF4-FFF2-40B4-BE49-F238E27FC236}">
                  <a16:creationId xmlns:a16="http://schemas.microsoft.com/office/drawing/2014/main" id="{D19C19C7-9CFD-4E3C-B618-626FC6F9F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849" y="556824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74864" name="TextBox 188">
              <a:extLst>
                <a:ext uri="{FF2B5EF4-FFF2-40B4-BE49-F238E27FC236}">
                  <a16:creationId xmlns:a16="http://schemas.microsoft.com/office/drawing/2014/main" id="{94DFA378-B84A-4C28-BAA2-6B9B30F10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292" y="557953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74865" name="TextBox 189">
              <a:extLst>
                <a:ext uri="{FF2B5EF4-FFF2-40B4-BE49-F238E27FC236}">
                  <a16:creationId xmlns:a16="http://schemas.microsoft.com/office/drawing/2014/main" id="{F4CA229F-6396-49A6-9568-D585F6D9D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1248" y="559082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636529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4">
            <a:extLst>
              <a:ext uri="{FF2B5EF4-FFF2-40B4-BE49-F238E27FC236}">
                <a16:creationId xmlns:a16="http://schemas.microsoft.com/office/drawing/2014/main" id="{DC6F7CBC-B605-40B9-9609-CE8B1C6C4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1476375"/>
            <a:ext cx="12001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0" name="Line 5">
            <a:extLst>
              <a:ext uri="{FF2B5EF4-FFF2-40B4-BE49-F238E27FC236}">
                <a16:creationId xmlns:a16="http://schemas.microsoft.com/office/drawing/2014/main" id="{4DDDE0F9-3DDE-43A3-BE3A-F4646E9C9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2063750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1" name="Line 6">
            <a:extLst>
              <a:ext uri="{FF2B5EF4-FFF2-40B4-BE49-F238E27FC236}">
                <a16:creationId xmlns:a16="http://schemas.microsoft.com/office/drawing/2014/main" id="{EA8971EA-14E3-44E1-B8F3-CFAB72D8C3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0313" y="1476375"/>
            <a:ext cx="1587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2" name="Line 7">
            <a:extLst>
              <a:ext uri="{FF2B5EF4-FFF2-40B4-BE49-F238E27FC236}">
                <a16:creationId xmlns:a16="http://schemas.microsoft.com/office/drawing/2014/main" id="{EFCA22BB-996F-43CE-963A-F0451FD83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862013"/>
            <a:ext cx="587375" cy="6143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3" name="Rectangle 8">
            <a:extLst>
              <a:ext uri="{FF2B5EF4-FFF2-40B4-BE49-F238E27FC236}">
                <a16:creationId xmlns:a16="http://schemas.microsoft.com/office/drawing/2014/main" id="{FDF1F12D-51D4-4C3A-8E36-CBFF06048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708025"/>
            <a:ext cx="107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stem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4" name="Rectangle 9">
            <a:extLst>
              <a:ext uri="{FF2B5EF4-FFF2-40B4-BE49-F238E27FC236}">
                <a16:creationId xmlns:a16="http://schemas.microsoft.com/office/drawing/2014/main" id="{7ADEB218-FA79-44C7-BDC2-952157D2E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8413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5" name="Rectangle 10">
            <a:extLst>
              <a:ext uri="{FF2B5EF4-FFF2-40B4-BE49-F238E27FC236}">
                <a16:creationId xmlns:a16="http://schemas.microsoft.com/office/drawing/2014/main" id="{5C67299E-6BA5-45FD-A2FF-71B22B480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708025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6" name="Rectangle 11">
            <a:extLst>
              <a:ext uri="{FF2B5EF4-FFF2-40B4-BE49-F238E27FC236}">
                <a16:creationId xmlns:a16="http://schemas.microsoft.com/office/drawing/2014/main" id="{5C0F5BC3-3B67-4548-9EEF-6F2F7D7D5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8413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7" name="Rectangle 12">
            <a:extLst>
              <a:ext uri="{FF2B5EF4-FFF2-40B4-BE49-F238E27FC236}">
                <a16:creationId xmlns:a16="http://schemas.microsoft.com/office/drawing/2014/main" id="{B510872A-9C35-4DF8-B608-DB8A4D323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9509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8" name="Rectangle 13">
            <a:extLst>
              <a:ext uri="{FF2B5EF4-FFF2-40B4-BE49-F238E27FC236}">
                <a16:creationId xmlns:a16="http://schemas.microsoft.com/office/drawing/2014/main" id="{426A6A97-4E5E-4162-B278-7DBAA9D8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10858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9" name="Rectangle 14">
            <a:extLst>
              <a:ext uri="{FF2B5EF4-FFF2-40B4-BE49-F238E27FC236}">
                <a16:creationId xmlns:a16="http://schemas.microsoft.com/office/drawing/2014/main" id="{4CF2AEAE-7602-41C2-A1A0-3E28ABC3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509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0" name="Rectangle 15">
            <a:extLst>
              <a:ext uri="{FF2B5EF4-FFF2-40B4-BE49-F238E27FC236}">
                <a16:creationId xmlns:a16="http://schemas.microsoft.com/office/drawing/2014/main" id="{B32121D9-B258-4A02-831B-41FFCEC7B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1476375"/>
            <a:ext cx="11747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1" name="Line 16">
            <a:extLst>
              <a:ext uri="{FF2B5EF4-FFF2-40B4-BE49-F238E27FC236}">
                <a16:creationId xmlns:a16="http://schemas.microsoft.com/office/drawing/2014/main" id="{FC4BED56-0FEC-4144-8C3A-A8031A86A6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2063750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2" name="Line 17">
            <a:extLst>
              <a:ext uri="{FF2B5EF4-FFF2-40B4-BE49-F238E27FC236}">
                <a16:creationId xmlns:a16="http://schemas.microsoft.com/office/drawing/2014/main" id="{9E70DA13-5FEC-40EC-B0EB-D45F7A75C7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0" y="1476375"/>
            <a:ext cx="1588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3" name="Rectangle 18">
            <a:extLst>
              <a:ext uri="{FF2B5EF4-FFF2-40B4-BE49-F238E27FC236}">
                <a16:creationId xmlns:a16="http://schemas.microsoft.com/office/drawing/2014/main" id="{5E7E10B2-1FDE-483D-B325-EC13F83A0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0858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4" name="Rectangle 19">
            <a:extLst>
              <a:ext uri="{FF2B5EF4-FFF2-40B4-BE49-F238E27FC236}">
                <a16:creationId xmlns:a16="http://schemas.microsoft.com/office/drawing/2014/main" id="{F15AEC7C-E923-423D-9794-26F75795A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113030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5" name="Rectangle 20">
            <a:extLst>
              <a:ext uri="{FF2B5EF4-FFF2-40B4-BE49-F238E27FC236}">
                <a16:creationId xmlns:a16="http://schemas.microsoft.com/office/drawing/2014/main" id="{F4C8532F-8901-48A2-8476-AB3DE7E27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113030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6" name="Rectangle 21">
            <a:extLst>
              <a:ext uri="{FF2B5EF4-FFF2-40B4-BE49-F238E27FC236}">
                <a16:creationId xmlns:a16="http://schemas.microsoft.com/office/drawing/2014/main" id="{FD212344-D3F7-4A84-838D-4866BF783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113030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7" name="Rectangle 22">
            <a:extLst>
              <a:ext uri="{FF2B5EF4-FFF2-40B4-BE49-F238E27FC236}">
                <a16:creationId xmlns:a16="http://schemas.microsoft.com/office/drawing/2014/main" id="{4588AB22-1192-43F1-B88B-939EF5EFB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113030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8" name="Rectangle 23">
            <a:extLst>
              <a:ext uri="{FF2B5EF4-FFF2-40B4-BE49-F238E27FC236}">
                <a16:creationId xmlns:a16="http://schemas.microsoft.com/office/drawing/2014/main" id="{5063ACE6-AD32-4747-AA09-AF4D6A3A4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2336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9" name="Rectangle 24">
            <a:extLst>
              <a:ext uri="{FF2B5EF4-FFF2-40B4-BE49-F238E27FC236}">
                <a16:creationId xmlns:a16="http://schemas.microsoft.com/office/drawing/2014/main" id="{6089F5DB-6F28-48E6-B1C4-09829CEBB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651125"/>
            <a:ext cx="12001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0" name="Line 25">
            <a:extLst>
              <a:ext uri="{FF2B5EF4-FFF2-40B4-BE49-F238E27FC236}">
                <a16:creationId xmlns:a16="http://schemas.microsoft.com/office/drawing/2014/main" id="{3BC37DB7-E521-4457-A313-A0A7CDFFD6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3238500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1" name="Line 26">
            <a:extLst>
              <a:ext uri="{FF2B5EF4-FFF2-40B4-BE49-F238E27FC236}">
                <a16:creationId xmlns:a16="http://schemas.microsoft.com/office/drawing/2014/main" id="{E8D67EC7-ED4B-47AE-8900-600C74ECCB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0313" y="2651125"/>
            <a:ext cx="1587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2" name="Rectangle 27">
            <a:extLst>
              <a:ext uri="{FF2B5EF4-FFF2-40B4-BE49-F238E27FC236}">
                <a16:creationId xmlns:a16="http://schemas.microsoft.com/office/drawing/2014/main" id="{FA774EF1-69C7-4551-922F-C77A816C8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16398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3" name="Rectangle 28">
            <a:extLst>
              <a:ext uri="{FF2B5EF4-FFF2-40B4-BE49-F238E27FC236}">
                <a16:creationId xmlns:a16="http://schemas.microsoft.com/office/drawing/2014/main" id="{647C2F23-4D02-477D-8886-EFB1B1DA4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2651125"/>
            <a:ext cx="11747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4" name="Line 29">
            <a:extLst>
              <a:ext uri="{FF2B5EF4-FFF2-40B4-BE49-F238E27FC236}">
                <a16:creationId xmlns:a16="http://schemas.microsoft.com/office/drawing/2014/main" id="{7A77FD37-603F-4BAF-8C6A-8F33ECE885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3238500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5" name="Line 30">
            <a:extLst>
              <a:ext uri="{FF2B5EF4-FFF2-40B4-BE49-F238E27FC236}">
                <a16:creationId xmlns:a16="http://schemas.microsoft.com/office/drawing/2014/main" id="{5DA93FC5-4DA4-4C88-A0D7-D95A73320A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0" y="2651125"/>
            <a:ext cx="1588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6" name="Rectangle 31">
            <a:extLst>
              <a:ext uri="{FF2B5EF4-FFF2-40B4-BE49-F238E27FC236}">
                <a16:creationId xmlns:a16="http://schemas.microsoft.com/office/drawing/2014/main" id="{641FC105-19D4-4FD9-966E-12DE2AB2B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4210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7" name="Rectangle 32">
            <a:extLst>
              <a:ext uri="{FF2B5EF4-FFF2-40B4-BE49-F238E27FC236}">
                <a16:creationId xmlns:a16="http://schemas.microsoft.com/office/drawing/2014/main" id="{CE7D0686-81B5-4773-A9D2-FD0EFBA13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22336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8" name="Rectangle 33">
            <a:extLst>
              <a:ext uri="{FF2B5EF4-FFF2-40B4-BE49-F238E27FC236}">
                <a16:creationId xmlns:a16="http://schemas.microsoft.com/office/drawing/2014/main" id="{C5A1BDA0-0F4F-44E6-B1C6-D05D12C58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16398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79" name="Rectangle 34">
            <a:extLst>
              <a:ext uri="{FF2B5EF4-FFF2-40B4-BE49-F238E27FC236}">
                <a16:creationId xmlns:a16="http://schemas.microsoft.com/office/drawing/2014/main" id="{7F43B893-3249-4637-9C6D-2C9283EBB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8273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0" name="Rectangle 35">
            <a:extLst>
              <a:ext uri="{FF2B5EF4-FFF2-40B4-BE49-F238E27FC236}">
                <a16:creationId xmlns:a16="http://schemas.microsoft.com/office/drawing/2014/main" id="{3D11B3D4-96C1-46EC-BFF3-3988F1D06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63988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1" name="Rectangle 36">
            <a:extLst>
              <a:ext uri="{FF2B5EF4-FFF2-40B4-BE49-F238E27FC236}">
                <a16:creationId xmlns:a16="http://schemas.microsoft.com/office/drawing/2014/main" id="{92C21FD2-BD57-4826-B094-BFF4CE2F8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23361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2" name="Rectangle 37">
            <a:extLst>
              <a:ext uri="{FF2B5EF4-FFF2-40B4-BE49-F238E27FC236}">
                <a16:creationId xmlns:a16="http://schemas.microsoft.com/office/drawing/2014/main" id="{C57C252E-FF52-4FAC-803A-5D56B2307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82733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3" name="Rectangle 38">
            <a:extLst>
              <a:ext uri="{FF2B5EF4-FFF2-40B4-BE49-F238E27FC236}">
                <a16:creationId xmlns:a16="http://schemas.microsoft.com/office/drawing/2014/main" id="{1F41BB57-F26A-4B4A-9343-0721E292B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342106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4" name="Rectangle 39">
            <a:extLst>
              <a:ext uri="{FF2B5EF4-FFF2-40B4-BE49-F238E27FC236}">
                <a16:creationId xmlns:a16="http://schemas.microsoft.com/office/drawing/2014/main" id="{6536D772-6D1E-4B90-9AE9-45FE12C35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34210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5" name="Freeform 41">
            <a:extLst>
              <a:ext uri="{FF2B5EF4-FFF2-40B4-BE49-F238E27FC236}">
                <a16:creationId xmlns:a16="http://schemas.microsoft.com/office/drawing/2014/main" id="{E3C97317-3E66-4C78-BEC8-0B914B10E9B2}"/>
              </a:ext>
            </a:extLst>
          </p:cNvPr>
          <p:cNvSpPr>
            <a:spLocks/>
          </p:cNvSpPr>
          <p:nvPr/>
        </p:nvSpPr>
        <p:spPr bwMode="auto">
          <a:xfrm>
            <a:off x="3938588" y="1560513"/>
            <a:ext cx="306387" cy="1006475"/>
          </a:xfrm>
          <a:custGeom>
            <a:avLst/>
            <a:gdLst>
              <a:gd name="T0" fmla="*/ 0 w 352"/>
              <a:gd name="T1" fmla="*/ 2147483646 h 1152"/>
              <a:gd name="T2" fmla="*/ 2147483646 w 352"/>
              <a:gd name="T3" fmla="*/ 2147483646 h 1152"/>
              <a:gd name="T4" fmla="*/ 2147483646 w 352"/>
              <a:gd name="T5" fmla="*/ 2147483646 h 1152"/>
              <a:gd name="T6" fmla="*/ 2147483646 w 352"/>
              <a:gd name="T7" fmla="*/ 2147483646 h 1152"/>
              <a:gd name="T8" fmla="*/ 2147483646 w 352"/>
              <a:gd name="T9" fmla="*/ 2147483646 h 1152"/>
              <a:gd name="T10" fmla="*/ 2147483646 w 352"/>
              <a:gd name="T11" fmla="*/ 2147483646 h 1152"/>
              <a:gd name="T12" fmla="*/ 2147483646 w 352"/>
              <a:gd name="T13" fmla="*/ 2147483646 h 1152"/>
              <a:gd name="T14" fmla="*/ 2147483646 w 352"/>
              <a:gd name="T15" fmla="*/ 2147483646 h 1152"/>
              <a:gd name="T16" fmla="*/ 2147483646 w 352"/>
              <a:gd name="T17" fmla="*/ 2147483646 h 1152"/>
              <a:gd name="T18" fmla="*/ 2147483646 w 352"/>
              <a:gd name="T19" fmla="*/ 2147483646 h 1152"/>
              <a:gd name="T20" fmla="*/ 2147483646 w 352"/>
              <a:gd name="T21" fmla="*/ 0 h 1152"/>
              <a:gd name="T22" fmla="*/ 2147483646 w 352"/>
              <a:gd name="T23" fmla="*/ 0 h 1152"/>
              <a:gd name="T24" fmla="*/ 2147483646 w 352"/>
              <a:gd name="T25" fmla="*/ 2147483646 h 1152"/>
              <a:gd name="T26" fmla="*/ 2147483646 w 352"/>
              <a:gd name="T27" fmla="*/ 2147483646 h 1152"/>
              <a:gd name="T28" fmla="*/ 2147483646 w 352"/>
              <a:gd name="T29" fmla="*/ 2147483646 h 1152"/>
              <a:gd name="T30" fmla="*/ 2147483646 w 352"/>
              <a:gd name="T31" fmla="*/ 2147483646 h 1152"/>
              <a:gd name="T32" fmla="*/ 2147483646 w 352"/>
              <a:gd name="T33" fmla="*/ 2147483646 h 1152"/>
              <a:gd name="T34" fmla="*/ 2147483646 w 352"/>
              <a:gd name="T35" fmla="*/ 2147483646 h 1152"/>
              <a:gd name="T36" fmla="*/ 2147483646 w 352"/>
              <a:gd name="T37" fmla="*/ 2147483646 h 1152"/>
              <a:gd name="T38" fmla="*/ 2147483646 w 352"/>
              <a:gd name="T39" fmla="*/ 2147483646 h 1152"/>
              <a:gd name="T40" fmla="*/ 2147483646 w 352"/>
              <a:gd name="T41" fmla="*/ 2147483646 h 1152"/>
              <a:gd name="T42" fmla="*/ 2147483646 w 352"/>
              <a:gd name="T43" fmla="*/ 2147483646 h 1152"/>
              <a:gd name="T44" fmla="*/ 2147483646 w 352"/>
              <a:gd name="T45" fmla="*/ 2147483646 h 1152"/>
              <a:gd name="T46" fmla="*/ 2147483646 w 352"/>
              <a:gd name="T47" fmla="*/ 2147483646 h 1152"/>
              <a:gd name="T48" fmla="*/ 2147483646 w 352"/>
              <a:gd name="T49" fmla="*/ 2147483646 h 1152"/>
              <a:gd name="T50" fmla="*/ 2147483646 w 352"/>
              <a:gd name="T51" fmla="*/ 2147483646 h 1152"/>
              <a:gd name="T52" fmla="*/ 2147483646 w 352"/>
              <a:gd name="T53" fmla="*/ 2147483646 h 1152"/>
              <a:gd name="T54" fmla="*/ 2147483646 w 352"/>
              <a:gd name="T55" fmla="*/ 2147483646 h 1152"/>
              <a:gd name="T56" fmla="*/ 2147483646 w 352"/>
              <a:gd name="T57" fmla="*/ 2147483646 h 1152"/>
              <a:gd name="T58" fmla="*/ 2147483646 w 352"/>
              <a:gd name="T59" fmla="*/ 2147483646 h 1152"/>
              <a:gd name="T60" fmla="*/ 2147483646 w 352"/>
              <a:gd name="T61" fmla="*/ 2147483646 h 1152"/>
              <a:gd name="T62" fmla="*/ 2147483646 w 352"/>
              <a:gd name="T63" fmla="*/ 2147483646 h 1152"/>
              <a:gd name="T64" fmla="*/ 2147483646 w 352"/>
              <a:gd name="T65" fmla="*/ 2147483646 h 1152"/>
              <a:gd name="T66" fmla="*/ 2147483646 w 352"/>
              <a:gd name="T67" fmla="*/ 2147483646 h 1152"/>
              <a:gd name="T68" fmla="*/ 2147483646 w 352"/>
              <a:gd name="T69" fmla="*/ 2147483646 h 1152"/>
              <a:gd name="T70" fmla="*/ 2147483646 w 352"/>
              <a:gd name="T71" fmla="*/ 2147483646 h 1152"/>
              <a:gd name="T72" fmla="*/ 2147483646 w 352"/>
              <a:gd name="T73" fmla="*/ 2147483646 h 1152"/>
              <a:gd name="T74" fmla="*/ 2147483646 w 352"/>
              <a:gd name="T75" fmla="*/ 2147483646 h 1152"/>
              <a:gd name="T76" fmla="*/ 2147483646 w 352"/>
              <a:gd name="T77" fmla="*/ 2147483646 h 1152"/>
              <a:gd name="T78" fmla="*/ 2147483646 w 352"/>
              <a:gd name="T79" fmla="*/ 2147483646 h 1152"/>
              <a:gd name="T80" fmla="*/ 2147483646 w 352"/>
              <a:gd name="T81" fmla="*/ 2147483646 h 1152"/>
              <a:gd name="T82" fmla="*/ 2147483646 w 352"/>
              <a:gd name="T83" fmla="*/ 2147483646 h 1152"/>
              <a:gd name="T84" fmla="*/ 2147483646 w 352"/>
              <a:gd name="T85" fmla="*/ 2147483646 h 1152"/>
              <a:gd name="T86" fmla="*/ 2147483646 w 352"/>
              <a:gd name="T87" fmla="*/ 2147483646 h 1152"/>
              <a:gd name="T88" fmla="*/ 0 w 352"/>
              <a:gd name="T89" fmla="*/ 2147483646 h 115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352" h="1152">
                <a:moveTo>
                  <a:pt x="0" y="981"/>
                </a:moveTo>
                <a:lnTo>
                  <a:pt x="0" y="170"/>
                </a:lnTo>
                <a:lnTo>
                  <a:pt x="0" y="162"/>
                </a:lnTo>
                <a:lnTo>
                  <a:pt x="0" y="152"/>
                </a:lnTo>
                <a:lnTo>
                  <a:pt x="1" y="144"/>
                </a:lnTo>
                <a:lnTo>
                  <a:pt x="3" y="136"/>
                </a:lnTo>
                <a:lnTo>
                  <a:pt x="5" y="126"/>
                </a:lnTo>
                <a:lnTo>
                  <a:pt x="8" y="118"/>
                </a:lnTo>
                <a:lnTo>
                  <a:pt x="9" y="110"/>
                </a:lnTo>
                <a:lnTo>
                  <a:pt x="13" y="104"/>
                </a:lnTo>
                <a:lnTo>
                  <a:pt x="16" y="96"/>
                </a:lnTo>
                <a:lnTo>
                  <a:pt x="21" y="88"/>
                </a:lnTo>
                <a:lnTo>
                  <a:pt x="24" y="82"/>
                </a:lnTo>
                <a:lnTo>
                  <a:pt x="29" y="75"/>
                </a:lnTo>
                <a:lnTo>
                  <a:pt x="33" y="67"/>
                </a:lnTo>
                <a:lnTo>
                  <a:pt x="38" y="61"/>
                </a:lnTo>
                <a:lnTo>
                  <a:pt x="45" y="54"/>
                </a:lnTo>
                <a:lnTo>
                  <a:pt x="49" y="50"/>
                </a:lnTo>
                <a:lnTo>
                  <a:pt x="56" y="43"/>
                </a:lnTo>
                <a:lnTo>
                  <a:pt x="62" y="38"/>
                </a:lnTo>
                <a:lnTo>
                  <a:pt x="69" y="34"/>
                </a:lnTo>
                <a:lnTo>
                  <a:pt x="75" y="29"/>
                </a:lnTo>
                <a:lnTo>
                  <a:pt x="81" y="24"/>
                </a:lnTo>
                <a:lnTo>
                  <a:pt x="89" y="19"/>
                </a:lnTo>
                <a:lnTo>
                  <a:pt x="96" y="16"/>
                </a:lnTo>
                <a:lnTo>
                  <a:pt x="104" y="13"/>
                </a:lnTo>
                <a:lnTo>
                  <a:pt x="112" y="10"/>
                </a:lnTo>
                <a:lnTo>
                  <a:pt x="120" y="6"/>
                </a:lnTo>
                <a:lnTo>
                  <a:pt x="128" y="5"/>
                </a:lnTo>
                <a:lnTo>
                  <a:pt x="136" y="3"/>
                </a:lnTo>
                <a:lnTo>
                  <a:pt x="144" y="2"/>
                </a:lnTo>
                <a:lnTo>
                  <a:pt x="152" y="0"/>
                </a:lnTo>
                <a:lnTo>
                  <a:pt x="161" y="0"/>
                </a:lnTo>
                <a:lnTo>
                  <a:pt x="169" y="0"/>
                </a:lnTo>
                <a:lnTo>
                  <a:pt x="181" y="0"/>
                </a:lnTo>
                <a:lnTo>
                  <a:pt x="190" y="0"/>
                </a:lnTo>
                <a:lnTo>
                  <a:pt x="198" y="0"/>
                </a:lnTo>
                <a:lnTo>
                  <a:pt x="208" y="2"/>
                </a:lnTo>
                <a:lnTo>
                  <a:pt x="216" y="3"/>
                </a:lnTo>
                <a:lnTo>
                  <a:pt x="224" y="5"/>
                </a:lnTo>
                <a:lnTo>
                  <a:pt x="232" y="6"/>
                </a:lnTo>
                <a:lnTo>
                  <a:pt x="240" y="10"/>
                </a:lnTo>
                <a:lnTo>
                  <a:pt x="248" y="13"/>
                </a:lnTo>
                <a:lnTo>
                  <a:pt x="256" y="16"/>
                </a:lnTo>
                <a:lnTo>
                  <a:pt x="262" y="19"/>
                </a:lnTo>
                <a:lnTo>
                  <a:pt x="270" y="24"/>
                </a:lnTo>
                <a:lnTo>
                  <a:pt x="277" y="29"/>
                </a:lnTo>
                <a:lnTo>
                  <a:pt x="283" y="34"/>
                </a:lnTo>
                <a:lnTo>
                  <a:pt x="290" y="38"/>
                </a:lnTo>
                <a:lnTo>
                  <a:pt x="296" y="43"/>
                </a:lnTo>
                <a:lnTo>
                  <a:pt x="302" y="50"/>
                </a:lnTo>
                <a:lnTo>
                  <a:pt x="307" y="54"/>
                </a:lnTo>
                <a:lnTo>
                  <a:pt x="314" y="61"/>
                </a:lnTo>
                <a:lnTo>
                  <a:pt x="318" y="67"/>
                </a:lnTo>
                <a:lnTo>
                  <a:pt x="323" y="75"/>
                </a:lnTo>
                <a:lnTo>
                  <a:pt x="326" y="82"/>
                </a:lnTo>
                <a:lnTo>
                  <a:pt x="331" y="88"/>
                </a:lnTo>
                <a:lnTo>
                  <a:pt x="334" y="96"/>
                </a:lnTo>
                <a:lnTo>
                  <a:pt x="339" y="104"/>
                </a:lnTo>
                <a:lnTo>
                  <a:pt x="341" y="110"/>
                </a:lnTo>
                <a:lnTo>
                  <a:pt x="344" y="118"/>
                </a:lnTo>
                <a:lnTo>
                  <a:pt x="347" y="126"/>
                </a:lnTo>
                <a:lnTo>
                  <a:pt x="349" y="136"/>
                </a:lnTo>
                <a:lnTo>
                  <a:pt x="350" y="144"/>
                </a:lnTo>
                <a:lnTo>
                  <a:pt x="350" y="152"/>
                </a:lnTo>
                <a:lnTo>
                  <a:pt x="352" y="162"/>
                </a:lnTo>
                <a:lnTo>
                  <a:pt x="352" y="170"/>
                </a:lnTo>
                <a:lnTo>
                  <a:pt x="352" y="981"/>
                </a:lnTo>
                <a:lnTo>
                  <a:pt x="352" y="991"/>
                </a:lnTo>
                <a:lnTo>
                  <a:pt x="350" y="999"/>
                </a:lnTo>
                <a:lnTo>
                  <a:pt x="350" y="1007"/>
                </a:lnTo>
                <a:lnTo>
                  <a:pt x="349" y="1016"/>
                </a:lnTo>
                <a:lnTo>
                  <a:pt x="347" y="1024"/>
                </a:lnTo>
                <a:lnTo>
                  <a:pt x="344" y="1032"/>
                </a:lnTo>
                <a:lnTo>
                  <a:pt x="341" y="1040"/>
                </a:lnTo>
                <a:lnTo>
                  <a:pt x="339" y="1048"/>
                </a:lnTo>
                <a:lnTo>
                  <a:pt x="334" y="1055"/>
                </a:lnTo>
                <a:lnTo>
                  <a:pt x="331" y="1063"/>
                </a:lnTo>
                <a:lnTo>
                  <a:pt x="326" y="1069"/>
                </a:lnTo>
                <a:lnTo>
                  <a:pt x="323" y="1077"/>
                </a:lnTo>
                <a:lnTo>
                  <a:pt x="318" y="1084"/>
                </a:lnTo>
                <a:lnTo>
                  <a:pt x="314" y="1090"/>
                </a:lnTo>
                <a:lnTo>
                  <a:pt x="307" y="1096"/>
                </a:lnTo>
                <a:lnTo>
                  <a:pt x="302" y="1101"/>
                </a:lnTo>
                <a:lnTo>
                  <a:pt x="296" y="1108"/>
                </a:lnTo>
                <a:lnTo>
                  <a:pt x="290" y="1112"/>
                </a:lnTo>
                <a:lnTo>
                  <a:pt x="283" y="1119"/>
                </a:lnTo>
                <a:lnTo>
                  <a:pt x="277" y="1122"/>
                </a:lnTo>
                <a:lnTo>
                  <a:pt x="270" y="1127"/>
                </a:lnTo>
                <a:lnTo>
                  <a:pt x="262" y="1132"/>
                </a:lnTo>
                <a:lnTo>
                  <a:pt x="256" y="1135"/>
                </a:lnTo>
                <a:lnTo>
                  <a:pt x="248" y="1138"/>
                </a:lnTo>
                <a:lnTo>
                  <a:pt x="240" y="1141"/>
                </a:lnTo>
                <a:lnTo>
                  <a:pt x="232" y="1144"/>
                </a:lnTo>
                <a:lnTo>
                  <a:pt x="224" y="1146"/>
                </a:lnTo>
                <a:lnTo>
                  <a:pt x="216" y="1148"/>
                </a:lnTo>
                <a:lnTo>
                  <a:pt x="208" y="1149"/>
                </a:lnTo>
                <a:lnTo>
                  <a:pt x="198" y="1151"/>
                </a:lnTo>
                <a:lnTo>
                  <a:pt x="190" y="1151"/>
                </a:lnTo>
                <a:lnTo>
                  <a:pt x="181" y="1152"/>
                </a:lnTo>
                <a:lnTo>
                  <a:pt x="169" y="1152"/>
                </a:lnTo>
                <a:lnTo>
                  <a:pt x="161" y="1151"/>
                </a:lnTo>
                <a:lnTo>
                  <a:pt x="152" y="1151"/>
                </a:lnTo>
                <a:lnTo>
                  <a:pt x="144" y="1149"/>
                </a:lnTo>
                <a:lnTo>
                  <a:pt x="136" y="1148"/>
                </a:lnTo>
                <a:lnTo>
                  <a:pt x="128" y="1146"/>
                </a:lnTo>
                <a:lnTo>
                  <a:pt x="120" y="1144"/>
                </a:lnTo>
                <a:lnTo>
                  <a:pt x="112" y="1141"/>
                </a:lnTo>
                <a:lnTo>
                  <a:pt x="104" y="1138"/>
                </a:lnTo>
                <a:lnTo>
                  <a:pt x="96" y="1135"/>
                </a:lnTo>
                <a:lnTo>
                  <a:pt x="89" y="1132"/>
                </a:lnTo>
                <a:lnTo>
                  <a:pt x="81" y="1127"/>
                </a:lnTo>
                <a:lnTo>
                  <a:pt x="75" y="1122"/>
                </a:lnTo>
                <a:lnTo>
                  <a:pt x="69" y="1119"/>
                </a:lnTo>
                <a:lnTo>
                  <a:pt x="62" y="1112"/>
                </a:lnTo>
                <a:lnTo>
                  <a:pt x="56" y="1108"/>
                </a:lnTo>
                <a:lnTo>
                  <a:pt x="49" y="1101"/>
                </a:lnTo>
                <a:lnTo>
                  <a:pt x="45" y="1096"/>
                </a:lnTo>
                <a:lnTo>
                  <a:pt x="38" y="1090"/>
                </a:lnTo>
                <a:lnTo>
                  <a:pt x="33" y="1084"/>
                </a:lnTo>
                <a:lnTo>
                  <a:pt x="29" y="1077"/>
                </a:lnTo>
                <a:lnTo>
                  <a:pt x="24" y="1069"/>
                </a:lnTo>
                <a:lnTo>
                  <a:pt x="21" y="1063"/>
                </a:lnTo>
                <a:lnTo>
                  <a:pt x="16" y="1055"/>
                </a:lnTo>
                <a:lnTo>
                  <a:pt x="13" y="1048"/>
                </a:lnTo>
                <a:lnTo>
                  <a:pt x="9" y="1040"/>
                </a:lnTo>
                <a:lnTo>
                  <a:pt x="8" y="1032"/>
                </a:lnTo>
                <a:lnTo>
                  <a:pt x="5" y="1024"/>
                </a:lnTo>
                <a:lnTo>
                  <a:pt x="3" y="1016"/>
                </a:lnTo>
                <a:lnTo>
                  <a:pt x="1" y="1007"/>
                </a:lnTo>
                <a:lnTo>
                  <a:pt x="0" y="999"/>
                </a:lnTo>
                <a:lnTo>
                  <a:pt x="0" y="991"/>
                </a:lnTo>
                <a:lnTo>
                  <a:pt x="0" y="981"/>
                </a:lnTo>
                <a:close/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6" name="Line 44">
            <a:extLst>
              <a:ext uri="{FF2B5EF4-FFF2-40B4-BE49-F238E27FC236}">
                <a16:creationId xmlns:a16="http://schemas.microsoft.com/office/drawing/2014/main" id="{795F5F7F-94EE-4DA2-93D9-560F50BC69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92650" y="3182938"/>
            <a:ext cx="1588" cy="1062037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7" name="Freeform 48">
            <a:extLst>
              <a:ext uri="{FF2B5EF4-FFF2-40B4-BE49-F238E27FC236}">
                <a16:creationId xmlns:a16="http://schemas.microsoft.com/office/drawing/2014/main" id="{55B616CC-6F74-4414-ADFB-AF80CF948993}"/>
              </a:ext>
            </a:extLst>
          </p:cNvPr>
          <p:cNvSpPr>
            <a:spLocks/>
          </p:cNvSpPr>
          <p:nvPr/>
        </p:nvSpPr>
        <p:spPr bwMode="auto">
          <a:xfrm>
            <a:off x="4524375" y="2176463"/>
            <a:ext cx="307975" cy="977900"/>
          </a:xfrm>
          <a:custGeom>
            <a:avLst/>
            <a:gdLst>
              <a:gd name="T0" fmla="*/ 0 w 352"/>
              <a:gd name="T1" fmla="*/ 2147483646 h 1121"/>
              <a:gd name="T2" fmla="*/ 2147483646 w 352"/>
              <a:gd name="T3" fmla="*/ 2147483646 h 1121"/>
              <a:gd name="T4" fmla="*/ 2147483646 w 352"/>
              <a:gd name="T5" fmla="*/ 2147483646 h 1121"/>
              <a:gd name="T6" fmla="*/ 2147483646 w 352"/>
              <a:gd name="T7" fmla="*/ 2147483646 h 1121"/>
              <a:gd name="T8" fmla="*/ 2147483646 w 352"/>
              <a:gd name="T9" fmla="*/ 2147483646 h 1121"/>
              <a:gd name="T10" fmla="*/ 2147483646 w 352"/>
              <a:gd name="T11" fmla="*/ 2147483646 h 1121"/>
              <a:gd name="T12" fmla="*/ 2147483646 w 352"/>
              <a:gd name="T13" fmla="*/ 2147483646 h 1121"/>
              <a:gd name="T14" fmla="*/ 2147483646 w 352"/>
              <a:gd name="T15" fmla="*/ 2147483646 h 1121"/>
              <a:gd name="T16" fmla="*/ 2147483646 w 352"/>
              <a:gd name="T17" fmla="*/ 2147483646 h 1121"/>
              <a:gd name="T18" fmla="*/ 2147483646 w 352"/>
              <a:gd name="T19" fmla="*/ 2147483646 h 1121"/>
              <a:gd name="T20" fmla="*/ 2147483646 w 352"/>
              <a:gd name="T21" fmla="*/ 0 h 1121"/>
              <a:gd name="T22" fmla="*/ 2147483646 w 352"/>
              <a:gd name="T23" fmla="*/ 0 h 1121"/>
              <a:gd name="T24" fmla="*/ 2147483646 w 352"/>
              <a:gd name="T25" fmla="*/ 2147483646 h 1121"/>
              <a:gd name="T26" fmla="*/ 2147483646 w 352"/>
              <a:gd name="T27" fmla="*/ 2147483646 h 1121"/>
              <a:gd name="T28" fmla="*/ 2147483646 w 352"/>
              <a:gd name="T29" fmla="*/ 2147483646 h 1121"/>
              <a:gd name="T30" fmla="*/ 2147483646 w 352"/>
              <a:gd name="T31" fmla="*/ 2147483646 h 1121"/>
              <a:gd name="T32" fmla="*/ 2147483646 w 352"/>
              <a:gd name="T33" fmla="*/ 2147483646 h 1121"/>
              <a:gd name="T34" fmla="*/ 2147483646 w 352"/>
              <a:gd name="T35" fmla="*/ 2147483646 h 1121"/>
              <a:gd name="T36" fmla="*/ 2147483646 w 352"/>
              <a:gd name="T37" fmla="*/ 2147483646 h 1121"/>
              <a:gd name="T38" fmla="*/ 2147483646 w 352"/>
              <a:gd name="T39" fmla="*/ 2147483646 h 1121"/>
              <a:gd name="T40" fmla="*/ 2147483646 w 352"/>
              <a:gd name="T41" fmla="*/ 2147483646 h 1121"/>
              <a:gd name="T42" fmla="*/ 2147483646 w 352"/>
              <a:gd name="T43" fmla="*/ 2147483646 h 1121"/>
              <a:gd name="T44" fmla="*/ 2147483646 w 352"/>
              <a:gd name="T45" fmla="*/ 2147483646 h 1121"/>
              <a:gd name="T46" fmla="*/ 2147483646 w 352"/>
              <a:gd name="T47" fmla="*/ 2147483646 h 1121"/>
              <a:gd name="T48" fmla="*/ 2147483646 w 352"/>
              <a:gd name="T49" fmla="*/ 2147483646 h 1121"/>
              <a:gd name="T50" fmla="*/ 2147483646 w 352"/>
              <a:gd name="T51" fmla="*/ 2147483646 h 1121"/>
              <a:gd name="T52" fmla="*/ 2147483646 w 352"/>
              <a:gd name="T53" fmla="*/ 2147483646 h 1121"/>
              <a:gd name="T54" fmla="*/ 2147483646 w 352"/>
              <a:gd name="T55" fmla="*/ 2147483646 h 1121"/>
              <a:gd name="T56" fmla="*/ 2147483646 w 352"/>
              <a:gd name="T57" fmla="*/ 2147483646 h 1121"/>
              <a:gd name="T58" fmla="*/ 2147483646 w 352"/>
              <a:gd name="T59" fmla="*/ 2147483646 h 1121"/>
              <a:gd name="T60" fmla="*/ 2147483646 w 352"/>
              <a:gd name="T61" fmla="*/ 2147483646 h 1121"/>
              <a:gd name="T62" fmla="*/ 2147483646 w 352"/>
              <a:gd name="T63" fmla="*/ 2147483646 h 1121"/>
              <a:gd name="T64" fmla="*/ 2147483646 w 352"/>
              <a:gd name="T65" fmla="*/ 2147483646 h 1121"/>
              <a:gd name="T66" fmla="*/ 2147483646 w 352"/>
              <a:gd name="T67" fmla="*/ 2147483646 h 1121"/>
              <a:gd name="T68" fmla="*/ 2147483646 w 352"/>
              <a:gd name="T69" fmla="*/ 2147483646 h 1121"/>
              <a:gd name="T70" fmla="*/ 2147483646 w 352"/>
              <a:gd name="T71" fmla="*/ 2147483646 h 1121"/>
              <a:gd name="T72" fmla="*/ 2147483646 w 352"/>
              <a:gd name="T73" fmla="*/ 2147483646 h 1121"/>
              <a:gd name="T74" fmla="*/ 2147483646 w 352"/>
              <a:gd name="T75" fmla="*/ 2147483646 h 1121"/>
              <a:gd name="T76" fmla="*/ 2147483646 w 352"/>
              <a:gd name="T77" fmla="*/ 2147483646 h 1121"/>
              <a:gd name="T78" fmla="*/ 2147483646 w 352"/>
              <a:gd name="T79" fmla="*/ 2147483646 h 1121"/>
              <a:gd name="T80" fmla="*/ 2147483646 w 352"/>
              <a:gd name="T81" fmla="*/ 2147483646 h 1121"/>
              <a:gd name="T82" fmla="*/ 2147483646 w 352"/>
              <a:gd name="T83" fmla="*/ 2147483646 h 1121"/>
              <a:gd name="T84" fmla="*/ 2147483646 w 352"/>
              <a:gd name="T85" fmla="*/ 2147483646 h 1121"/>
              <a:gd name="T86" fmla="*/ 2147483646 w 352"/>
              <a:gd name="T87" fmla="*/ 2147483646 h 1121"/>
              <a:gd name="T88" fmla="*/ 0 w 352"/>
              <a:gd name="T89" fmla="*/ 2147483646 h 1121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352" h="1121">
                <a:moveTo>
                  <a:pt x="0" y="949"/>
                </a:moveTo>
                <a:lnTo>
                  <a:pt x="0" y="170"/>
                </a:lnTo>
                <a:lnTo>
                  <a:pt x="0" y="162"/>
                </a:lnTo>
                <a:lnTo>
                  <a:pt x="0" y="152"/>
                </a:lnTo>
                <a:lnTo>
                  <a:pt x="2" y="144"/>
                </a:lnTo>
                <a:lnTo>
                  <a:pt x="3" y="136"/>
                </a:lnTo>
                <a:lnTo>
                  <a:pt x="5" y="127"/>
                </a:lnTo>
                <a:lnTo>
                  <a:pt x="8" y="119"/>
                </a:lnTo>
                <a:lnTo>
                  <a:pt x="10" y="111"/>
                </a:lnTo>
                <a:lnTo>
                  <a:pt x="13" y="104"/>
                </a:lnTo>
                <a:lnTo>
                  <a:pt x="16" y="96"/>
                </a:lnTo>
                <a:lnTo>
                  <a:pt x="21" y="88"/>
                </a:lnTo>
                <a:lnTo>
                  <a:pt x="24" y="82"/>
                </a:lnTo>
                <a:lnTo>
                  <a:pt x="29" y="75"/>
                </a:lnTo>
                <a:lnTo>
                  <a:pt x="34" y="67"/>
                </a:lnTo>
                <a:lnTo>
                  <a:pt x="39" y="61"/>
                </a:lnTo>
                <a:lnTo>
                  <a:pt x="45" y="55"/>
                </a:lnTo>
                <a:lnTo>
                  <a:pt x="50" y="50"/>
                </a:lnTo>
                <a:lnTo>
                  <a:pt x="56" y="43"/>
                </a:lnTo>
                <a:lnTo>
                  <a:pt x="63" y="39"/>
                </a:lnTo>
                <a:lnTo>
                  <a:pt x="69" y="34"/>
                </a:lnTo>
                <a:lnTo>
                  <a:pt x="75" y="29"/>
                </a:lnTo>
                <a:lnTo>
                  <a:pt x="82" y="24"/>
                </a:lnTo>
                <a:lnTo>
                  <a:pt x="90" y="19"/>
                </a:lnTo>
                <a:lnTo>
                  <a:pt x="96" y="16"/>
                </a:lnTo>
                <a:lnTo>
                  <a:pt x="104" y="13"/>
                </a:lnTo>
                <a:lnTo>
                  <a:pt x="112" y="10"/>
                </a:lnTo>
                <a:lnTo>
                  <a:pt x="120" y="7"/>
                </a:lnTo>
                <a:lnTo>
                  <a:pt x="128" y="5"/>
                </a:lnTo>
                <a:lnTo>
                  <a:pt x="136" y="3"/>
                </a:lnTo>
                <a:lnTo>
                  <a:pt x="144" y="2"/>
                </a:lnTo>
                <a:lnTo>
                  <a:pt x="152" y="0"/>
                </a:lnTo>
                <a:lnTo>
                  <a:pt x="162" y="0"/>
                </a:lnTo>
                <a:lnTo>
                  <a:pt x="170" y="0"/>
                </a:lnTo>
                <a:lnTo>
                  <a:pt x="181" y="0"/>
                </a:lnTo>
                <a:lnTo>
                  <a:pt x="191" y="0"/>
                </a:lnTo>
                <a:lnTo>
                  <a:pt x="199" y="0"/>
                </a:lnTo>
                <a:lnTo>
                  <a:pt x="208" y="2"/>
                </a:lnTo>
                <a:lnTo>
                  <a:pt x="216" y="3"/>
                </a:lnTo>
                <a:lnTo>
                  <a:pt x="224" y="5"/>
                </a:lnTo>
                <a:lnTo>
                  <a:pt x="232" y="7"/>
                </a:lnTo>
                <a:lnTo>
                  <a:pt x="240" y="10"/>
                </a:lnTo>
                <a:lnTo>
                  <a:pt x="248" y="13"/>
                </a:lnTo>
                <a:lnTo>
                  <a:pt x="256" y="16"/>
                </a:lnTo>
                <a:lnTo>
                  <a:pt x="263" y="19"/>
                </a:lnTo>
                <a:lnTo>
                  <a:pt x="271" y="24"/>
                </a:lnTo>
                <a:lnTo>
                  <a:pt x="277" y="29"/>
                </a:lnTo>
                <a:lnTo>
                  <a:pt x="283" y="34"/>
                </a:lnTo>
                <a:lnTo>
                  <a:pt x="290" y="39"/>
                </a:lnTo>
                <a:lnTo>
                  <a:pt x="296" y="43"/>
                </a:lnTo>
                <a:lnTo>
                  <a:pt x="303" y="50"/>
                </a:lnTo>
                <a:lnTo>
                  <a:pt x="307" y="55"/>
                </a:lnTo>
                <a:lnTo>
                  <a:pt x="314" y="61"/>
                </a:lnTo>
                <a:lnTo>
                  <a:pt x="319" y="67"/>
                </a:lnTo>
                <a:lnTo>
                  <a:pt x="324" y="75"/>
                </a:lnTo>
                <a:lnTo>
                  <a:pt x="327" y="82"/>
                </a:lnTo>
                <a:lnTo>
                  <a:pt x="332" y="88"/>
                </a:lnTo>
                <a:lnTo>
                  <a:pt x="335" y="96"/>
                </a:lnTo>
                <a:lnTo>
                  <a:pt x="340" y="104"/>
                </a:lnTo>
                <a:lnTo>
                  <a:pt x="341" y="111"/>
                </a:lnTo>
                <a:lnTo>
                  <a:pt x="344" y="119"/>
                </a:lnTo>
                <a:lnTo>
                  <a:pt x="348" y="127"/>
                </a:lnTo>
                <a:lnTo>
                  <a:pt x="349" y="136"/>
                </a:lnTo>
                <a:lnTo>
                  <a:pt x="351" y="144"/>
                </a:lnTo>
                <a:lnTo>
                  <a:pt x="351" y="152"/>
                </a:lnTo>
                <a:lnTo>
                  <a:pt x="352" y="162"/>
                </a:lnTo>
                <a:lnTo>
                  <a:pt x="352" y="170"/>
                </a:lnTo>
                <a:lnTo>
                  <a:pt x="352" y="949"/>
                </a:lnTo>
                <a:lnTo>
                  <a:pt x="352" y="959"/>
                </a:lnTo>
                <a:lnTo>
                  <a:pt x="351" y="967"/>
                </a:lnTo>
                <a:lnTo>
                  <a:pt x="351" y="975"/>
                </a:lnTo>
                <a:lnTo>
                  <a:pt x="349" y="985"/>
                </a:lnTo>
                <a:lnTo>
                  <a:pt x="348" y="993"/>
                </a:lnTo>
                <a:lnTo>
                  <a:pt x="344" y="1001"/>
                </a:lnTo>
                <a:lnTo>
                  <a:pt x="341" y="1009"/>
                </a:lnTo>
                <a:lnTo>
                  <a:pt x="340" y="1017"/>
                </a:lnTo>
                <a:lnTo>
                  <a:pt x="335" y="1023"/>
                </a:lnTo>
                <a:lnTo>
                  <a:pt x="332" y="1031"/>
                </a:lnTo>
                <a:lnTo>
                  <a:pt x="327" y="1037"/>
                </a:lnTo>
                <a:lnTo>
                  <a:pt x="324" y="1045"/>
                </a:lnTo>
                <a:lnTo>
                  <a:pt x="319" y="1052"/>
                </a:lnTo>
                <a:lnTo>
                  <a:pt x="314" y="1058"/>
                </a:lnTo>
                <a:lnTo>
                  <a:pt x="307" y="1065"/>
                </a:lnTo>
                <a:lnTo>
                  <a:pt x="303" y="1069"/>
                </a:lnTo>
                <a:lnTo>
                  <a:pt x="296" y="1076"/>
                </a:lnTo>
                <a:lnTo>
                  <a:pt x="290" y="1081"/>
                </a:lnTo>
                <a:lnTo>
                  <a:pt x="283" y="1085"/>
                </a:lnTo>
                <a:lnTo>
                  <a:pt x="277" y="1090"/>
                </a:lnTo>
                <a:lnTo>
                  <a:pt x="271" y="1095"/>
                </a:lnTo>
                <a:lnTo>
                  <a:pt x="263" y="1100"/>
                </a:lnTo>
                <a:lnTo>
                  <a:pt x="256" y="1103"/>
                </a:lnTo>
                <a:lnTo>
                  <a:pt x="248" y="1106"/>
                </a:lnTo>
                <a:lnTo>
                  <a:pt x="240" y="1109"/>
                </a:lnTo>
                <a:lnTo>
                  <a:pt x="232" y="1113"/>
                </a:lnTo>
                <a:lnTo>
                  <a:pt x="224" y="1114"/>
                </a:lnTo>
                <a:lnTo>
                  <a:pt x="216" y="1116"/>
                </a:lnTo>
                <a:lnTo>
                  <a:pt x="208" y="1117"/>
                </a:lnTo>
                <a:lnTo>
                  <a:pt x="199" y="1119"/>
                </a:lnTo>
                <a:lnTo>
                  <a:pt x="191" y="1119"/>
                </a:lnTo>
                <a:lnTo>
                  <a:pt x="181" y="1121"/>
                </a:lnTo>
                <a:lnTo>
                  <a:pt x="170" y="1121"/>
                </a:lnTo>
                <a:lnTo>
                  <a:pt x="162" y="1119"/>
                </a:lnTo>
                <a:lnTo>
                  <a:pt x="152" y="1119"/>
                </a:lnTo>
                <a:lnTo>
                  <a:pt x="144" y="1117"/>
                </a:lnTo>
                <a:lnTo>
                  <a:pt x="136" y="1116"/>
                </a:lnTo>
                <a:lnTo>
                  <a:pt x="128" y="1114"/>
                </a:lnTo>
                <a:lnTo>
                  <a:pt x="120" y="1113"/>
                </a:lnTo>
                <a:lnTo>
                  <a:pt x="112" y="1109"/>
                </a:lnTo>
                <a:lnTo>
                  <a:pt x="104" y="1106"/>
                </a:lnTo>
                <a:lnTo>
                  <a:pt x="96" y="1103"/>
                </a:lnTo>
                <a:lnTo>
                  <a:pt x="90" y="1100"/>
                </a:lnTo>
                <a:lnTo>
                  <a:pt x="82" y="1095"/>
                </a:lnTo>
                <a:lnTo>
                  <a:pt x="75" y="1090"/>
                </a:lnTo>
                <a:lnTo>
                  <a:pt x="69" y="1085"/>
                </a:lnTo>
                <a:lnTo>
                  <a:pt x="63" y="1081"/>
                </a:lnTo>
                <a:lnTo>
                  <a:pt x="56" y="1076"/>
                </a:lnTo>
                <a:lnTo>
                  <a:pt x="50" y="1069"/>
                </a:lnTo>
                <a:lnTo>
                  <a:pt x="45" y="1065"/>
                </a:lnTo>
                <a:lnTo>
                  <a:pt x="39" y="1058"/>
                </a:lnTo>
                <a:lnTo>
                  <a:pt x="34" y="1052"/>
                </a:lnTo>
                <a:lnTo>
                  <a:pt x="29" y="1045"/>
                </a:lnTo>
                <a:lnTo>
                  <a:pt x="24" y="1037"/>
                </a:lnTo>
                <a:lnTo>
                  <a:pt x="21" y="1031"/>
                </a:lnTo>
                <a:lnTo>
                  <a:pt x="16" y="1023"/>
                </a:lnTo>
                <a:lnTo>
                  <a:pt x="13" y="1017"/>
                </a:lnTo>
                <a:lnTo>
                  <a:pt x="10" y="1009"/>
                </a:lnTo>
                <a:lnTo>
                  <a:pt x="8" y="1001"/>
                </a:lnTo>
                <a:lnTo>
                  <a:pt x="5" y="993"/>
                </a:lnTo>
                <a:lnTo>
                  <a:pt x="3" y="985"/>
                </a:lnTo>
                <a:lnTo>
                  <a:pt x="2" y="975"/>
                </a:lnTo>
                <a:lnTo>
                  <a:pt x="0" y="967"/>
                </a:lnTo>
                <a:lnTo>
                  <a:pt x="0" y="959"/>
                </a:lnTo>
                <a:lnTo>
                  <a:pt x="0" y="949"/>
                </a:lnTo>
                <a:close/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8" name="Freeform 49">
            <a:extLst>
              <a:ext uri="{FF2B5EF4-FFF2-40B4-BE49-F238E27FC236}">
                <a16:creationId xmlns:a16="http://schemas.microsoft.com/office/drawing/2014/main" id="{E18D3E3F-427C-4BF0-8027-C4C2432ABA82}"/>
              </a:ext>
            </a:extLst>
          </p:cNvPr>
          <p:cNvSpPr>
            <a:spLocks/>
          </p:cNvSpPr>
          <p:nvPr/>
        </p:nvSpPr>
        <p:spPr bwMode="auto">
          <a:xfrm>
            <a:off x="5111750" y="2762250"/>
            <a:ext cx="307975" cy="979488"/>
          </a:xfrm>
          <a:custGeom>
            <a:avLst/>
            <a:gdLst>
              <a:gd name="T0" fmla="*/ 0 w 353"/>
              <a:gd name="T1" fmla="*/ 2147483646 h 1121"/>
              <a:gd name="T2" fmla="*/ 2147483646 w 353"/>
              <a:gd name="T3" fmla="*/ 2147483646 h 1121"/>
              <a:gd name="T4" fmla="*/ 2147483646 w 353"/>
              <a:gd name="T5" fmla="*/ 2147483646 h 1121"/>
              <a:gd name="T6" fmla="*/ 2147483646 w 353"/>
              <a:gd name="T7" fmla="*/ 2147483646 h 1121"/>
              <a:gd name="T8" fmla="*/ 2147483646 w 353"/>
              <a:gd name="T9" fmla="*/ 2147483646 h 1121"/>
              <a:gd name="T10" fmla="*/ 2147483646 w 353"/>
              <a:gd name="T11" fmla="*/ 2147483646 h 1121"/>
              <a:gd name="T12" fmla="*/ 2147483646 w 353"/>
              <a:gd name="T13" fmla="*/ 2147483646 h 1121"/>
              <a:gd name="T14" fmla="*/ 2147483646 w 353"/>
              <a:gd name="T15" fmla="*/ 2147483646 h 1121"/>
              <a:gd name="T16" fmla="*/ 2147483646 w 353"/>
              <a:gd name="T17" fmla="*/ 2147483646 h 1121"/>
              <a:gd name="T18" fmla="*/ 2147483646 w 353"/>
              <a:gd name="T19" fmla="*/ 2147483646 h 1121"/>
              <a:gd name="T20" fmla="*/ 2147483646 w 353"/>
              <a:gd name="T21" fmla="*/ 0 h 1121"/>
              <a:gd name="T22" fmla="*/ 2147483646 w 353"/>
              <a:gd name="T23" fmla="*/ 0 h 1121"/>
              <a:gd name="T24" fmla="*/ 2147483646 w 353"/>
              <a:gd name="T25" fmla="*/ 2147483646 h 1121"/>
              <a:gd name="T26" fmla="*/ 2147483646 w 353"/>
              <a:gd name="T27" fmla="*/ 2147483646 h 1121"/>
              <a:gd name="T28" fmla="*/ 2147483646 w 353"/>
              <a:gd name="T29" fmla="*/ 2147483646 h 1121"/>
              <a:gd name="T30" fmla="*/ 2147483646 w 353"/>
              <a:gd name="T31" fmla="*/ 2147483646 h 1121"/>
              <a:gd name="T32" fmla="*/ 2147483646 w 353"/>
              <a:gd name="T33" fmla="*/ 2147483646 h 1121"/>
              <a:gd name="T34" fmla="*/ 2147483646 w 353"/>
              <a:gd name="T35" fmla="*/ 2147483646 h 1121"/>
              <a:gd name="T36" fmla="*/ 2147483646 w 353"/>
              <a:gd name="T37" fmla="*/ 2147483646 h 1121"/>
              <a:gd name="T38" fmla="*/ 2147483646 w 353"/>
              <a:gd name="T39" fmla="*/ 2147483646 h 1121"/>
              <a:gd name="T40" fmla="*/ 2147483646 w 353"/>
              <a:gd name="T41" fmla="*/ 2147483646 h 1121"/>
              <a:gd name="T42" fmla="*/ 2147483646 w 353"/>
              <a:gd name="T43" fmla="*/ 2147483646 h 1121"/>
              <a:gd name="T44" fmla="*/ 2147483646 w 353"/>
              <a:gd name="T45" fmla="*/ 2147483646 h 1121"/>
              <a:gd name="T46" fmla="*/ 2147483646 w 353"/>
              <a:gd name="T47" fmla="*/ 2147483646 h 1121"/>
              <a:gd name="T48" fmla="*/ 2147483646 w 353"/>
              <a:gd name="T49" fmla="*/ 2147483646 h 1121"/>
              <a:gd name="T50" fmla="*/ 2147483646 w 353"/>
              <a:gd name="T51" fmla="*/ 2147483646 h 1121"/>
              <a:gd name="T52" fmla="*/ 2147483646 w 353"/>
              <a:gd name="T53" fmla="*/ 2147483646 h 1121"/>
              <a:gd name="T54" fmla="*/ 2147483646 w 353"/>
              <a:gd name="T55" fmla="*/ 2147483646 h 1121"/>
              <a:gd name="T56" fmla="*/ 2147483646 w 353"/>
              <a:gd name="T57" fmla="*/ 2147483646 h 1121"/>
              <a:gd name="T58" fmla="*/ 2147483646 w 353"/>
              <a:gd name="T59" fmla="*/ 2147483646 h 1121"/>
              <a:gd name="T60" fmla="*/ 2147483646 w 353"/>
              <a:gd name="T61" fmla="*/ 2147483646 h 1121"/>
              <a:gd name="T62" fmla="*/ 2147483646 w 353"/>
              <a:gd name="T63" fmla="*/ 2147483646 h 1121"/>
              <a:gd name="T64" fmla="*/ 2147483646 w 353"/>
              <a:gd name="T65" fmla="*/ 2147483646 h 1121"/>
              <a:gd name="T66" fmla="*/ 2147483646 w 353"/>
              <a:gd name="T67" fmla="*/ 2147483646 h 1121"/>
              <a:gd name="T68" fmla="*/ 2147483646 w 353"/>
              <a:gd name="T69" fmla="*/ 2147483646 h 1121"/>
              <a:gd name="T70" fmla="*/ 2147483646 w 353"/>
              <a:gd name="T71" fmla="*/ 2147483646 h 1121"/>
              <a:gd name="T72" fmla="*/ 2147483646 w 353"/>
              <a:gd name="T73" fmla="*/ 2147483646 h 1121"/>
              <a:gd name="T74" fmla="*/ 2147483646 w 353"/>
              <a:gd name="T75" fmla="*/ 2147483646 h 1121"/>
              <a:gd name="T76" fmla="*/ 2147483646 w 353"/>
              <a:gd name="T77" fmla="*/ 2147483646 h 1121"/>
              <a:gd name="T78" fmla="*/ 2147483646 w 353"/>
              <a:gd name="T79" fmla="*/ 2147483646 h 1121"/>
              <a:gd name="T80" fmla="*/ 2147483646 w 353"/>
              <a:gd name="T81" fmla="*/ 2147483646 h 1121"/>
              <a:gd name="T82" fmla="*/ 2147483646 w 353"/>
              <a:gd name="T83" fmla="*/ 2147483646 h 1121"/>
              <a:gd name="T84" fmla="*/ 2147483646 w 353"/>
              <a:gd name="T85" fmla="*/ 2147483646 h 1121"/>
              <a:gd name="T86" fmla="*/ 2147483646 w 353"/>
              <a:gd name="T87" fmla="*/ 2147483646 h 1121"/>
              <a:gd name="T88" fmla="*/ 0 w 353"/>
              <a:gd name="T89" fmla="*/ 2147483646 h 1121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353" h="1121">
                <a:moveTo>
                  <a:pt x="0" y="950"/>
                </a:moveTo>
                <a:lnTo>
                  <a:pt x="0" y="170"/>
                </a:lnTo>
                <a:lnTo>
                  <a:pt x="0" y="162"/>
                </a:lnTo>
                <a:lnTo>
                  <a:pt x="0" y="152"/>
                </a:lnTo>
                <a:lnTo>
                  <a:pt x="2" y="144"/>
                </a:lnTo>
                <a:lnTo>
                  <a:pt x="4" y="136"/>
                </a:lnTo>
                <a:lnTo>
                  <a:pt x="5" y="127"/>
                </a:lnTo>
                <a:lnTo>
                  <a:pt x="8" y="119"/>
                </a:lnTo>
                <a:lnTo>
                  <a:pt x="10" y="111"/>
                </a:lnTo>
                <a:lnTo>
                  <a:pt x="13" y="104"/>
                </a:lnTo>
                <a:lnTo>
                  <a:pt x="16" y="96"/>
                </a:lnTo>
                <a:lnTo>
                  <a:pt x="21" y="88"/>
                </a:lnTo>
                <a:lnTo>
                  <a:pt x="24" y="82"/>
                </a:lnTo>
                <a:lnTo>
                  <a:pt x="29" y="76"/>
                </a:lnTo>
                <a:lnTo>
                  <a:pt x="34" y="68"/>
                </a:lnTo>
                <a:lnTo>
                  <a:pt x="39" y="61"/>
                </a:lnTo>
                <a:lnTo>
                  <a:pt x="45" y="55"/>
                </a:lnTo>
                <a:lnTo>
                  <a:pt x="50" y="50"/>
                </a:lnTo>
                <a:lnTo>
                  <a:pt x="57" y="44"/>
                </a:lnTo>
                <a:lnTo>
                  <a:pt x="63" y="39"/>
                </a:lnTo>
                <a:lnTo>
                  <a:pt x="69" y="34"/>
                </a:lnTo>
                <a:lnTo>
                  <a:pt x="76" y="29"/>
                </a:lnTo>
                <a:lnTo>
                  <a:pt x="82" y="24"/>
                </a:lnTo>
                <a:lnTo>
                  <a:pt x="90" y="20"/>
                </a:lnTo>
                <a:lnTo>
                  <a:pt x="97" y="16"/>
                </a:lnTo>
                <a:lnTo>
                  <a:pt x="105" y="13"/>
                </a:lnTo>
                <a:lnTo>
                  <a:pt x="113" y="10"/>
                </a:lnTo>
                <a:lnTo>
                  <a:pt x="121" y="7"/>
                </a:lnTo>
                <a:lnTo>
                  <a:pt x="129" y="5"/>
                </a:lnTo>
                <a:lnTo>
                  <a:pt x="137" y="4"/>
                </a:lnTo>
                <a:lnTo>
                  <a:pt x="145" y="2"/>
                </a:lnTo>
                <a:lnTo>
                  <a:pt x="153" y="0"/>
                </a:lnTo>
                <a:lnTo>
                  <a:pt x="162" y="0"/>
                </a:lnTo>
                <a:lnTo>
                  <a:pt x="170" y="0"/>
                </a:lnTo>
                <a:lnTo>
                  <a:pt x="181" y="0"/>
                </a:lnTo>
                <a:lnTo>
                  <a:pt x="191" y="0"/>
                </a:lnTo>
                <a:lnTo>
                  <a:pt x="199" y="0"/>
                </a:lnTo>
                <a:lnTo>
                  <a:pt x="209" y="2"/>
                </a:lnTo>
                <a:lnTo>
                  <a:pt x="217" y="4"/>
                </a:lnTo>
                <a:lnTo>
                  <a:pt x="225" y="5"/>
                </a:lnTo>
                <a:lnTo>
                  <a:pt x="233" y="7"/>
                </a:lnTo>
                <a:lnTo>
                  <a:pt x="241" y="10"/>
                </a:lnTo>
                <a:lnTo>
                  <a:pt x="249" y="13"/>
                </a:lnTo>
                <a:lnTo>
                  <a:pt x="257" y="16"/>
                </a:lnTo>
                <a:lnTo>
                  <a:pt x="263" y="20"/>
                </a:lnTo>
                <a:lnTo>
                  <a:pt x="271" y="24"/>
                </a:lnTo>
                <a:lnTo>
                  <a:pt x="277" y="29"/>
                </a:lnTo>
                <a:lnTo>
                  <a:pt x="284" y="34"/>
                </a:lnTo>
                <a:lnTo>
                  <a:pt x="290" y="39"/>
                </a:lnTo>
                <a:lnTo>
                  <a:pt x="297" y="44"/>
                </a:lnTo>
                <a:lnTo>
                  <a:pt x="303" y="50"/>
                </a:lnTo>
                <a:lnTo>
                  <a:pt x="308" y="55"/>
                </a:lnTo>
                <a:lnTo>
                  <a:pt x="314" y="61"/>
                </a:lnTo>
                <a:lnTo>
                  <a:pt x="319" y="68"/>
                </a:lnTo>
                <a:lnTo>
                  <a:pt x="324" y="76"/>
                </a:lnTo>
                <a:lnTo>
                  <a:pt x="327" y="82"/>
                </a:lnTo>
                <a:lnTo>
                  <a:pt x="332" y="88"/>
                </a:lnTo>
                <a:lnTo>
                  <a:pt x="335" y="96"/>
                </a:lnTo>
                <a:lnTo>
                  <a:pt x="340" y="104"/>
                </a:lnTo>
                <a:lnTo>
                  <a:pt x="341" y="111"/>
                </a:lnTo>
                <a:lnTo>
                  <a:pt x="345" y="119"/>
                </a:lnTo>
                <a:lnTo>
                  <a:pt x="348" y="127"/>
                </a:lnTo>
                <a:lnTo>
                  <a:pt x="349" y="136"/>
                </a:lnTo>
                <a:lnTo>
                  <a:pt x="351" y="144"/>
                </a:lnTo>
                <a:lnTo>
                  <a:pt x="351" y="152"/>
                </a:lnTo>
                <a:lnTo>
                  <a:pt x="353" y="162"/>
                </a:lnTo>
                <a:lnTo>
                  <a:pt x="353" y="170"/>
                </a:lnTo>
                <a:lnTo>
                  <a:pt x="353" y="950"/>
                </a:lnTo>
                <a:lnTo>
                  <a:pt x="353" y="959"/>
                </a:lnTo>
                <a:lnTo>
                  <a:pt x="351" y="967"/>
                </a:lnTo>
                <a:lnTo>
                  <a:pt x="351" y="975"/>
                </a:lnTo>
                <a:lnTo>
                  <a:pt x="349" y="985"/>
                </a:lnTo>
                <a:lnTo>
                  <a:pt x="348" y="993"/>
                </a:lnTo>
                <a:lnTo>
                  <a:pt x="345" y="1001"/>
                </a:lnTo>
                <a:lnTo>
                  <a:pt x="341" y="1009"/>
                </a:lnTo>
                <a:lnTo>
                  <a:pt x="340" y="1017"/>
                </a:lnTo>
                <a:lnTo>
                  <a:pt x="335" y="1023"/>
                </a:lnTo>
                <a:lnTo>
                  <a:pt x="332" y="1031"/>
                </a:lnTo>
                <a:lnTo>
                  <a:pt x="327" y="1038"/>
                </a:lnTo>
                <a:lnTo>
                  <a:pt x="324" y="1046"/>
                </a:lnTo>
                <a:lnTo>
                  <a:pt x="319" y="1052"/>
                </a:lnTo>
                <a:lnTo>
                  <a:pt x="314" y="1058"/>
                </a:lnTo>
                <a:lnTo>
                  <a:pt x="308" y="1065"/>
                </a:lnTo>
                <a:lnTo>
                  <a:pt x="303" y="1070"/>
                </a:lnTo>
                <a:lnTo>
                  <a:pt x="297" y="1076"/>
                </a:lnTo>
                <a:lnTo>
                  <a:pt x="290" y="1081"/>
                </a:lnTo>
                <a:lnTo>
                  <a:pt x="284" y="1086"/>
                </a:lnTo>
                <a:lnTo>
                  <a:pt x="277" y="1090"/>
                </a:lnTo>
                <a:lnTo>
                  <a:pt x="271" y="1095"/>
                </a:lnTo>
                <a:lnTo>
                  <a:pt x="263" y="1100"/>
                </a:lnTo>
                <a:lnTo>
                  <a:pt x="257" y="1103"/>
                </a:lnTo>
                <a:lnTo>
                  <a:pt x="249" y="1106"/>
                </a:lnTo>
                <a:lnTo>
                  <a:pt x="241" y="1110"/>
                </a:lnTo>
                <a:lnTo>
                  <a:pt x="233" y="1113"/>
                </a:lnTo>
                <a:lnTo>
                  <a:pt x="225" y="1114"/>
                </a:lnTo>
                <a:lnTo>
                  <a:pt x="217" y="1116"/>
                </a:lnTo>
                <a:lnTo>
                  <a:pt x="209" y="1118"/>
                </a:lnTo>
                <a:lnTo>
                  <a:pt x="199" y="1119"/>
                </a:lnTo>
                <a:lnTo>
                  <a:pt x="191" y="1119"/>
                </a:lnTo>
                <a:lnTo>
                  <a:pt x="181" y="1121"/>
                </a:lnTo>
                <a:lnTo>
                  <a:pt x="170" y="1121"/>
                </a:lnTo>
                <a:lnTo>
                  <a:pt x="162" y="1119"/>
                </a:lnTo>
                <a:lnTo>
                  <a:pt x="153" y="1119"/>
                </a:lnTo>
                <a:lnTo>
                  <a:pt x="145" y="1118"/>
                </a:lnTo>
                <a:lnTo>
                  <a:pt x="137" y="1116"/>
                </a:lnTo>
                <a:lnTo>
                  <a:pt x="129" y="1114"/>
                </a:lnTo>
                <a:lnTo>
                  <a:pt x="121" y="1113"/>
                </a:lnTo>
                <a:lnTo>
                  <a:pt x="113" y="1110"/>
                </a:lnTo>
                <a:lnTo>
                  <a:pt x="105" y="1106"/>
                </a:lnTo>
                <a:lnTo>
                  <a:pt x="97" y="1103"/>
                </a:lnTo>
                <a:lnTo>
                  <a:pt x="90" y="1100"/>
                </a:lnTo>
                <a:lnTo>
                  <a:pt x="82" y="1095"/>
                </a:lnTo>
                <a:lnTo>
                  <a:pt x="76" y="1090"/>
                </a:lnTo>
                <a:lnTo>
                  <a:pt x="69" y="1086"/>
                </a:lnTo>
                <a:lnTo>
                  <a:pt x="63" y="1081"/>
                </a:lnTo>
                <a:lnTo>
                  <a:pt x="57" y="1076"/>
                </a:lnTo>
                <a:lnTo>
                  <a:pt x="50" y="1070"/>
                </a:lnTo>
                <a:lnTo>
                  <a:pt x="45" y="1065"/>
                </a:lnTo>
                <a:lnTo>
                  <a:pt x="39" y="1058"/>
                </a:lnTo>
                <a:lnTo>
                  <a:pt x="34" y="1052"/>
                </a:lnTo>
                <a:lnTo>
                  <a:pt x="29" y="1046"/>
                </a:lnTo>
                <a:lnTo>
                  <a:pt x="24" y="1038"/>
                </a:lnTo>
                <a:lnTo>
                  <a:pt x="21" y="1031"/>
                </a:lnTo>
                <a:lnTo>
                  <a:pt x="16" y="1023"/>
                </a:lnTo>
                <a:lnTo>
                  <a:pt x="13" y="1017"/>
                </a:lnTo>
                <a:lnTo>
                  <a:pt x="10" y="1009"/>
                </a:lnTo>
                <a:lnTo>
                  <a:pt x="8" y="1001"/>
                </a:lnTo>
                <a:lnTo>
                  <a:pt x="5" y="993"/>
                </a:lnTo>
                <a:lnTo>
                  <a:pt x="4" y="985"/>
                </a:lnTo>
                <a:lnTo>
                  <a:pt x="2" y="975"/>
                </a:lnTo>
                <a:lnTo>
                  <a:pt x="0" y="967"/>
                </a:lnTo>
                <a:lnTo>
                  <a:pt x="0" y="959"/>
                </a:lnTo>
                <a:lnTo>
                  <a:pt x="0" y="950"/>
                </a:lnTo>
                <a:close/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89" name="Line 53">
            <a:extLst>
              <a:ext uri="{FF2B5EF4-FFF2-40B4-BE49-F238E27FC236}">
                <a16:creationId xmlns:a16="http://schemas.microsoft.com/office/drawing/2014/main" id="{C4A82C53-7682-4279-B1AD-44CD0BC98E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0388" y="1924050"/>
            <a:ext cx="1587" cy="14811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0" name="Freeform 55">
            <a:extLst>
              <a:ext uri="{FF2B5EF4-FFF2-40B4-BE49-F238E27FC236}">
                <a16:creationId xmlns:a16="http://schemas.microsoft.com/office/drawing/2014/main" id="{7974C983-EE66-44EE-B160-C6B2F0AC5E1F}"/>
              </a:ext>
            </a:extLst>
          </p:cNvPr>
          <p:cNvSpPr>
            <a:spLocks/>
          </p:cNvSpPr>
          <p:nvPr/>
        </p:nvSpPr>
        <p:spPr bwMode="auto">
          <a:xfrm>
            <a:off x="3105150" y="3403600"/>
            <a:ext cx="531813" cy="296863"/>
          </a:xfrm>
          <a:custGeom>
            <a:avLst/>
            <a:gdLst>
              <a:gd name="T0" fmla="*/ 2147483646 w 608"/>
              <a:gd name="T1" fmla="*/ 2147483646 h 341"/>
              <a:gd name="T2" fmla="*/ 2147483646 w 608"/>
              <a:gd name="T3" fmla="*/ 2147483646 h 341"/>
              <a:gd name="T4" fmla="*/ 2147483646 w 608"/>
              <a:gd name="T5" fmla="*/ 2147483646 h 341"/>
              <a:gd name="T6" fmla="*/ 2147483646 w 608"/>
              <a:gd name="T7" fmla="*/ 2147483646 h 341"/>
              <a:gd name="T8" fmla="*/ 2147483646 w 608"/>
              <a:gd name="T9" fmla="*/ 2147483646 h 341"/>
              <a:gd name="T10" fmla="*/ 2147483646 w 608"/>
              <a:gd name="T11" fmla="*/ 2147483646 h 341"/>
              <a:gd name="T12" fmla="*/ 2147483646 w 608"/>
              <a:gd name="T13" fmla="*/ 2147483646 h 341"/>
              <a:gd name="T14" fmla="*/ 2147483646 w 608"/>
              <a:gd name="T15" fmla="*/ 2147483646 h 341"/>
              <a:gd name="T16" fmla="*/ 2147483646 w 608"/>
              <a:gd name="T17" fmla="*/ 2147483646 h 341"/>
              <a:gd name="T18" fmla="*/ 2147483646 w 608"/>
              <a:gd name="T19" fmla="*/ 2147483646 h 341"/>
              <a:gd name="T20" fmla="*/ 2147483646 w 608"/>
              <a:gd name="T21" fmla="*/ 2147483646 h 341"/>
              <a:gd name="T22" fmla="*/ 2147483646 w 608"/>
              <a:gd name="T23" fmla="*/ 2147483646 h 341"/>
              <a:gd name="T24" fmla="*/ 2147483646 w 608"/>
              <a:gd name="T25" fmla="*/ 2147483646 h 341"/>
              <a:gd name="T26" fmla="*/ 2147483646 w 608"/>
              <a:gd name="T27" fmla="*/ 2147483646 h 341"/>
              <a:gd name="T28" fmla="*/ 2147483646 w 608"/>
              <a:gd name="T29" fmla="*/ 2147483646 h 341"/>
              <a:gd name="T30" fmla="*/ 2147483646 w 608"/>
              <a:gd name="T31" fmla="*/ 2147483646 h 341"/>
              <a:gd name="T32" fmla="*/ 2147483646 w 608"/>
              <a:gd name="T33" fmla="*/ 2147483646 h 341"/>
              <a:gd name="T34" fmla="*/ 2147483646 w 608"/>
              <a:gd name="T35" fmla="*/ 2147483646 h 341"/>
              <a:gd name="T36" fmla="*/ 2147483646 w 608"/>
              <a:gd name="T37" fmla="*/ 2147483646 h 341"/>
              <a:gd name="T38" fmla="*/ 2147483646 w 608"/>
              <a:gd name="T39" fmla="*/ 2147483646 h 341"/>
              <a:gd name="T40" fmla="*/ 2147483646 w 608"/>
              <a:gd name="T41" fmla="*/ 2147483646 h 341"/>
              <a:gd name="T42" fmla="*/ 2147483646 w 608"/>
              <a:gd name="T43" fmla="*/ 2147483646 h 341"/>
              <a:gd name="T44" fmla="*/ 2147483646 w 608"/>
              <a:gd name="T45" fmla="*/ 2147483646 h 341"/>
              <a:gd name="T46" fmla="*/ 2147483646 w 608"/>
              <a:gd name="T47" fmla="*/ 2147483646 h 341"/>
              <a:gd name="T48" fmla="*/ 2147483646 w 608"/>
              <a:gd name="T49" fmla="*/ 2147483646 h 341"/>
              <a:gd name="T50" fmla="*/ 2147483646 w 608"/>
              <a:gd name="T51" fmla="*/ 2147483646 h 341"/>
              <a:gd name="T52" fmla="*/ 2147483646 w 608"/>
              <a:gd name="T53" fmla="*/ 2147483646 h 341"/>
              <a:gd name="T54" fmla="*/ 2147483646 w 608"/>
              <a:gd name="T55" fmla="*/ 2147483646 h 341"/>
              <a:gd name="T56" fmla="*/ 2147483646 w 608"/>
              <a:gd name="T57" fmla="*/ 2147483646 h 341"/>
              <a:gd name="T58" fmla="*/ 2147483646 w 608"/>
              <a:gd name="T59" fmla="*/ 2147483646 h 341"/>
              <a:gd name="T60" fmla="*/ 2147483646 w 608"/>
              <a:gd name="T61" fmla="*/ 2147483646 h 341"/>
              <a:gd name="T62" fmla="*/ 2147483646 w 608"/>
              <a:gd name="T63" fmla="*/ 2147483646 h 341"/>
              <a:gd name="T64" fmla="*/ 2147483646 w 608"/>
              <a:gd name="T65" fmla="*/ 2147483646 h 341"/>
              <a:gd name="T66" fmla="*/ 2147483646 w 608"/>
              <a:gd name="T67" fmla="*/ 2147483646 h 341"/>
              <a:gd name="T68" fmla="*/ 2147483646 w 608"/>
              <a:gd name="T69" fmla="*/ 2147483646 h 341"/>
              <a:gd name="T70" fmla="*/ 2147483646 w 608"/>
              <a:gd name="T71" fmla="*/ 2147483646 h 341"/>
              <a:gd name="T72" fmla="*/ 2147483646 w 608"/>
              <a:gd name="T73" fmla="*/ 2147483646 h 341"/>
              <a:gd name="T74" fmla="*/ 2147483646 w 608"/>
              <a:gd name="T75" fmla="*/ 0 h 341"/>
              <a:gd name="T76" fmla="*/ 2147483646 w 608"/>
              <a:gd name="T77" fmla="*/ 0 h 341"/>
              <a:gd name="T78" fmla="*/ 2147483646 w 608"/>
              <a:gd name="T79" fmla="*/ 0 h 341"/>
              <a:gd name="T80" fmla="*/ 2147483646 w 608"/>
              <a:gd name="T81" fmla="*/ 0 h 341"/>
              <a:gd name="T82" fmla="*/ 2147483646 w 608"/>
              <a:gd name="T83" fmla="*/ 0 h 341"/>
              <a:gd name="T84" fmla="*/ 2147483646 w 608"/>
              <a:gd name="T85" fmla="*/ 0 h 341"/>
              <a:gd name="T86" fmla="*/ 2147483646 w 608"/>
              <a:gd name="T87" fmla="*/ 0 h 341"/>
              <a:gd name="T88" fmla="*/ 2147483646 w 608"/>
              <a:gd name="T89" fmla="*/ 0 h 341"/>
              <a:gd name="T90" fmla="*/ 2147483646 w 608"/>
              <a:gd name="T91" fmla="*/ 0 h 341"/>
              <a:gd name="T92" fmla="*/ 2147483646 w 608"/>
              <a:gd name="T93" fmla="*/ 0 h 341"/>
              <a:gd name="T94" fmla="*/ 2147483646 w 608"/>
              <a:gd name="T95" fmla="*/ 0 h 341"/>
              <a:gd name="T96" fmla="*/ 2147483646 w 608"/>
              <a:gd name="T97" fmla="*/ 0 h 341"/>
              <a:gd name="T98" fmla="*/ 2147483646 w 608"/>
              <a:gd name="T99" fmla="*/ 0 h 341"/>
              <a:gd name="T100" fmla="*/ 2147483646 w 608"/>
              <a:gd name="T101" fmla="*/ 0 h 341"/>
              <a:gd name="T102" fmla="*/ 2147483646 w 608"/>
              <a:gd name="T103" fmla="*/ 0 h 34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08" h="341">
                <a:moveTo>
                  <a:pt x="0" y="341"/>
                </a:moveTo>
                <a:lnTo>
                  <a:pt x="37" y="341"/>
                </a:lnTo>
                <a:lnTo>
                  <a:pt x="72" y="341"/>
                </a:lnTo>
                <a:lnTo>
                  <a:pt x="104" y="341"/>
                </a:lnTo>
                <a:lnTo>
                  <a:pt x="134" y="341"/>
                </a:lnTo>
                <a:lnTo>
                  <a:pt x="161" y="341"/>
                </a:lnTo>
                <a:lnTo>
                  <a:pt x="189" y="341"/>
                </a:lnTo>
                <a:lnTo>
                  <a:pt x="213" y="341"/>
                </a:lnTo>
                <a:lnTo>
                  <a:pt x="235" y="341"/>
                </a:lnTo>
                <a:lnTo>
                  <a:pt x="256" y="341"/>
                </a:lnTo>
                <a:lnTo>
                  <a:pt x="275" y="341"/>
                </a:lnTo>
                <a:lnTo>
                  <a:pt x="293" y="341"/>
                </a:lnTo>
                <a:lnTo>
                  <a:pt x="309" y="341"/>
                </a:lnTo>
                <a:lnTo>
                  <a:pt x="323" y="341"/>
                </a:lnTo>
                <a:lnTo>
                  <a:pt x="338" y="341"/>
                </a:lnTo>
                <a:lnTo>
                  <a:pt x="349" y="341"/>
                </a:lnTo>
                <a:lnTo>
                  <a:pt x="360" y="341"/>
                </a:lnTo>
                <a:lnTo>
                  <a:pt x="371" y="341"/>
                </a:lnTo>
                <a:lnTo>
                  <a:pt x="381" y="341"/>
                </a:lnTo>
                <a:lnTo>
                  <a:pt x="389" y="341"/>
                </a:lnTo>
                <a:lnTo>
                  <a:pt x="395" y="341"/>
                </a:lnTo>
                <a:lnTo>
                  <a:pt x="403" y="341"/>
                </a:lnTo>
                <a:lnTo>
                  <a:pt x="410" y="341"/>
                </a:lnTo>
                <a:lnTo>
                  <a:pt x="414" y="341"/>
                </a:lnTo>
                <a:lnTo>
                  <a:pt x="419" y="341"/>
                </a:lnTo>
                <a:lnTo>
                  <a:pt x="426" y="341"/>
                </a:lnTo>
                <a:lnTo>
                  <a:pt x="429" y="341"/>
                </a:lnTo>
                <a:lnTo>
                  <a:pt x="434" y="341"/>
                </a:lnTo>
                <a:lnTo>
                  <a:pt x="438" y="341"/>
                </a:lnTo>
                <a:lnTo>
                  <a:pt x="442" y="341"/>
                </a:lnTo>
                <a:lnTo>
                  <a:pt x="446" y="341"/>
                </a:lnTo>
                <a:lnTo>
                  <a:pt x="451" y="341"/>
                </a:lnTo>
                <a:lnTo>
                  <a:pt x="456" y="341"/>
                </a:lnTo>
                <a:lnTo>
                  <a:pt x="461" y="341"/>
                </a:lnTo>
                <a:lnTo>
                  <a:pt x="464" y="341"/>
                </a:lnTo>
                <a:lnTo>
                  <a:pt x="469" y="341"/>
                </a:lnTo>
                <a:lnTo>
                  <a:pt x="472" y="341"/>
                </a:lnTo>
                <a:lnTo>
                  <a:pt x="475" y="341"/>
                </a:lnTo>
                <a:lnTo>
                  <a:pt x="480" y="341"/>
                </a:lnTo>
                <a:lnTo>
                  <a:pt x="483" y="341"/>
                </a:lnTo>
                <a:lnTo>
                  <a:pt x="485" y="341"/>
                </a:lnTo>
                <a:lnTo>
                  <a:pt x="488" y="341"/>
                </a:lnTo>
                <a:lnTo>
                  <a:pt x="491" y="341"/>
                </a:lnTo>
                <a:lnTo>
                  <a:pt x="494" y="340"/>
                </a:lnTo>
                <a:lnTo>
                  <a:pt x="496" y="340"/>
                </a:lnTo>
                <a:lnTo>
                  <a:pt x="499" y="340"/>
                </a:lnTo>
                <a:lnTo>
                  <a:pt x="501" y="338"/>
                </a:lnTo>
                <a:lnTo>
                  <a:pt x="504" y="338"/>
                </a:lnTo>
                <a:lnTo>
                  <a:pt x="506" y="337"/>
                </a:lnTo>
                <a:lnTo>
                  <a:pt x="509" y="335"/>
                </a:lnTo>
                <a:lnTo>
                  <a:pt x="510" y="335"/>
                </a:lnTo>
                <a:lnTo>
                  <a:pt x="514" y="333"/>
                </a:lnTo>
                <a:lnTo>
                  <a:pt x="515" y="332"/>
                </a:lnTo>
                <a:lnTo>
                  <a:pt x="518" y="330"/>
                </a:lnTo>
                <a:lnTo>
                  <a:pt x="522" y="329"/>
                </a:lnTo>
                <a:lnTo>
                  <a:pt x="523" y="327"/>
                </a:lnTo>
                <a:lnTo>
                  <a:pt x="526" y="324"/>
                </a:lnTo>
                <a:lnTo>
                  <a:pt x="530" y="322"/>
                </a:lnTo>
                <a:lnTo>
                  <a:pt x="533" y="319"/>
                </a:lnTo>
                <a:lnTo>
                  <a:pt x="536" y="316"/>
                </a:lnTo>
                <a:lnTo>
                  <a:pt x="541" y="314"/>
                </a:lnTo>
                <a:lnTo>
                  <a:pt x="544" y="311"/>
                </a:lnTo>
                <a:lnTo>
                  <a:pt x="547" y="308"/>
                </a:lnTo>
                <a:lnTo>
                  <a:pt x="552" y="303"/>
                </a:lnTo>
                <a:lnTo>
                  <a:pt x="557" y="300"/>
                </a:lnTo>
                <a:lnTo>
                  <a:pt x="562" y="295"/>
                </a:lnTo>
                <a:lnTo>
                  <a:pt x="566" y="292"/>
                </a:lnTo>
                <a:lnTo>
                  <a:pt x="570" y="289"/>
                </a:lnTo>
                <a:lnTo>
                  <a:pt x="574" y="285"/>
                </a:lnTo>
                <a:lnTo>
                  <a:pt x="578" y="282"/>
                </a:lnTo>
                <a:lnTo>
                  <a:pt x="581" y="279"/>
                </a:lnTo>
                <a:lnTo>
                  <a:pt x="584" y="277"/>
                </a:lnTo>
                <a:lnTo>
                  <a:pt x="586" y="274"/>
                </a:lnTo>
                <a:lnTo>
                  <a:pt x="589" y="271"/>
                </a:lnTo>
                <a:lnTo>
                  <a:pt x="590" y="269"/>
                </a:lnTo>
                <a:lnTo>
                  <a:pt x="594" y="268"/>
                </a:lnTo>
                <a:lnTo>
                  <a:pt x="595" y="265"/>
                </a:lnTo>
                <a:lnTo>
                  <a:pt x="597" y="263"/>
                </a:lnTo>
                <a:lnTo>
                  <a:pt x="598" y="261"/>
                </a:lnTo>
                <a:lnTo>
                  <a:pt x="600" y="258"/>
                </a:lnTo>
                <a:lnTo>
                  <a:pt x="602" y="257"/>
                </a:lnTo>
                <a:lnTo>
                  <a:pt x="602" y="255"/>
                </a:lnTo>
                <a:lnTo>
                  <a:pt x="603" y="253"/>
                </a:lnTo>
                <a:lnTo>
                  <a:pt x="605" y="250"/>
                </a:lnTo>
                <a:lnTo>
                  <a:pt x="605" y="249"/>
                </a:lnTo>
                <a:lnTo>
                  <a:pt x="605" y="247"/>
                </a:lnTo>
                <a:lnTo>
                  <a:pt x="606" y="244"/>
                </a:lnTo>
                <a:lnTo>
                  <a:pt x="606" y="242"/>
                </a:lnTo>
                <a:lnTo>
                  <a:pt x="606" y="239"/>
                </a:lnTo>
                <a:lnTo>
                  <a:pt x="606" y="237"/>
                </a:lnTo>
                <a:lnTo>
                  <a:pt x="606" y="234"/>
                </a:lnTo>
                <a:lnTo>
                  <a:pt x="608" y="231"/>
                </a:lnTo>
                <a:lnTo>
                  <a:pt x="608" y="228"/>
                </a:lnTo>
                <a:lnTo>
                  <a:pt x="608" y="225"/>
                </a:lnTo>
                <a:lnTo>
                  <a:pt x="608" y="221"/>
                </a:lnTo>
                <a:lnTo>
                  <a:pt x="608" y="218"/>
                </a:lnTo>
                <a:lnTo>
                  <a:pt x="608" y="213"/>
                </a:lnTo>
                <a:lnTo>
                  <a:pt x="608" y="210"/>
                </a:lnTo>
                <a:lnTo>
                  <a:pt x="608" y="207"/>
                </a:lnTo>
                <a:lnTo>
                  <a:pt x="608" y="204"/>
                </a:lnTo>
                <a:lnTo>
                  <a:pt x="608" y="201"/>
                </a:lnTo>
                <a:lnTo>
                  <a:pt x="608" y="197"/>
                </a:lnTo>
                <a:lnTo>
                  <a:pt x="608" y="194"/>
                </a:lnTo>
                <a:lnTo>
                  <a:pt x="608" y="191"/>
                </a:lnTo>
                <a:lnTo>
                  <a:pt x="608" y="189"/>
                </a:lnTo>
                <a:lnTo>
                  <a:pt x="608" y="186"/>
                </a:lnTo>
                <a:lnTo>
                  <a:pt x="608" y="185"/>
                </a:lnTo>
                <a:lnTo>
                  <a:pt x="608" y="181"/>
                </a:lnTo>
                <a:lnTo>
                  <a:pt x="608" y="180"/>
                </a:lnTo>
                <a:lnTo>
                  <a:pt x="608" y="178"/>
                </a:lnTo>
                <a:lnTo>
                  <a:pt x="608" y="175"/>
                </a:lnTo>
                <a:lnTo>
                  <a:pt x="608" y="173"/>
                </a:lnTo>
                <a:lnTo>
                  <a:pt x="608" y="172"/>
                </a:lnTo>
                <a:lnTo>
                  <a:pt x="608" y="170"/>
                </a:lnTo>
                <a:lnTo>
                  <a:pt x="608" y="167"/>
                </a:lnTo>
                <a:lnTo>
                  <a:pt x="608" y="165"/>
                </a:lnTo>
                <a:lnTo>
                  <a:pt x="608" y="164"/>
                </a:lnTo>
                <a:lnTo>
                  <a:pt x="608" y="161"/>
                </a:lnTo>
                <a:lnTo>
                  <a:pt x="608" y="159"/>
                </a:lnTo>
                <a:lnTo>
                  <a:pt x="608" y="156"/>
                </a:lnTo>
                <a:lnTo>
                  <a:pt x="608" y="154"/>
                </a:lnTo>
                <a:lnTo>
                  <a:pt x="608" y="151"/>
                </a:lnTo>
                <a:lnTo>
                  <a:pt x="608" y="149"/>
                </a:lnTo>
                <a:lnTo>
                  <a:pt x="608" y="146"/>
                </a:lnTo>
                <a:lnTo>
                  <a:pt x="608" y="143"/>
                </a:lnTo>
                <a:lnTo>
                  <a:pt x="608" y="140"/>
                </a:lnTo>
                <a:lnTo>
                  <a:pt x="608" y="137"/>
                </a:lnTo>
                <a:lnTo>
                  <a:pt x="608" y="132"/>
                </a:lnTo>
                <a:lnTo>
                  <a:pt x="608" y="129"/>
                </a:lnTo>
                <a:lnTo>
                  <a:pt x="608" y="125"/>
                </a:lnTo>
                <a:lnTo>
                  <a:pt x="608" y="120"/>
                </a:lnTo>
                <a:lnTo>
                  <a:pt x="608" y="117"/>
                </a:lnTo>
                <a:lnTo>
                  <a:pt x="608" y="114"/>
                </a:lnTo>
                <a:lnTo>
                  <a:pt x="608" y="111"/>
                </a:lnTo>
                <a:lnTo>
                  <a:pt x="606" y="109"/>
                </a:lnTo>
                <a:lnTo>
                  <a:pt x="606" y="106"/>
                </a:lnTo>
                <a:lnTo>
                  <a:pt x="606" y="103"/>
                </a:lnTo>
                <a:lnTo>
                  <a:pt x="606" y="101"/>
                </a:lnTo>
                <a:lnTo>
                  <a:pt x="606" y="98"/>
                </a:lnTo>
                <a:lnTo>
                  <a:pt x="605" y="96"/>
                </a:lnTo>
                <a:lnTo>
                  <a:pt x="605" y="95"/>
                </a:lnTo>
                <a:lnTo>
                  <a:pt x="605" y="92"/>
                </a:lnTo>
                <a:lnTo>
                  <a:pt x="603" y="90"/>
                </a:lnTo>
                <a:lnTo>
                  <a:pt x="602" y="88"/>
                </a:lnTo>
                <a:lnTo>
                  <a:pt x="602" y="85"/>
                </a:lnTo>
                <a:lnTo>
                  <a:pt x="600" y="84"/>
                </a:lnTo>
                <a:lnTo>
                  <a:pt x="598" y="82"/>
                </a:lnTo>
                <a:lnTo>
                  <a:pt x="597" y="80"/>
                </a:lnTo>
                <a:lnTo>
                  <a:pt x="595" y="77"/>
                </a:lnTo>
                <a:lnTo>
                  <a:pt x="594" y="76"/>
                </a:lnTo>
                <a:lnTo>
                  <a:pt x="590" y="74"/>
                </a:lnTo>
                <a:lnTo>
                  <a:pt x="589" y="71"/>
                </a:lnTo>
                <a:lnTo>
                  <a:pt x="586" y="69"/>
                </a:lnTo>
                <a:lnTo>
                  <a:pt x="584" y="66"/>
                </a:lnTo>
                <a:lnTo>
                  <a:pt x="581" y="63"/>
                </a:lnTo>
                <a:lnTo>
                  <a:pt x="578" y="61"/>
                </a:lnTo>
                <a:lnTo>
                  <a:pt x="574" y="58"/>
                </a:lnTo>
                <a:lnTo>
                  <a:pt x="570" y="55"/>
                </a:lnTo>
                <a:lnTo>
                  <a:pt x="566" y="52"/>
                </a:lnTo>
                <a:lnTo>
                  <a:pt x="562" y="47"/>
                </a:lnTo>
                <a:lnTo>
                  <a:pt x="557" y="44"/>
                </a:lnTo>
                <a:lnTo>
                  <a:pt x="552" y="39"/>
                </a:lnTo>
                <a:lnTo>
                  <a:pt x="547" y="36"/>
                </a:lnTo>
                <a:lnTo>
                  <a:pt x="544" y="32"/>
                </a:lnTo>
                <a:lnTo>
                  <a:pt x="541" y="29"/>
                </a:lnTo>
                <a:lnTo>
                  <a:pt x="536" y="26"/>
                </a:lnTo>
                <a:lnTo>
                  <a:pt x="533" y="23"/>
                </a:lnTo>
                <a:lnTo>
                  <a:pt x="530" y="21"/>
                </a:lnTo>
                <a:lnTo>
                  <a:pt x="526" y="18"/>
                </a:lnTo>
                <a:lnTo>
                  <a:pt x="523" y="16"/>
                </a:lnTo>
                <a:lnTo>
                  <a:pt x="522" y="15"/>
                </a:lnTo>
                <a:lnTo>
                  <a:pt x="518" y="13"/>
                </a:lnTo>
                <a:lnTo>
                  <a:pt x="515" y="12"/>
                </a:lnTo>
                <a:lnTo>
                  <a:pt x="514" y="10"/>
                </a:lnTo>
                <a:lnTo>
                  <a:pt x="510" y="8"/>
                </a:lnTo>
                <a:lnTo>
                  <a:pt x="509" y="7"/>
                </a:lnTo>
                <a:lnTo>
                  <a:pt x="506" y="5"/>
                </a:lnTo>
                <a:lnTo>
                  <a:pt x="504" y="5"/>
                </a:lnTo>
                <a:lnTo>
                  <a:pt x="501" y="4"/>
                </a:lnTo>
                <a:lnTo>
                  <a:pt x="499" y="4"/>
                </a:lnTo>
                <a:lnTo>
                  <a:pt x="496" y="2"/>
                </a:lnTo>
                <a:lnTo>
                  <a:pt x="494" y="2"/>
                </a:lnTo>
                <a:lnTo>
                  <a:pt x="491" y="2"/>
                </a:lnTo>
                <a:lnTo>
                  <a:pt x="488" y="2"/>
                </a:lnTo>
                <a:lnTo>
                  <a:pt x="485" y="0"/>
                </a:lnTo>
                <a:lnTo>
                  <a:pt x="483" y="0"/>
                </a:lnTo>
                <a:lnTo>
                  <a:pt x="480" y="0"/>
                </a:lnTo>
                <a:lnTo>
                  <a:pt x="475" y="0"/>
                </a:lnTo>
                <a:lnTo>
                  <a:pt x="472" y="0"/>
                </a:lnTo>
                <a:lnTo>
                  <a:pt x="469" y="0"/>
                </a:lnTo>
                <a:lnTo>
                  <a:pt x="464" y="0"/>
                </a:lnTo>
                <a:lnTo>
                  <a:pt x="461" y="0"/>
                </a:lnTo>
                <a:lnTo>
                  <a:pt x="456" y="0"/>
                </a:lnTo>
                <a:lnTo>
                  <a:pt x="451" y="0"/>
                </a:lnTo>
                <a:lnTo>
                  <a:pt x="446" y="0"/>
                </a:lnTo>
                <a:lnTo>
                  <a:pt x="443" y="0"/>
                </a:lnTo>
                <a:lnTo>
                  <a:pt x="438" y="0"/>
                </a:lnTo>
                <a:lnTo>
                  <a:pt x="435" y="0"/>
                </a:lnTo>
                <a:lnTo>
                  <a:pt x="432" y="0"/>
                </a:lnTo>
                <a:lnTo>
                  <a:pt x="429" y="0"/>
                </a:lnTo>
                <a:lnTo>
                  <a:pt x="426" y="0"/>
                </a:lnTo>
                <a:lnTo>
                  <a:pt x="422" y="0"/>
                </a:lnTo>
                <a:lnTo>
                  <a:pt x="419" y="0"/>
                </a:lnTo>
                <a:lnTo>
                  <a:pt x="418" y="0"/>
                </a:lnTo>
                <a:lnTo>
                  <a:pt x="414" y="0"/>
                </a:lnTo>
                <a:lnTo>
                  <a:pt x="413" y="0"/>
                </a:lnTo>
                <a:lnTo>
                  <a:pt x="410" y="0"/>
                </a:lnTo>
                <a:lnTo>
                  <a:pt x="408" y="0"/>
                </a:lnTo>
                <a:lnTo>
                  <a:pt x="405" y="0"/>
                </a:lnTo>
                <a:lnTo>
                  <a:pt x="403" y="0"/>
                </a:lnTo>
                <a:lnTo>
                  <a:pt x="400" y="0"/>
                </a:lnTo>
                <a:lnTo>
                  <a:pt x="398" y="0"/>
                </a:lnTo>
                <a:lnTo>
                  <a:pt x="395" y="0"/>
                </a:lnTo>
                <a:lnTo>
                  <a:pt x="392" y="0"/>
                </a:lnTo>
                <a:lnTo>
                  <a:pt x="390" y="0"/>
                </a:lnTo>
                <a:lnTo>
                  <a:pt x="387" y="0"/>
                </a:lnTo>
                <a:lnTo>
                  <a:pt x="384" y="0"/>
                </a:lnTo>
                <a:lnTo>
                  <a:pt x="381" y="0"/>
                </a:lnTo>
                <a:lnTo>
                  <a:pt x="378" y="0"/>
                </a:lnTo>
                <a:lnTo>
                  <a:pt x="374" y="0"/>
                </a:lnTo>
                <a:lnTo>
                  <a:pt x="371" y="0"/>
                </a:lnTo>
                <a:lnTo>
                  <a:pt x="368" y="0"/>
                </a:lnTo>
                <a:lnTo>
                  <a:pt x="363" y="0"/>
                </a:lnTo>
                <a:lnTo>
                  <a:pt x="358" y="0"/>
                </a:lnTo>
                <a:lnTo>
                  <a:pt x="354" y="0"/>
                </a:lnTo>
                <a:lnTo>
                  <a:pt x="350" y="0"/>
                </a:lnTo>
                <a:lnTo>
                  <a:pt x="346" y="0"/>
                </a:lnTo>
                <a:lnTo>
                  <a:pt x="341" y="0"/>
                </a:lnTo>
                <a:lnTo>
                  <a:pt x="338" y="0"/>
                </a:lnTo>
                <a:lnTo>
                  <a:pt x="333" y="0"/>
                </a:lnTo>
                <a:lnTo>
                  <a:pt x="329" y="0"/>
                </a:lnTo>
                <a:lnTo>
                  <a:pt x="325" y="0"/>
                </a:lnTo>
                <a:lnTo>
                  <a:pt x="320" y="0"/>
                </a:lnTo>
                <a:lnTo>
                  <a:pt x="315" y="0"/>
                </a:lnTo>
                <a:lnTo>
                  <a:pt x="310" y="0"/>
                </a:lnTo>
                <a:lnTo>
                  <a:pt x="305" y="0"/>
                </a:lnTo>
                <a:lnTo>
                  <a:pt x="301" y="0"/>
                </a:lnTo>
                <a:lnTo>
                  <a:pt x="294" y="0"/>
                </a:lnTo>
                <a:lnTo>
                  <a:pt x="288" y="0"/>
                </a:lnTo>
                <a:lnTo>
                  <a:pt x="280" y="0"/>
                </a:lnTo>
                <a:lnTo>
                  <a:pt x="272" y="0"/>
                </a:lnTo>
                <a:lnTo>
                  <a:pt x="264" y="0"/>
                </a:lnTo>
                <a:lnTo>
                  <a:pt x="254" y="0"/>
                </a:lnTo>
                <a:lnTo>
                  <a:pt x="243" y="0"/>
                </a:lnTo>
                <a:lnTo>
                  <a:pt x="232" y="0"/>
                </a:lnTo>
                <a:lnTo>
                  <a:pt x="221" y="0"/>
                </a:lnTo>
                <a:lnTo>
                  <a:pt x="206" y="0"/>
                </a:lnTo>
                <a:lnTo>
                  <a:pt x="192" y="0"/>
                </a:lnTo>
                <a:lnTo>
                  <a:pt x="176" y="0"/>
                </a:lnTo>
                <a:lnTo>
                  <a:pt x="160" y="0"/>
                </a:lnTo>
                <a:lnTo>
                  <a:pt x="141" y="0"/>
                </a:lnTo>
                <a:lnTo>
                  <a:pt x="121" y="0"/>
                </a:lnTo>
                <a:lnTo>
                  <a:pt x="101" y="0"/>
                </a:lnTo>
                <a:lnTo>
                  <a:pt x="78" y="0"/>
                </a:lnTo>
                <a:lnTo>
                  <a:pt x="54" y="0"/>
                </a:lnTo>
                <a:lnTo>
                  <a:pt x="27" y="0"/>
                </a:lnTo>
                <a:lnTo>
                  <a:pt x="0" y="0"/>
                </a:lnTo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1" name="Freeform 56">
            <a:extLst>
              <a:ext uri="{FF2B5EF4-FFF2-40B4-BE49-F238E27FC236}">
                <a16:creationId xmlns:a16="http://schemas.microsoft.com/office/drawing/2014/main" id="{24556B53-3C6E-463C-8602-EA59916AA65F}"/>
              </a:ext>
            </a:extLst>
          </p:cNvPr>
          <p:cNvSpPr>
            <a:spLocks/>
          </p:cNvSpPr>
          <p:nvPr/>
        </p:nvSpPr>
        <p:spPr bwMode="auto">
          <a:xfrm>
            <a:off x="3105150" y="1627188"/>
            <a:ext cx="531813" cy="298450"/>
          </a:xfrm>
          <a:custGeom>
            <a:avLst/>
            <a:gdLst>
              <a:gd name="T0" fmla="*/ 2147483646 w 608"/>
              <a:gd name="T1" fmla="*/ 2147483646 h 341"/>
              <a:gd name="T2" fmla="*/ 2147483646 w 608"/>
              <a:gd name="T3" fmla="*/ 2147483646 h 341"/>
              <a:gd name="T4" fmla="*/ 2147483646 w 608"/>
              <a:gd name="T5" fmla="*/ 2147483646 h 341"/>
              <a:gd name="T6" fmla="*/ 2147483646 w 608"/>
              <a:gd name="T7" fmla="*/ 2147483646 h 341"/>
              <a:gd name="T8" fmla="*/ 2147483646 w 608"/>
              <a:gd name="T9" fmla="*/ 2147483646 h 341"/>
              <a:gd name="T10" fmla="*/ 2147483646 w 608"/>
              <a:gd name="T11" fmla="*/ 2147483646 h 341"/>
              <a:gd name="T12" fmla="*/ 2147483646 w 608"/>
              <a:gd name="T13" fmla="*/ 2147483646 h 341"/>
              <a:gd name="T14" fmla="*/ 2147483646 w 608"/>
              <a:gd name="T15" fmla="*/ 2147483646 h 341"/>
              <a:gd name="T16" fmla="*/ 2147483646 w 608"/>
              <a:gd name="T17" fmla="*/ 2147483646 h 341"/>
              <a:gd name="T18" fmla="*/ 2147483646 w 608"/>
              <a:gd name="T19" fmla="*/ 2147483646 h 341"/>
              <a:gd name="T20" fmla="*/ 2147483646 w 608"/>
              <a:gd name="T21" fmla="*/ 2147483646 h 341"/>
              <a:gd name="T22" fmla="*/ 2147483646 w 608"/>
              <a:gd name="T23" fmla="*/ 2147483646 h 341"/>
              <a:gd name="T24" fmla="*/ 2147483646 w 608"/>
              <a:gd name="T25" fmla="*/ 2147483646 h 341"/>
              <a:gd name="T26" fmla="*/ 2147483646 w 608"/>
              <a:gd name="T27" fmla="*/ 2147483646 h 341"/>
              <a:gd name="T28" fmla="*/ 2147483646 w 608"/>
              <a:gd name="T29" fmla="*/ 2147483646 h 341"/>
              <a:gd name="T30" fmla="*/ 2147483646 w 608"/>
              <a:gd name="T31" fmla="*/ 2147483646 h 341"/>
              <a:gd name="T32" fmla="*/ 2147483646 w 608"/>
              <a:gd name="T33" fmla="*/ 2147483646 h 341"/>
              <a:gd name="T34" fmla="*/ 2147483646 w 608"/>
              <a:gd name="T35" fmla="*/ 2147483646 h 341"/>
              <a:gd name="T36" fmla="*/ 2147483646 w 608"/>
              <a:gd name="T37" fmla="*/ 2147483646 h 341"/>
              <a:gd name="T38" fmla="*/ 2147483646 w 608"/>
              <a:gd name="T39" fmla="*/ 2147483646 h 341"/>
              <a:gd name="T40" fmla="*/ 2147483646 w 608"/>
              <a:gd name="T41" fmla="*/ 2147483646 h 341"/>
              <a:gd name="T42" fmla="*/ 2147483646 w 608"/>
              <a:gd name="T43" fmla="*/ 2147483646 h 341"/>
              <a:gd name="T44" fmla="*/ 2147483646 w 608"/>
              <a:gd name="T45" fmla="*/ 2147483646 h 341"/>
              <a:gd name="T46" fmla="*/ 2147483646 w 608"/>
              <a:gd name="T47" fmla="*/ 2147483646 h 341"/>
              <a:gd name="T48" fmla="*/ 2147483646 w 608"/>
              <a:gd name="T49" fmla="*/ 2147483646 h 341"/>
              <a:gd name="T50" fmla="*/ 2147483646 w 608"/>
              <a:gd name="T51" fmla="*/ 2147483646 h 341"/>
              <a:gd name="T52" fmla="*/ 2147483646 w 608"/>
              <a:gd name="T53" fmla="*/ 2147483646 h 341"/>
              <a:gd name="T54" fmla="*/ 2147483646 w 608"/>
              <a:gd name="T55" fmla="*/ 2147483646 h 341"/>
              <a:gd name="T56" fmla="*/ 2147483646 w 608"/>
              <a:gd name="T57" fmla="*/ 2147483646 h 341"/>
              <a:gd name="T58" fmla="*/ 2147483646 w 608"/>
              <a:gd name="T59" fmla="*/ 2147483646 h 341"/>
              <a:gd name="T60" fmla="*/ 2147483646 w 608"/>
              <a:gd name="T61" fmla="*/ 2147483646 h 341"/>
              <a:gd name="T62" fmla="*/ 2147483646 w 608"/>
              <a:gd name="T63" fmla="*/ 2147483646 h 341"/>
              <a:gd name="T64" fmla="*/ 2147483646 w 608"/>
              <a:gd name="T65" fmla="*/ 2147483646 h 341"/>
              <a:gd name="T66" fmla="*/ 2147483646 w 608"/>
              <a:gd name="T67" fmla="*/ 2147483646 h 341"/>
              <a:gd name="T68" fmla="*/ 2147483646 w 608"/>
              <a:gd name="T69" fmla="*/ 2147483646 h 341"/>
              <a:gd name="T70" fmla="*/ 2147483646 w 608"/>
              <a:gd name="T71" fmla="*/ 2147483646 h 341"/>
              <a:gd name="T72" fmla="*/ 2147483646 w 608"/>
              <a:gd name="T73" fmla="*/ 2147483646 h 341"/>
              <a:gd name="T74" fmla="*/ 2147483646 w 608"/>
              <a:gd name="T75" fmla="*/ 0 h 341"/>
              <a:gd name="T76" fmla="*/ 2147483646 w 608"/>
              <a:gd name="T77" fmla="*/ 0 h 341"/>
              <a:gd name="T78" fmla="*/ 2147483646 w 608"/>
              <a:gd name="T79" fmla="*/ 0 h 341"/>
              <a:gd name="T80" fmla="*/ 2147483646 w 608"/>
              <a:gd name="T81" fmla="*/ 0 h 341"/>
              <a:gd name="T82" fmla="*/ 2147483646 w 608"/>
              <a:gd name="T83" fmla="*/ 0 h 341"/>
              <a:gd name="T84" fmla="*/ 2147483646 w 608"/>
              <a:gd name="T85" fmla="*/ 0 h 341"/>
              <a:gd name="T86" fmla="*/ 2147483646 w 608"/>
              <a:gd name="T87" fmla="*/ 0 h 341"/>
              <a:gd name="T88" fmla="*/ 2147483646 w 608"/>
              <a:gd name="T89" fmla="*/ 0 h 341"/>
              <a:gd name="T90" fmla="*/ 2147483646 w 608"/>
              <a:gd name="T91" fmla="*/ 0 h 341"/>
              <a:gd name="T92" fmla="*/ 2147483646 w 608"/>
              <a:gd name="T93" fmla="*/ 0 h 341"/>
              <a:gd name="T94" fmla="*/ 2147483646 w 608"/>
              <a:gd name="T95" fmla="*/ 0 h 341"/>
              <a:gd name="T96" fmla="*/ 2147483646 w 608"/>
              <a:gd name="T97" fmla="*/ 0 h 341"/>
              <a:gd name="T98" fmla="*/ 2147483646 w 608"/>
              <a:gd name="T99" fmla="*/ 0 h 341"/>
              <a:gd name="T100" fmla="*/ 2147483646 w 608"/>
              <a:gd name="T101" fmla="*/ 0 h 341"/>
              <a:gd name="T102" fmla="*/ 2147483646 w 608"/>
              <a:gd name="T103" fmla="*/ 0 h 34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08" h="341">
                <a:moveTo>
                  <a:pt x="0" y="341"/>
                </a:moveTo>
                <a:lnTo>
                  <a:pt x="37" y="341"/>
                </a:lnTo>
                <a:lnTo>
                  <a:pt x="72" y="341"/>
                </a:lnTo>
                <a:lnTo>
                  <a:pt x="104" y="341"/>
                </a:lnTo>
                <a:lnTo>
                  <a:pt x="134" y="341"/>
                </a:lnTo>
                <a:lnTo>
                  <a:pt x="161" y="341"/>
                </a:lnTo>
                <a:lnTo>
                  <a:pt x="189" y="341"/>
                </a:lnTo>
                <a:lnTo>
                  <a:pt x="213" y="341"/>
                </a:lnTo>
                <a:lnTo>
                  <a:pt x="235" y="341"/>
                </a:lnTo>
                <a:lnTo>
                  <a:pt x="256" y="341"/>
                </a:lnTo>
                <a:lnTo>
                  <a:pt x="275" y="341"/>
                </a:lnTo>
                <a:lnTo>
                  <a:pt x="293" y="341"/>
                </a:lnTo>
                <a:lnTo>
                  <a:pt x="309" y="341"/>
                </a:lnTo>
                <a:lnTo>
                  <a:pt x="323" y="341"/>
                </a:lnTo>
                <a:lnTo>
                  <a:pt x="338" y="341"/>
                </a:lnTo>
                <a:lnTo>
                  <a:pt x="349" y="341"/>
                </a:lnTo>
                <a:lnTo>
                  <a:pt x="360" y="341"/>
                </a:lnTo>
                <a:lnTo>
                  <a:pt x="371" y="341"/>
                </a:lnTo>
                <a:lnTo>
                  <a:pt x="381" y="341"/>
                </a:lnTo>
                <a:lnTo>
                  <a:pt x="389" y="341"/>
                </a:lnTo>
                <a:lnTo>
                  <a:pt x="395" y="341"/>
                </a:lnTo>
                <a:lnTo>
                  <a:pt x="403" y="341"/>
                </a:lnTo>
                <a:lnTo>
                  <a:pt x="410" y="341"/>
                </a:lnTo>
                <a:lnTo>
                  <a:pt x="414" y="341"/>
                </a:lnTo>
                <a:lnTo>
                  <a:pt x="419" y="341"/>
                </a:lnTo>
                <a:lnTo>
                  <a:pt x="426" y="341"/>
                </a:lnTo>
                <a:lnTo>
                  <a:pt x="429" y="341"/>
                </a:lnTo>
                <a:lnTo>
                  <a:pt x="434" y="341"/>
                </a:lnTo>
                <a:lnTo>
                  <a:pt x="438" y="341"/>
                </a:lnTo>
                <a:lnTo>
                  <a:pt x="442" y="341"/>
                </a:lnTo>
                <a:lnTo>
                  <a:pt x="446" y="341"/>
                </a:lnTo>
                <a:lnTo>
                  <a:pt x="451" y="341"/>
                </a:lnTo>
                <a:lnTo>
                  <a:pt x="456" y="341"/>
                </a:lnTo>
                <a:lnTo>
                  <a:pt x="461" y="341"/>
                </a:lnTo>
                <a:lnTo>
                  <a:pt x="464" y="341"/>
                </a:lnTo>
                <a:lnTo>
                  <a:pt x="469" y="341"/>
                </a:lnTo>
                <a:lnTo>
                  <a:pt x="472" y="341"/>
                </a:lnTo>
                <a:lnTo>
                  <a:pt x="475" y="341"/>
                </a:lnTo>
                <a:lnTo>
                  <a:pt x="480" y="341"/>
                </a:lnTo>
                <a:lnTo>
                  <a:pt x="483" y="341"/>
                </a:lnTo>
                <a:lnTo>
                  <a:pt x="485" y="341"/>
                </a:lnTo>
                <a:lnTo>
                  <a:pt x="488" y="341"/>
                </a:lnTo>
                <a:lnTo>
                  <a:pt x="491" y="341"/>
                </a:lnTo>
                <a:lnTo>
                  <a:pt x="494" y="339"/>
                </a:lnTo>
                <a:lnTo>
                  <a:pt x="496" y="339"/>
                </a:lnTo>
                <a:lnTo>
                  <a:pt x="499" y="339"/>
                </a:lnTo>
                <a:lnTo>
                  <a:pt x="501" y="337"/>
                </a:lnTo>
                <a:lnTo>
                  <a:pt x="504" y="337"/>
                </a:lnTo>
                <a:lnTo>
                  <a:pt x="506" y="336"/>
                </a:lnTo>
                <a:lnTo>
                  <a:pt x="509" y="334"/>
                </a:lnTo>
                <a:lnTo>
                  <a:pt x="510" y="334"/>
                </a:lnTo>
                <a:lnTo>
                  <a:pt x="514" y="333"/>
                </a:lnTo>
                <a:lnTo>
                  <a:pt x="515" y="331"/>
                </a:lnTo>
                <a:lnTo>
                  <a:pt x="518" y="329"/>
                </a:lnTo>
                <a:lnTo>
                  <a:pt x="522" y="328"/>
                </a:lnTo>
                <a:lnTo>
                  <a:pt x="523" y="326"/>
                </a:lnTo>
                <a:lnTo>
                  <a:pt x="526" y="323"/>
                </a:lnTo>
                <a:lnTo>
                  <a:pt x="530" y="321"/>
                </a:lnTo>
                <a:lnTo>
                  <a:pt x="533" y="318"/>
                </a:lnTo>
                <a:lnTo>
                  <a:pt x="536" y="315"/>
                </a:lnTo>
                <a:lnTo>
                  <a:pt x="541" y="313"/>
                </a:lnTo>
                <a:lnTo>
                  <a:pt x="544" y="310"/>
                </a:lnTo>
                <a:lnTo>
                  <a:pt x="547" y="307"/>
                </a:lnTo>
                <a:lnTo>
                  <a:pt x="552" y="302"/>
                </a:lnTo>
                <a:lnTo>
                  <a:pt x="557" y="299"/>
                </a:lnTo>
                <a:lnTo>
                  <a:pt x="562" y="294"/>
                </a:lnTo>
                <a:lnTo>
                  <a:pt x="566" y="291"/>
                </a:lnTo>
                <a:lnTo>
                  <a:pt x="570" y="288"/>
                </a:lnTo>
                <a:lnTo>
                  <a:pt x="574" y="285"/>
                </a:lnTo>
                <a:lnTo>
                  <a:pt x="578" y="281"/>
                </a:lnTo>
                <a:lnTo>
                  <a:pt x="581" y="278"/>
                </a:lnTo>
                <a:lnTo>
                  <a:pt x="584" y="277"/>
                </a:lnTo>
                <a:lnTo>
                  <a:pt x="586" y="273"/>
                </a:lnTo>
                <a:lnTo>
                  <a:pt x="589" y="270"/>
                </a:lnTo>
                <a:lnTo>
                  <a:pt x="590" y="269"/>
                </a:lnTo>
                <a:lnTo>
                  <a:pt x="594" y="267"/>
                </a:lnTo>
                <a:lnTo>
                  <a:pt x="595" y="264"/>
                </a:lnTo>
                <a:lnTo>
                  <a:pt x="597" y="262"/>
                </a:lnTo>
                <a:lnTo>
                  <a:pt x="598" y="261"/>
                </a:lnTo>
                <a:lnTo>
                  <a:pt x="600" y="257"/>
                </a:lnTo>
                <a:lnTo>
                  <a:pt x="602" y="256"/>
                </a:lnTo>
                <a:lnTo>
                  <a:pt x="602" y="254"/>
                </a:lnTo>
                <a:lnTo>
                  <a:pt x="603" y="253"/>
                </a:lnTo>
                <a:lnTo>
                  <a:pt x="605" y="249"/>
                </a:lnTo>
                <a:lnTo>
                  <a:pt x="605" y="248"/>
                </a:lnTo>
                <a:lnTo>
                  <a:pt x="605" y="246"/>
                </a:lnTo>
                <a:lnTo>
                  <a:pt x="606" y="243"/>
                </a:lnTo>
                <a:lnTo>
                  <a:pt x="606" y="241"/>
                </a:lnTo>
                <a:lnTo>
                  <a:pt x="606" y="238"/>
                </a:lnTo>
                <a:lnTo>
                  <a:pt x="606" y="237"/>
                </a:lnTo>
                <a:lnTo>
                  <a:pt x="606" y="233"/>
                </a:lnTo>
                <a:lnTo>
                  <a:pt x="608" y="230"/>
                </a:lnTo>
                <a:lnTo>
                  <a:pt x="608" y="227"/>
                </a:lnTo>
                <a:lnTo>
                  <a:pt x="608" y="224"/>
                </a:lnTo>
                <a:lnTo>
                  <a:pt x="608" y="221"/>
                </a:lnTo>
                <a:lnTo>
                  <a:pt x="608" y="217"/>
                </a:lnTo>
                <a:lnTo>
                  <a:pt x="608" y="213"/>
                </a:lnTo>
                <a:lnTo>
                  <a:pt x="608" y="209"/>
                </a:lnTo>
                <a:lnTo>
                  <a:pt x="608" y="206"/>
                </a:lnTo>
                <a:lnTo>
                  <a:pt x="608" y="203"/>
                </a:lnTo>
                <a:lnTo>
                  <a:pt x="608" y="200"/>
                </a:lnTo>
                <a:lnTo>
                  <a:pt x="608" y="197"/>
                </a:lnTo>
                <a:lnTo>
                  <a:pt x="608" y="193"/>
                </a:lnTo>
                <a:lnTo>
                  <a:pt x="608" y="190"/>
                </a:lnTo>
                <a:lnTo>
                  <a:pt x="608" y="189"/>
                </a:lnTo>
                <a:lnTo>
                  <a:pt x="608" y="185"/>
                </a:lnTo>
                <a:lnTo>
                  <a:pt x="608" y="184"/>
                </a:lnTo>
                <a:lnTo>
                  <a:pt x="608" y="181"/>
                </a:lnTo>
                <a:lnTo>
                  <a:pt x="608" y="179"/>
                </a:lnTo>
                <a:lnTo>
                  <a:pt x="608" y="177"/>
                </a:lnTo>
                <a:lnTo>
                  <a:pt x="608" y="174"/>
                </a:lnTo>
                <a:lnTo>
                  <a:pt x="608" y="173"/>
                </a:lnTo>
                <a:lnTo>
                  <a:pt x="608" y="171"/>
                </a:lnTo>
                <a:lnTo>
                  <a:pt x="608" y="169"/>
                </a:lnTo>
                <a:lnTo>
                  <a:pt x="608" y="166"/>
                </a:lnTo>
                <a:lnTo>
                  <a:pt x="608" y="165"/>
                </a:lnTo>
                <a:lnTo>
                  <a:pt x="608" y="163"/>
                </a:lnTo>
                <a:lnTo>
                  <a:pt x="608" y="160"/>
                </a:lnTo>
                <a:lnTo>
                  <a:pt x="608" y="158"/>
                </a:lnTo>
                <a:lnTo>
                  <a:pt x="608" y="155"/>
                </a:lnTo>
                <a:lnTo>
                  <a:pt x="608" y="153"/>
                </a:lnTo>
                <a:lnTo>
                  <a:pt x="608" y="150"/>
                </a:lnTo>
                <a:lnTo>
                  <a:pt x="608" y="149"/>
                </a:lnTo>
                <a:lnTo>
                  <a:pt x="608" y="145"/>
                </a:lnTo>
                <a:lnTo>
                  <a:pt x="608" y="142"/>
                </a:lnTo>
                <a:lnTo>
                  <a:pt x="608" y="139"/>
                </a:lnTo>
                <a:lnTo>
                  <a:pt x="608" y="136"/>
                </a:lnTo>
                <a:lnTo>
                  <a:pt x="608" y="131"/>
                </a:lnTo>
                <a:lnTo>
                  <a:pt x="608" y="128"/>
                </a:lnTo>
                <a:lnTo>
                  <a:pt x="608" y="125"/>
                </a:lnTo>
                <a:lnTo>
                  <a:pt x="608" y="120"/>
                </a:lnTo>
                <a:lnTo>
                  <a:pt x="608" y="117"/>
                </a:lnTo>
                <a:lnTo>
                  <a:pt x="608" y="113"/>
                </a:lnTo>
                <a:lnTo>
                  <a:pt x="608" y="110"/>
                </a:lnTo>
                <a:lnTo>
                  <a:pt x="606" y="109"/>
                </a:lnTo>
                <a:lnTo>
                  <a:pt x="606" y="105"/>
                </a:lnTo>
                <a:lnTo>
                  <a:pt x="606" y="102"/>
                </a:lnTo>
                <a:lnTo>
                  <a:pt x="606" y="101"/>
                </a:lnTo>
                <a:lnTo>
                  <a:pt x="606" y="97"/>
                </a:lnTo>
                <a:lnTo>
                  <a:pt x="605" y="96"/>
                </a:lnTo>
                <a:lnTo>
                  <a:pt x="605" y="94"/>
                </a:lnTo>
                <a:lnTo>
                  <a:pt x="605" y="91"/>
                </a:lnTo>
                <a:lnTo>
                  <a:pt x="603" y="89"/>
                </a:lnTo>
                <a:lnTo>
                  <a:pt x="602" y="88"/>
                </a:lnTo>
                <a:lnTo>
                  <a:pt x="602" y="85"/>
                </a:lnTo>
                <a:lnTo>
                  <a:pt x="600" y="83"/>
                </a:lnTo>
                <a:lnTo>
                  <a:pt x="598" y="81"/>
                </a:lnTo>
                <a:lnTo>
                  <a:pt x="597" y="80"/>
                </a:lnTo>
                <a:lnTo>
                  <a:pt x="595" y="77"/>
                </a:lnTo>
                <a:lnTo>
                  <a:pt x="594" y="75"/>
                </a:lnTo>
                <a:lnTo>
                  <a:pt x="590" y="73"/>
                </a:lnTo>
                <a:lnTo>
                  <a:pt x="589" y="70"/>
                </a:lnTo>
                <a:lnTo>
                  <a:pt x="586" y="69"/>
                </a:lnTo>
                <a:lnTo>
                  <a:pt x="584" y="65"/>
                </a:lnTo>
                <a:lnTo>
                  <a:pt x="581" y="62"/>
                </a:lnTo>
                <a:lnTo>
                  <a:pt x="578" y="61"/>
                </a:lnTo>
                <a:lnTo>
                  <a:pt x="574" y="57"/>
                </a:lnTo>
                <a:lnTo>
                  <a:pt x="570" y="54"/>
                </a:lnTo>
                <a:lnTo>
                  <a:pt x="566" y="51"/>
                </a:lnTo>
                <a:lnTo>
                  <a:pt x="562" y="46"/>
                </a:lnTo>
                <a:lnTo>
                  <a:pt x="557" y="43"/>
                </a:lnTo>
                <a:lnTo>
                  <a:pt x="552" y="38"/>
                </a:lnTo>
                <a:lnTo>
                  <a:pt x="547" y="35"/>
                </a:lnTo>
                <a:lnTo>
                  <a:pt x="544" y="32"/>
                </a:lnTo>
                <a:lnTo>
                  <a:pt x="541" y="29"/>
                </a:lnTo>
                <a:lnTo>
                  <a:pt x="536" y="25"/>
                </a:lnTo>
                <a:lnTo>
                  <a:pt x="533" y="22"/>
                </a:lnTo>
                <a:lnTo>
                  <a:pt x="530" y="21"/>
                </a:lnTo>
                <a:lnTo>
                  <a:pt x="526" y="17"/>
                </a:lnTo>
                <a:lnTo>
                  <a:pt x="523" y="16"/>
                </a:lnTo>
                <a:lnTo>
                  <a:pt x="522" y="14"/>
                </a:lnTo>
                <a:lnTo>
                  <a:pt x="518" y="13"/>
                </a:lnTo>
                <a:lnTo>
                  <a:pt x="515" y="11"/>
                </a:lnTo>
                <a:lnTo>
                  <a:pt x="514" y="9"/>
                </a:lnTo>
                <a:lnTo>
                  <a:pt x="510" y="8"/>
                </a:lnTo>
                <a:lnTo>
                  <a:pt x="509" y="6"/>
                </a:lnTo>
                <a:lnTo>
                  <a:pt x="506" y="5"/>
                </a:lnTo>
                <a:lnTo>
                  <a:pt x="504" y="5"/>
                </a:lnTo>
                <a:lnTo>
                  <a:pt x="501" y="3"/>
                </a:lnTo>
                <a:lnTo>
                  <a:pt x="499" y="3"/>
                </a:lnTo>
                <a:lnTo>
                  <a:pt x="496" y="1"/>
                </a:lnTo>
                <a:lnTo>
                  <a:pt x="494" y="1"/>
                </a:lnTo>
                <a:lnTo>
                  <a:pt x="491" y="1"/>
                </a:lnTo>
                <a:lnTo>
                  <a:pt x="488" y="1"/>
                </a:lnTo>
                <a:lnTo>
                  <a:pt x="485" y="0"/>
                </a:lnTo>
                <a:lnTo>
                  <a:pt x="483" y="0"/>
                </a:lnTo>
                <a:lnTo>
                  <a:pt x="480" y="0"/>
                </a:lnTo>
                <a:lnTo>
                  <a:pt x="475" y="0"/>
                </a:lnTo>
                <a:lnTo>
                  <a:pt x="472" y="0"/>
                </a:lnTo>
                <a:lnTo>
                  <a:pt x="469" y="0"/>
                </a:lnTo>
                <a:lnTo>
                  <a:pt x="464" y="0"/>
                </a:lnTo>
                <a:lnTo>
                  <a:pt x="461" y="0"/>
                </a:lnTo>
                <a:lnTo>
                  <a:pt x="456" y="0"/>
                </a:lnTo>
                <a:lnTo>
                  <a:pt x="451" y="0"/>
                </a:lnTo>
                <a:lnTo>
                  <a:pt x="446" y="0"/>
                </a:lnTo>
                <a:lnTo>
                  <a:pt x="443" y="0"/>
                </a:lnTo>
                <a:lnTo>
                  <a:pt x="438" y="0"/>
                </a:lnTo>
                <a:lnTo>
                  <a:pt x="435" y="0"/>
                </a:lnTo>
                <a:lnTo>
                  <a:pt x="432" y="0"/>
                </a:lnTo>
                <a:lnTo>
                  <a:pt x="429" y="0"/>
                </a:lnTo>
                <a:lnTo>
                  <a:pt x="426" y="0"/>
                </a:lnTo>
                <a:lnTo>
                  <a:pt x="422" y="0"/>
                </a:lnTo>
                <a:lnTo>
                  <a:pt x="419" y="0"/>
                </a:lnTo>
                <a:lnTo>
                  <a:pt x="418" y="0"/>
                </a:lnTo>
                <a:lnTo>
                  <a:pt x="414" y="0"/>
                </a:lnTo>
                <a:lnTo>
                  <a:pt x="413" y="0"/>
                </a:lnTo>
                <a:lnTo>
                  <a:pt x="410" y="0"/>
                </a:lnTo>
                <a:lnTo>
                  <a:pt x="408" y="0"/>
                </a:lnTo>
                <a:lnTo>
                  <a:pt x="405" y="0"/>
                </a:lnTo>
                <a:lnTo>
                  <a:pt x="403" y="0"/>
                </a:lnTo>
                <a:lnTo>
                  <a:pt x="400" y="0"/>
                </a:lnTo>
                <a:lnTo>
                  <a:pt x="398" y="0"/>
                </a:lnTo>
                <a:lnTo>
                  <a:pt x="395" y="0"/>
                </a:lnTo>
                <a:lnTo>
                  <a:pt x="392" y="0"/>
                </a:lnTo>
                <a:lnTo>
                  <a:pt x="390" y="0"/>
                </a:lnTo>
                <a:lnTo>
                  <a:pt x="387" y="0"/>
                </a:lnTo>
                <a:lnTo>
                  <a:pt x="384" y="0"/>
                </a:lnTo>
                <a:lnTo>
                  <a:pt x="381" y="0"/>
                </a:lnTo>
                <a:lnTo>
                  <a:pt x="378" y="0"/>
                </a:lnTo>
                <a:lnTo>
                  <a:pt x="374" y="0"/>
                </a:lnTo>
                <a:lnTo>
                  <a:pt x="371" y="0"/>
                </a:lnTo>
                <a:lnTo>
                  <a:pt x="368" y="0"/>
                </a:lnTo>
                <a:lnTo>
                  <a:pt x="363" y="0"/>
                </a:lnTo>
                <a:lnTo>
                  <a:pt x="358" y="0"/>
                </a:lnTo>
                <a:lnTo>
                  <a:pt x="354" y="0"/>
                </a:lnTo>
                <a:lnTo>
                  <a:pt x="350" y="0"/>
                </a:lnTo>
                <a:lnTo>
                  <a:pt x="346" y="0"/>
                </a:lnTo>
                <a:lnTo>
                  <a:pt x="341" y="0"/>
                </a:lnTo>
                <a:lnTo>
                  <a:pt x="338" y="0"/>
                </a:lnTo>
                <a:lnTo>
                  <a:pt x="333" y="0"/>
                </a:lnTo>
                <a:lnTo>
                  <a:pt x="329" y="0"/>
                </a:lnTo>
                <a:lnTo>
                  <a:pt x="325" y="0"/>
                </a:lnTo>
                <a:lnTo>
                  <a:pt x="320" y="0"/>
                </a:lnTo>
                <a:lnTo>
                  <a:pt x="315" y="0"/>
                </a:lnTo>
                <a:lnTo>
                  <a:pt x="310" y="0"/>
                </a:lnTo>
                <a:lnTo>
                  <a:pt x="305" y="0"/>
                </a:lnTo>
                <a:lnTo>
                  <a:pt x="301" y="0"/>
                </a:lnTo>
                <a:lnTo>
                  <a:pt x="294" y="0"/>
                </a:lnTo>
                <a:lnTo>
                  <a:pt x="288" y="0"/>
                </a:lnTo>
                <a:lnTo>
                  <a:pt x="280" y="0"/>
                </a:lnTo>
                <a:lnTo>
                  <a:pt x="272" y="0"/>
                </a:lnTo>
                <a:lnTo>
                  <a:pt x="264" y="0"/>
                </a:lnTo>
                <a:lnTo>
                  <a:pt x="254" y="0"/>
                </a:lnTo>
                <a:lnTo>
                  <a:pt x="243" y="0"/>
                </a:lnTo>
                <a:lnTo>
                  <a:pt x="232" y="0"/>
                </a:lnTo>
                <a:lnTo>
                  <a:pt x="221" y="0"/>
                </a:lnTo>
                <a:lnTo>
                  <a:pt x="206" y="0"/>
                </a:lnTo>
                <a:lnTo>
                  <a:pt x="192" y="0"/>
                </a:lnTo>
                <a:lnTo>
                  <a:pt x="176" y="0"/>
                </a:lnTo>
                <a:lnTo>
                  <a:pt x="160" y="0"/>
                </a:lnTo>
                <a:lnTo>
                  <a:pt x="141" y="0"/>
                </a:lnTo>
                <a:lnTo>
                  <a:pt x="121" y="0"/>
                </a:lnTo>
                <a:lnTo>
                  <a:pt x="101" y="0"/>
                </a:lnTo>
                <a:lnTo>
                  <a:pt x="78" y="0"/>
                </a:lnTo>
                <a:lnTo>
                  <a:pt x="54" y="0"/>
                </a:lnTo>
                <a:lnTo>
                  <a:pt x="27" y="0"/>
                </a:lnTo>
                <a:lnTo>
                  <a:pt x="0" y="0"/>
                </a:lnTo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2" name="Line 57">
            <a:extLst>
              <a:ext uri="{FF2B5EF4-FFF2-40B4-BE49-F238E27FC236}">
                <a16:creationId xmlns:a16="http://schemas.microsoft.com/office/drawing/2014/main" id="{73D2CAD9-882A-4EA6-8030-6113E3BEB3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0025" y="3741738"/>
            <a:ext cx="1588" cy="895350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3" name="Line 58">
            <a:extLst>
              <a:ext uri="{FF2B5EF4-FFF2-40B4-BE49-F238E27FC236}">
                <a16:creationId xmlns:a16="http://schemas.microsoft.com/office/drawing/2014/main" id="{CD72DD6E-57A7-4FB3-92A2-CF36188C5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0388" y="3713163"/>
            <a:ext cx="1587" cy="531812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4" name="Line 59">
            <a:extLst>
              <a:ext uri="{FF2B5EF4-FFF2-40B4-BE49-F238E27FC236}">
                <a16:creationId xmlns:a16="http://schemas.microsoft.com/office/drawing/2014/main" id="{576BCC67-90AF-4F7C-A160-3C047086F1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2566988"/>
            <a:ext cx="1587" cy="2070100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5" name="Rectangle 60">
            <a:extLst>
              <a:ext uri="{FF2B5EF4-FFF2-40B4-BE49-F238E27FC236}">
                <a16:creationId xmlns:a16="http://schemas.microsoft.com/office/drawing/2014/main" id="{6D554C09-E0FA-435D-B9BB-FDB4C381B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28273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6" name="Rectangle 91">
            <a:extLst>
              <a:ext uri="{FF2B5EF4-FFF2-40B4-BE49-F238E27FC236}">
                <a16:creationId xmlns:a16="http://schemas.microsoft.com/office/drawing/2014/main" id="{6EF2AC33-BC52-42B3-8CC8-1559A6AF0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288" y="4286250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7" name="Rectangle 92">
            <a:extLst>
              <a:ext uri="{FF2B5EF4-FFF2-40B4-BE49-F238E27FC236}">
                <a16:creationId xmlns:a16="http://schemas.microsoft.com/office/drawing/2014/main" id="{7A9BAADD-BBA0-4BA2-AD27-E90A8EE59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44116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8" name="Rectangle 93">
            <a:extLst>
              <a:ext uri="{FF2B5EF4-FFF2-40B4-BE49-F238E27FC236}">
                <a16:creationId xmlns:a16="http://schemas.microsoft.com/office/drawing/2014/main" id="{55BBCE45-7F61-492B-B88C-8CB5C2EA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86250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99" name="Rectangle 94">
            <a:extLst>
              <a:ext uri="{FF2B5EF4-FFF2-40B4-BE49-F238E27FC236}">
                <a16:creationId xmlns:a16="http://schemas.microsoft.com/office/drawing/2014/main" id="{EC39A228-0FAA-4E2B-9C90-F072236E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44116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0" name="Rectangle 95">
            <a:extLst>
              <a:ext uri="{FF2B5EF4-FFF2-40B4-BE49-F238E27FC236}">
                <a16:creationId xmlns:a16="http://schemas.microsoft.com/office/drawing/2014/main" id="{590B2888-EFEA-4342-B46A-D0263FF4C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4286250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1" name="Rectangle 96">
            <a:extLst>
              <a:ext uri="{FF2B5EF4-FFF2-40B4-BE49-F238E27FC236}">
                <a16:creationId xmlns:a16="http://schemas.microsoft.com/office/drawing/2014/main" id="{40544592-58CD-47D5-A041-4D6FDF11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8" y="44116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2" name="Rectangle 97">
            <a:extLst>
              <a:ext uri="{FF2B5EF4-FFF2-40B4-BE49-F238E27FC236}">
                <a16:creationId xmlns:a16="http://schemas.microsoft.com/office/drawing/2014/main" id="{638CEB3D-4AF5-46AE-B70C-9C345070E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4286250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3" name="Rectangle 98">
            <a:extLst>
              <a:ext uri="{FF2B5EF4-FFF2-40B4-BE49-F238E27FC236}">
                <a16:creationId xmlns:a16="http://schemas.microsoft.com/office/drawing/2014/main" id="{3AFB23D6-4599-4E38-B113-14811E3E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440848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4" name="Rectangle 99">
            <a:extLst>
              <a:ext uri="{FF2B5EF4-FFF2-40B4-BE49-F238E27FC236}">
                <a16:creationId xmlns:a16="http://schemas.microsoft.com/office/drawing/2014/main" id="{5B0B3560-3987-45F2-8543-582B8FD5F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4286250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5" name="Rectangle 100">
            <a:extLst>
              <a:ext uri="{FF2B5EF4-FFF2-40B4-BE49-F238E27FC236}">
                <a16:creationId xmlns:a16="http://schemas.microsoft.com/office/drawing/2014/main" id="{0E286AD1-3CCF-4C1A-9750-E0F6D9BCC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440848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06" name="Rectangle 101">
            <a:extLst>
              <a:ext uri="{FF2B5EF4-FFF2-40B4-BE49-F238E27FC236}">
                <a16:creationId xmlns:a16="http://schemas.microsoft.com/office/drawing/2014/main" id="{3ECC72AC-2F84-4D26-AB46-DD21C6D3F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286250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64" name="Line 102">
            <a:extLst>
              <a:ext uri="{FF2B5EF4-FFF2-40B4-BE49-F238E27FC236}">
                <a16:creationId xmlns:a16="http://schemas.microsoft.com/office/drawing/2014/main" id="{CE1ACCF5-203C-D84E-A860-780DA26B47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330700"/>
            <a:ext cx="84138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65" name="Line 103">
            <a:extLst>
              <a:ext uri="{FF2B5EF4-FFF2-40B4-BE49-F238E27FC236}">
                <a16:creationId xmlns:a16="http://schemas.microsoft.com/office/drawing/2014/main" id="{487D998C-210D-0C40-858B-A016298E8C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4330700"/>
            <a:ext cx="57150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66" name="Line 104">
            <a:extLst>
              <a:ext uri="{FF2B5EF4-FFF2-40B4-BE49-F238E27FC236}">
                <a16:creationId xmlns:a16="http://schemas.microsoft.com/office/drawing/2014/main" id="{FFAE7E0F-290A-A749-B589-EEA5D63A7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8" y="4330700"/>
            <a:ext cx="55562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0" name="Rectangle 105">
            <a:extLst>
              <a:ext uri="{FF2B5EF4-FFF2-40B4-BE49-F238E27FC236}">
                <a16:creationId xmlns:a16="http://schemas.microsoft.com/office/drawing/2014/main" id="{6F42C5CC-0698-42E5-A0A9-0873A0E68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40848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1" name="Rectangle 106">
            <a:extLst>
              <a:ext uri="{FF2B5EF4-FFF2-40B4-BE49-F238E27FC236}">
                <a16:creationId xmlns:a16="http://schemas.microsoft.com/office/drawing/2014/main" id="{75C8BC7D-EDC4-42A6-BE99-5CC5A40BD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4687888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2" name="Rectangle 107">
            <a:extLst>
              <a:ext uri="{FF2B5EF4-FFF2-40B4-BE49-F238E27FC236}">
                <a16:creationId xmlns:a16="http://schemas.microsoft.com/office/drawing/2014/main" id="{C63F444A-4339-4204-A50F-6685B0EB1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481330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3" name="Rectangle 108">
            <a:extLst>
              <a:ext uri="{FF2B5EF4-FFF2-40B4-BE49-F238E27FC236}">
                <a16:creationId xmlns:a16="http://schemas.microsoft.com/office/drawing/2014/main" id="{D22EB167-883C-4775-8BC4-746AD3907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687888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4" name="Rectangle 109">
            <a:extLst>
              <a:ext uri="{FF2B5EF4-FFF2-40B4-BE49-F238E27FC236}">
                <a16:creationId xmlns:a16="http://schemas.microsoft.com/office/drawing/2014/main" id="{B0430E93-7FEB-467A-8B47-9B49E4925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48164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5" name="Rectangle 110">
            <a:extLst>
              <a:ext uri="{FF2B5EF4-FFF2-40B4-BE49-F238E27FC236}">
                <a16:creationId xmlns:a16="http://schemas.microsoft.com/office/drawing/2014/main" id="{524172CB-37F2-4415-BB5C-23A63378E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4687888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73" name="Line 111">
            <a:extLst>
              <a:ext uri="{FF2B5EF4-FFF2-40B4-BE49-F238E27FC236}">
                <a16:creationId xmlns:a16="http://schemas.microsoft.com/office/drawing/2014/main" id="{B8F30A6C-29A7-DB4A-AA47-B53B2CA837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25" y="4721225"/>
            <a:ext cx="55563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74" name="Line 112">
            <a:extLst>
              <a:ext uri="{FF2B5EF4-FFF2-40B4-BE49-F238E27FC236}">
                <a16:creationId xmlns:a16="http://schemas.microsoft.com/office/drawing/2014/main" id="{32EEE5C6-7AFA-A145-9FEB-D5D887B11D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988" y="4721225"/>
            <a:ext cx="84137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8" name="Rectangle 113">
            <a:extLst>
              <a:ext uri="{FF2B5EF4-FFF2-40B4-BE49-F238E27FC236}">
                <a16:creationId xmlns:a16="http://schemas.microsoft.com/office/drawing/2014/main" id="{F48783ED-74DB-48E0-818C-F29E4F43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481330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19" name="Rectangle 114">
            <a:extLst>
              <a:ext uri="{FF2B5EF4-FFF2-40B4-BE49-F238E27FC236}">
                <a16:creationId xmlns:a16="http://schemas.microsoft.com/office/drawing/2014/main" id="{1F5A51CC-7FE4-4594-9817-6F61490DD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4687888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20" name="Rectangle 115">
            <a:extLst>
              <a:ext uri="{FF2B5EF4-FFF2-40B4-BE49-F238E27FC236}">
                <a16:creationId xmlns:a16="http://schemas.microsoft.com/office/drawing/2014/main" id="{B2653E83-6E2C-47F2-A12F-B4EE74B5A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48164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21" name="Rectangle 116">
            <a:extLst>
              <a:ext uri="{FF2B5EF4-FFF2-40B4-BE49-F238E27FC236}">
                <a16:creationId xmlns:a16="http://schemas.microsoft.com/office/drawing/2014/main" id="{7DEB3A0A-0338-4364-BC54-F27DC062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4687888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22" name="Rectangle 117">
            <a:extLst>
              <a:ext uri="{FF2B5EF4-FFF2-40B4-BE49-F238E27FC236}">
                <a16:creationId xmlns:a16="http://schemas.microsoft.com/office/drawing/2014/main" id="{A08442DD-5B20-4B90-A05F-40825ACB0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81330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23" name="Rectangle 118">
            <a:extLst>
              <a:ext uri="{FF2B5EF4-FFF2-40B4-BE49-F238E27FC236}">
                <a16:creationId xmlns:a16="http://schemas.microsoft.com/office/drawing/2014/main" id="{40E70FC6-6CAA-44FE-B665-0D2158F15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4687888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81" name="Line 119">
            <a:extLst>
              <a:ext uri="{FF2B5EF4-FFF2-40B4-BE49-F238E27FC236}">
                <a16:creationId xmlns:a16="http://schemas.microsoft.com/office/drawing/2014/main" id="{1DD9C5FC-B7DA-0E4E-902E-F3DCADE28C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7313" y="4721225"/>
            <a:ext cx="55562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925" name="Rectangle 120">
            <a:extLst>
              <a:ext uri="{FF2B5EF4-FFF2-40B4-BE49-F238E27FC236}">
                <a16:creationId xmlns:a16="http://schemas.microsoft.com/office/drawing/2014/main" id="{FB193CB7-5AAD-47B2-9E5B-89D42183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48164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A78FC16C-B860-9144-AEB3-BD4DADE943C1}"/>
              </a:ext>
            </a:extLst>
          </p:cNvPr>
          <p:cNvSpPr txBox="1">
            <a:spLocks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Example 3: Another Solution</a:t>
            </a:r>
          </a:p>
        </p:txBody>
      </p:sp>
      <p:grpSp>
        <p:nvGrpSpPr>
          <p:cNvPr id="78927" name="Group 120">
            <a:extLst>
              <a:ext uri="{FF2B5EF4-FFF2-40B4-BE49-F238E27FC236}">
                <a16:creationId xmlns:a16="http://schemas.microsoft.com/office/drawing/2014/main" id="{2F60B389-8B51-4A5F-BD6F-DC773B9D69BA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257800"/>
            <a:ext cx="5210175" cy="488950"/>
            <a:chOff x="1219200" y="6015335"/>
            <a:chExt cx="5209822" cy="488707"/>
          </a:xfrm>
        </p:grpSpPr>
        <p:sp>
          <p:nvSpPr>
            <p:cNvPr id="78928" name="Rectangle 97">
              <a:extLst>
                <a:ext uri="{FF2B5EF4-FFF2-40B4-BE49-F238E27FC236}">
                  <a16:creationId xmlns:a16="http://schemas.microsoft.com/office/drawing/2014/main" id="{20DC846D-25E7-44F0-8A58-BC49450DD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343" y="6139098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29" name="Rectangle 98">
              <a:extLst>
                <a:ext uri="{FF2B5EF4-FFF2-40B4-BE49-F238E27FC236}">
                  <a16:creationId xmlns:a16="http://schemas.microsoft.com/office/drawing/2014/main" id="{22011828-B2A9-4A44-BA1F-A2E873E7E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573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0" name="Rectangle 99">
              <a:extLst>
                <a:ext uri="{FF2B5EF4-FFF2-40B4-BE49-F238E27FC236}">
                  <a16:creationId xmlns:a16="http://schemas.microsoft.com/office/drawing/2014/main" id="{5006C3A1-A835-43FA-A5F6-39330C9FA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627" y="6139098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1" name="Rectangle 100">
              <a:extLst>
                <a:ext uri="{FF2B5EF4-FFF2-40B4-BE49-F238E27FC236}">
                  <a16:creationId xmlns:a16="http://schemas.microsoft.com/office/drawing/2014/main" id="{8D99DD48-E42B-4F72-A6F7-99CB68C16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857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2" name="Rectangle 101">
              <a:extLst>
                <a:ext uri="{FF2B5EF4-FFF2-40B4-BE49-F238E27FC236}">
                  <a16:creationId xmlns:a16="http://schemas.microsoft.com/office/drawing/2014/main" id="{99B18D5D-CF13-4738-BBA7-B173B966A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911" y="6139098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" name="Line 102">
              <a:extLst>
                <a:ext uri="{FF2B5EF4-FFF2-40B4-BE49-F238E27FC236}">
                  <a16:creationId xmlns:a16="http://schemas.microsoft.com/office/drawing/2014/main" id="{BF144C2E-D2C1-8842-A471-5D8847EBB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68455" y="6185114"/>
              <a:ext cx="100005" cy="1586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" name="Line 103">
              <a:extLst>
                <a:ext uri="{FF2B5EF4-FFF2-40B4-BE49-F238E27FC236}">
                  <a16:creationId xmlns:a16="http://schemas.microsoft.com/office/drawing/2014/main" id="{8FBD0536-CA43-A447-B742-DDAA561AF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1802" y="6189873"/>
              <a:ext cx="106356" cy="0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4" name="Line 104">
              <a:extLst>
                <a:ext uri="{FF2B5EF4-FFF2-40B4-BE49-F238E27FC236}">
                  <a16:creationId xmlns:a16="http://schemas.microsoft.com/office/drawing/2014/main" id="{14FAA772-7980-3F4B-B487-D04523C0C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41498" y="6193047"/>
              <a:ext cx="130166" cy="1587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6" name="Rectangle 105">
              <a:extLst>
                <a:ext uri="{FF2B5EF4-FFF2-40B4-BE49-F238E27FC236}">
                  <a16:creationId xmlns:a16="http://schemas.microsoft.com/office/drawing/2014/main" id="{3C52D848-86E4-42B3-BC6D-6C07ACBF6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140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7" name="Rectangle 106">
              <a:extLst>
                <a:ext uri="{FF2B5EF4-FFF2-40B4-BE49-F238E27FC236}">
                  <a16:creationId xmlns:a16="http://schemas.microsoft.com/office/drawing/2014/main" id="{684AEF25-7238-4405-9B12-8747C7AFE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607" y="6124819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8" name="Rectangle 107">
              <a:extLst>
                <a:ext uri="{FF2B5EF4-FFF2-40B4-BE49-F238E27FC236}">
                  <a16:creationId xmlns:a16="http://schemas.microsoft.com/office/drawing/2014/main" id="{D82A646B-B06A-4F0F-BD65-3061FB42B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836" y="6250168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39" name="Rectangle 108">
              <a:extLst>
                <a:ext uri="{FF2B5EF4-FFF2-40B4-BE49-F238E27FC236}">
                  <a16:creationId xmlns:a16="http://schemas.microsoft.com/office/drawing/2014/main" id="{DE8913C3-2619-45D7-95CD-5EADB92A7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890" y="6124819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0" name="Rectangle 109">
              <a:extLst>
                <a:ext uri="{FF2B5EF4-FFF2-40B4-BE49-F238E27FC236}">
                  <a16:creationId xmlns:a16="http://schemas.microsoft.com/office/drawing/2014/main" id="{5BADBA4F-4530-4E30-B381-4BC80FFBA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707" y="6253342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1" name="Rectangle 110">
              <a:extLst>
                <a:ext uri="{FF2B5EF4-FFF2-40B4-BE49-F238E27FC236}">
                  <a16:creationId xmlns:a16="http://schemas.microsoft.com/office/drawing/2014/main" id="{CD608599-F786-4A6E-A8D1-DDAB4EFDC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762" y="6124819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1" name="Line 111">
              <a:extLst>
                <a:ext uri="{FF2B5EF4-FFF2-40B4-BE49-F238E27FC236}">
                  <a16:creationId xmlns:a16="http://schemas.microsoft.com/office/drawing/2014/main" id="{0003688C-88AB-C14F-A62D-423F01F29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43131" y="6159726"/>
              <a:ext cx="101593" cy="1586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2" name="Line 112">
              <a:extLst>
                <a:ext uri="{FF2B5EF4-FFF2-40B4-BE49-F238E27FC236}">
                  <a16:creationId xmlns:a16="http://schemas.microsoft.com/office/drawing/2014/main" id="{3F962CC4-90A5-AF4F-8A8E-71C45317D1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0461" y="6159726"/>
              <a:ext cx="107943" cy="1586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4" name="Rectangle 113">
              <a:extLst>
                <a:ext uri="{FF2B5EF4-FFF2-40B4-BE49-F238E27FC236}">
                  <a16:creationId xmlns:a16="http://schemas.microsoft.com/office/drawing/2014/main" id="{80DE3B16-7D0D-4A22-91F8-8C309E611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404" y="6250168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5" name="Rectangle 91">
              <a:extLst>
                <a:ext uri="{FF2B5EF4-FFF2-40B4-BE49-F238E27FC236}">
                  <a16:creationId xmlns:a16="http://schemas.microsoft.com/office/drawing/2014/main" id="{D997A83B-46EA-40E2-899B-59A26A8B1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102" y="6135925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6" name="Rectangle 92">
              <a:extLst>
                <a:ext uri="{FF2B5EF4-FFF2-40B4-BE49-F238E27FC236}">
                  <a16:creationId xmlns:a16="http://schemas.microsoft.com/office/drawing/2014/main" id="{8E38CC73-309E-4E6F-B924-E8F75DCE3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744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7" name="Rectangle 93">
              <a:extLst>
                <a:ext uri="{FF2B5EF4-FFF2-40B4-BE49-F238E27FC236}">
                  <a16:creationId xmlns:a16="http://schemas.microsoft.com/office/drawing/2014/main" id="{C1A8004F-6DD6-4F19-8AD0-8E0FB74B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4799" y="6135925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8" name="Rectangle 94">
              <a:extLst>
                <a:ext uri="{FF2B5EF4-FFF2-40B4-BE49-F238E27FC236}">
                  <a16:creationId xmlns:a16="http://schemas.microsoft.com/office/drawing/2014/main" id="{3E25301E-9ECF-48F0-ACD4-485C69E06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616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9" name="Rectangle 95">
              <a:extLst>
                <a:ext uri="{FF2B5EF4-FFF2-40B4-BE49-F238E27FC236}">
                  <a16:creationId xmlns:a16="http://schemas.microsoft.com/office/drawing/2014/main" id="{CC02A68F-7288-4905-ADE7-246952C99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670" y="6135925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0" name="Rectangle 96">
              <a:extLst>
                <a:ext uri="{FF2B5EF4-FFF2-40B4-BE49-F238E27FC236}">
                  <a16:creationId xmlns:a16="http://schemas.microsoft.com/office/drawing/2014/main" id="{A849A3C5-46F0-4348-BBD2-0481CE170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311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1" name="Rectangle 114">
              <a:extLst>
                <a:ext uri="{FF2B5EF4-FFF2-40B4-BE49-F238E27FC236}">
                  <a16:creationId xmlns:a16="http://schemas.microsoft.com/office/drawing/2014/main" id="{D9A866D0-76AB-484A-A569-B7A3985F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3423" y="6147033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2" name="Rectangle 115">
              <a:extLst>
                <a:ext uri="{FF2B5EF4-FFF2-40B4-BE49-F238E27FC236}">
                  <a16:creationId xmlns:a16="http://schemas.microsoft.com/office/drawing/2014/main" id="{B3125295-B617-4015-A151-6884DA12B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8828" y="627555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3" name="Rectangle 116">
              <a:extLst>
                <a:ext uri="{FF2B5EF4-FFF2-40B4-BE49-F238E27FC236}">
                  <a16:creationId xmlns:a16="http://schemas.microsoft.com/office/drawing/2014/main" id="{C9A87AFB-BE82-401B-9BAD-EED3A6CB0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6295" y="6147033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4" name="Rectangle 117">
              <a:extLst>
                <a:ext uri="{FF2B5EF4-FFF2-40B4-BE49-F238E27FC236}">
                  <a16:creationId xmlns:a16="http://schemas.microsoft.com/office/drawing/2014/main" id="{7EB65FD4-D0DB-4D3A-A17E-BBB980606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6937" y="6272382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5" name="Rectangle 118">
              <a:extLst>
                <a:ext uri="{FF2B5EF4-FFF2-40B4-BE49-F238E27FC236}">
                  <a16:creationId xmlns:a16="http://schemas.microsoft.com/office/drawing/2014/main" id="{B9F821A1-DD8A-4F98-B390-B56281E0A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578" y="6147033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5" name="Line 119">
              <a:extLst>
                <a:ext uri="{FF2B5EF4-FFF2-40B4-BE49-F238E27FC236}">
                  <a16:creationId xmlns:a16="http://schemas.microsoft.com/office/drawing/2014/main" id="{10E8F996-93E1-2C40-AE17-F618317B6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5819" y="6180353"/>
              <a:ext cx="100005" cy="1587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7" name="Rectangle 120">
              <a:extLst>
                <a:ext uri="{FF2B5EF4-FFF2-40B4-BE49-F238E27FC236}">
                  <a16:creationId xmlns:a16="http://schemas.microsoft.com/office/drawing/2014/main" id="{F7D41C64-C62F-4761-BB16-1B0F0CEE6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9807" y="627555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8" name="TextBox 151">
              <a:extLst>
                <a:ext uri="{FF2B5EF4-FFF2-40B4-BE49-F238E27FC236}">
                  <a16:creationId xmlns:a16="http://schemas.microsoft.com/office/drawing/2014/main" id="{B8A31B4C-F84A-4EE8-95A0-F55CF47C8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159" y="601533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78959" name="TextBox 152">
              <a:extLst>
                <a:ext uri="{FF2B5EF4-FFF2-40B4-BE49-F238E27FC236}">
                  <a16:creationId xmlns:a16="http://schemas.microsoft.com/office/drawing/2014/main" id="{AF61DFAF-A58E-4248-9432-07CF7E3FE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112" y="6031087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78960" name="TextBox 153">
              <a:extLst>
                <a:ext uri="{FF2B5EF4-FFF2-40B4-BE49-F238E27FC236}">
                  <a16:creationId xmlns:a16="http://schemas.microsoft.com/office/drawing/2014/main" id="{060A08E9-3E80-43B8-B87A-4E08B494E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6042377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78961" name="TextBox 154">
              <a:extLst>
                <a:ext uri="{FF2B5EF4-FFF2-40B4-BE49-F238E27FC236}">
                  <a16:creationId xmlns:a16="http://schemas.microsoft.com/office/drawing/2014/main" id="{40AAE692-F24F-4454-B492-D5CC64F67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6019800"/>
              <a:ext cx="5376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=</a:t>
              </a:r>
            </a:p>
          </p:txBody>
        </p: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4">
            <a:extLst>
              <a:ext uri="{FF2B5EF4-FFF2-40B4-BE49-F238E27FC236}">
                <a16:creationId xmlns:a16="http://schemas.microsoft.com/office/drawing/2014/main" id="{6AB668D9-493F-4788-8CF3-A68D229CD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1530350"/>
            <a:ext cx="12001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898" name="Line 5">
            <a:extLst>
              <a:ext uri="{FF2B5EF4-FFF2-40B4-BE49-F238E27FC236}">
                <a16:creationId xmlns:a16="http://schemas.microsoft.com/office/drawing/2014/main" id="{BD1998CC-4100-4198-8252-59B2FAAC61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2117725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899" name="Line 6">
            <a:extLst>
              <a:ext uri="{FF2B5EF4-FFF2-40B4-BE49-F238E27FC236}">
                <a16:creationId xmlns:a16="http://schemas.microsoft.com/office/drawing/2014/main" id="{D380D89C-C142-4DB8-9A7F-17F47FE230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0313" y="1530350"/>
            <a:ext cx="1587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0" name="Line 7">
            <a:extLst>
              <a:ext uri="{FF2B5EF4-FFF2-40B4-BE49-F238E27FC236}">
                <a16:creationId xmlns:a16="http://schemas.microsoft.com/office/drawing/2014/main" id="{775DCCA5-5DAD-4E74-9AA8-C72EDBFFC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915988"/>
            <a:ext cx="587375" cy="6143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1" name="Rectangle 8">
            <a:extLst>
              <a:ext uri="{FF2B5EF4-FFF2-40B4-BE49-F238E27FC236}">
                <a16:creationId xmlns:a16="http://schemas.microsoft.com/office/drawing/2014/main" id="{262926BF-3937-47D1-AD9E-A7643B64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762000"/>
            <a:ext cx="107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stem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2" name="Rectangle 9">
            <a:extLst>
              <a:ext uri="{FF2B5EF4-FFF2-40B4-BE49-F238E27FC236}">
                <a16:creationId xmlns:a16="http://schemas.microsoft.com/office/drawing/2014/main" id="{90C6A033-A865-452C-8CC4-A24C45EEC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8953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3" name="Rectangle 10">
            <a:extLst>
              <a:ext uri="{FF2B5EF4-FFF2-40B4-BE49-F238E27FC236}">
                <a16:creationId xmlns:a16="http://schemas.microsoft.com/office/drawing/2014/main" id="{6241F5E2-8B87-4AED-BC99-4C66653E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76200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4" name="Rectangle 11">
            <a:extLst>
              <a:ext uri="{FF2B5EF4-FFF2-40B4-BE49-F238E27FC236}">
                <a16:creationId xmlns:a16="http://schemas.microsoft.com/office/drawing/2014/main" id="{46DEF885-E62E-4283-9262-6E538E79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8953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5" name="Rectangle 12">
            <a:extLst>
              <a:ext uri="{FF2B5EF4-FFF2-40B4-BE49-F238E27FC236}">
                <a16:creationId xmlns:a16="http://schemas.microsoft.com/office/drawing/2014/main" id="{059C7186-4918-4B20-84B6-99A62FCF6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1004888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6" name="Rectangle 13">
            <a:extLst>
              <a:ext uri="{FF2B5EF4-FFF2-40B4-BE49-F238E27FC236}">
                <a16:creationId xmlns:a16="http://schemas.microsoft.com/office/drawing/2014/main" id="{63E54BC1-AF37-4160-AFCE-8F9082050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11398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7" name="Rectangle 14">
            <a:extLst>
              <a:ext uri="{FF2B5EF4-FFF2-40B4-BE49-F238E27FC236}">
                <a16:creationId xmlns:a16="http://schemas.microsoft.com/office/drawing/2014/main" id="{CA76D2E1-651D-4987-BE95-129A279CC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1004888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8" name="Rectangle 15">
            <a:extLst>
              <a:ext uri="{FF2B5EF4-FFF2-40B4-BE49-F238E27FC236}">
                <a16:creationId xmlns:a16="http://schemas.microsoft.com/office/drawing/2014/main" id="{D1BC4B95-08E3-4DB7-9E26-3CE7C8861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1530350"/>
            <a:ext cx="1174750" cy="11747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9" name="Line 16">
            <a:extLst>
              <a:ext uri="{FF2B5EF4-FFF2-40B4-BE49-F238E27FC236}">
                <a16:creationId xmlns:a16="http://schemas.microsoft.com/office/drawing/2014/main" id="{7AB879C5-1EF8-415B-A1C6-B22D735ED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2117725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0" name="Line 17">
            <a:extLst>
              <a:ext uri="{FF2B5EF4-FFF2-40B4-BE49-F238E27FC236}">
                <a16:creationId xmlns:a16="http://schemas.microsoft.com/office/drawing/2014/main" id="{AAA80394-5C71-4B7A-95EE-D56FF5CAA7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0" y="1530350"/>
            <a:ext cx="1588" cy="11747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1" name="Rectangle 18">
            <a:extLst>
              <a:ext uri="{FF2B5EF4-FFF2-40B4-BE49-F238E27FC236}">
                <a16:creationId xmlns:a16="http://schemas.microsoft.com/office/drawing/2014/main" id="{B3EF1AD1-A64B-4931-8706-1C69F18D5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1398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2" name="Rectangle 19">
            <a:extLst>
              <a:ext uri="{FF2B5EF4-FFF2-40B4-BE49-F238E27FC236}">
                <a16:creationId xmlns:a16="http://schemas.microsoft.com/office/drawing/2014/main" id="{7E57B5F2-4276-4EBB-9F25-C3BE6BC2E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11842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3" name="Rectangle 20">
            <a:extLst>
              <a:ext uri="{FF2B5EF4-FFF2-40B4-BE49-F238E27FC236}">
                <a16:creationId xmlns:a16="http://schemas.microsoft.com/office/drawing/2014/main" id="{CA14FBF0-6AD5-42A6-A7D5-34BC46C42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11842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4" name="Rectangle 21">
            <a:extLst>
              <a:ext uri="{FF2B5EF4-FFF2-40B4-BE49-F238E27FC236}">
                <a16:creationId xmlns:a16="http://schemas.microsoft.com/office/drawing/2014/main" id="{F12C56EB-D92C-4DC0-9CA6-53237A090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11842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5" name="Rectangle 22">
            <a:extLst>
              <a:ext uri="{FF2B5EF4-FFF2-40B4-BE49-F238E27FC236}">
                <a16:creationId xmlns:a16="http://schemas.microsoft.com/office/drawing/2014/main" id="{445D04C3-CF24-4E5E-AA9A-DD02A11C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1184275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6" name="Rectangle 23">
            <a:extLst>
              <a:ext uri="{FF2B5EF4-FFF2-40B4-BE49-F238E27FC236}">
                <a16:creationId xmlns:a16="http://schemas.microsoft.com/office/drawing/2014/main" id="{F647991B-804F-4281-9A9E-1D6AF7AD8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2875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7" name="Rectangle 24">
            <a:extLst>
              <a:ext uri="{FF2B5EF4-FFF2-40B4-BE49-F238E27FC236}">
                <a16:creationId xmlns:a16="http://schemas.microsoft.com/office/drawing/2014/main" id="{342EC3A3-4054-4F4D-B1E1-7A91FF0A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705100"/>
            <a:ext cx="12001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8" name="Line 25">
            <a:extLst>
              <a:ext uri="{FF2B5EF4-FFF2-40B4-BE49-F238E27FC236}">
                <a16:creationId xmlns:a16="http://schemas.microsoft.com/office/drawing/2014/main" id="{D64FF466-F73B-48FC-A317-4D71B8B781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3292475"/>
            <a:ext cx="12001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19" name="Line 26">
            <a:extLst>
              <a:ext uri="{FF2B5EF4-FFF2-40B4-BE49-F238E27FC236}">
                <a16:creationId xmlns:a16="http://schemas.microsoft.com/office/drawing/2014/main" id="{09DE9714-F83C-40E4-9BA3-C4E3BF0527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0313" y="2705100"/>
            <a:ext cx="1587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0" name="Rectangle 27">
            <a:extLst>
              <a:ext uri="{FF2B5EF4-FFF2-40B4-BE49-F238E27FC236}">
                <a16:creationId xmlns:a16="http://schemas.microsoft.com/office/drawing/2014/main" id="{80C7E4C9-FC55-4514-8FC0-803BE02B5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16938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1" name="Rectangle 28">
            <a:extLst>
              <a:ext uri="{FF2B5EF4-FFF2-40B4-BE49-F238E27FC236}">
                <a16:creationId xmlns:a16="http://schemas.microsoft.com/office/drawing/2014/main" id="{7C671C2B-6D65-48EE-AA79-9AD2F88BA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2705100"/>
            <a:ext cx="1174750" cy="12017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2" name="Line 29">
            <a:extLst>
              <a:ext uri="{FF2B5EF4-FFF2-40B4-BE49-F238E27FC236}">
                <a16:creationId xmlns:a16="http://schemas.microsoft.com/office/drawing/2014/main" id="{C8CA855D-78C2-4BCD-8414-B75E997C3F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4675" y="3292475"/>
            <a:ext cx="11747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3" name="Line 30">
            <a:extLst>
              <a:ext uri="{FF2B5EF4-FFF2-40B4-BE49-F238E27FC236}">
                <a16:creationId xmlns:a16="http://schemas.microsoft.com/office/drawing/2014/main" id="{68F8B3FC-6607-4D76-8C4D-7EBEF96E03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0" y="2705100"/>
            <a:ext cx="1588" cy="1201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4" name="Rectangle 31">
            <a:extLst>
              <a:ext uri="{FF2B5EF4-FFF2-40B4-BE49-F238E27FC236}">
                <a16:creationId xmlns:a16="http://schemas.microsoft.com/office/drawing/2014/main" id="{85406DB5-C89A-494E-B3D2-A4B3F495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4750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5" name="Rectangle 32">
            <a:extLst>
              <a:ext uri="{FF2B5EF4-FFF2-40B4-BE49-F238E27FC236}">
                <a16:creationId xmlns:a16="http://schemas.microsoft.com/office/drawing/2014/main" id="{A622C301-9234-4884-B410-E6BC48BE9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228758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6" name="Rectangle 33">
            <a:extLst>
              <a:ext uri="{FF2B5EF4-FFF2-40B4-BE49-F238E27FC236}">
                <a16:creationId xmlns:a16="http://schemas.microsoft.com/office/drawing/2014/main" id="{91D3B0B5-14A5-4284-8107-B31E8BEFC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169386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7" name="Rectangle 34">
            <a:extLst>
              <a:ext uri="{FF2B5EF4-FFF2-40B4-BE49-F238E27FC236}">
                <a16:creationId xmlns:a16="http://schemas.microsoft.com/office/drawing/2014/main" id="{3EFB0095-1273-4628-AF5F-A624E19E7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8813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8" name="Rectangle 35">
            <a:extLst>
              <a:ext uri="{FF2B5EF4-FFF2-40B4-BE49-F238E27FC236}">
                <a16:creationId xmlns:a16="http://schemas.microsoft.com/office/drawing/2014/main" id="{5CEF43F0-B9C9-49CD-B065-C7284B719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69386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29" name="Rectangle 36">
            <a:extLst>
              <a:ext uri="{FF2B5EF4-FFF2-40B4-BE49-F238E27FC236}">
                <a16:creationId xmlns:a16="http://schemas.microsoft.com/office/drawing/2014/main" id="{6CC08F21-9594-4840-B129-FD8525EEF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28758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0" name="Rectangle 37">
            <a:extLst>
              <a:ext uri="{FF2B5EF4-FFF2-40B4-BE49-F238E27FC236}">
                <a16:creationId xmlns:a16="http://schemas.microsoft.com/office/drawing/2014/main" id="{D2E288E7-C895-44B3-A9BD-F4C5A2D3A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881313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1" name="Rectangle 38">
            <a:extLst>
              <a:ext uri="{FF2B5EF4-FFF2-40B4-BE49-F238E27FC236}">
                <a16:creationId xmlns:a16="http://schemas.microsoft.com/office/drawing/2014/main" id="{B52C89D7-336A-4DEB-AE1C-02DF6F593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3475038"/>
            <a:ext cx="22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2" name="Rectangle 39">
            <a:extLst>
              <a:ext uri="{FF2B5EF4-FFF2-40B4-BE49-F238E27FC236}">
                <a16:creationId xmlns:a16="http://schemas.microsoft.com/office/drawing/2014/main" id="{BF836885-8D48-47F0-B6FB-4865235B0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3475038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3" name="Freeform 40">
            <a:extLst>
              <a:ext uri="{FF2B5EF4-FFF2-40B4-BE49-F238E27FC236}">
                <a16:creationId xmlns:a16="http://schemas.microsoft.com/office/drawing/2014/main" id="{0C84F61D-C119-42C5-9B8B-1FB68765D952}"/>
              </a:ext>
            </a:extLst>
          </p:cNvPr>
          <p:cNvSpPr>
            <a:spLocks/>
          </p:cNvSpPr>
          <p:nvPr/>
        </p:nvSpPr>
        <p:spPr bwMode="auto">
          <a:xfrm>
            <a:off x="3240088" y="1587500"/>
            <a:ext cx="1062037" cy="474663"/>
          </a:xfrm>
          <a:custGeom>
            <a:avLst/>
            <a:gdLst>
              <a:gd name="T0" fmla="*/ 0 w 1217"/>
              <a:gd name="T1" fmla="*/ 2147483646 h 544"/>
              <a:gd name="T2" fmla="*/ 2147483646 w 1217"/>
              <a:gd name="T3" fmla="*/ 2147483646 h 544"/>
              <a:gd name="T4" fmla="*/ 2147483646 w 1217"/>
              <a:gd name="T5" fmla="*/ 2147483646 h 544"/>
              <a:gd name="T6" fmla="*/ 2147483646 w 1217"/>
              <a:gd name="T7" fmla="*/ 2147483646 h 544"/>
              <a:gd name="T8" fmla="*/ 2147483646 w 1217"/>
              <a:gd name="T9" fmla="*/ 2147483646 h 544"/>
              <a:gd name="T10" fmla="*/ 2147483646 w 1217"/>
              <a:gd name="T11" fmla="*/ 2147483646 h 544"/>
              <a:gd name="T12" fmla="*/ 2147483646 w 1217"/>
              <a:gd name="T13" fmla="*/ 2147483646 h 544"/>
              <a:gd name="T14" fmla="*/ 2147483646 w 1217"/>
              <a:gd name="T15" fmla="*/ 2147483646 h 544"/>
              <a:gd name="T16" fmla="*/ 2147483646 w 1217"/>
              <a:gd name="T17" fmla="*/ 2147483646 h 544"/>
              <a:gd name="T18" fmla="*/ 2147483646 w 1217"/>
              <a:gd name="T19" fmla="*/ 2147483646 h 544"/>
              <a:gd name="T20" fmla="*/ 2147483646 w 1217"/>
              <a:gd name="T21" fmla="*/ 0 h 544"/>
              <a:gd name="T22" fmla="*/ 2147483646 w 1217"/>
              <a:gd name="T23" fmla="*/ 0 h 544"/>
              <a:gd name="T24" fmla="*/ 2147483646 w 1217"/>
              <a:gd name="T25" fmla="*/ 2147483646 h 544"/>
              <a:gd name="T26" fmla="*/ 2147483646 w 1217"/>
              <a:gd name="T27" fmla="*/ 2147483646 h 544"/>
              <a:gd name="T28" fmla="*/ 2147483646 w 1217"/>
              <a:gd name="T29" fmla="*/ 2147483646 h 544"/>
              <a:gd name="T30" fmla="*/ 2147483646 w 1217"/>
              <a:gd name="T31" fmla="*/ 2147483646 h 544"/>
              <a:gd name="T32" fmla="*/ 2147483646 w 1217"/>
              <a:gd name="T33" fmla="*/ 2147483646 h 544"/>
              <a:gd name="T34" fmla="*/ 2147483646 w 1217"/>
              <a:gd name="T35" fmla="*/ 2147483646 h 544"/>
              <a:gd name="T36" fmla="*/ 2147483646 w 1217"/>
              <a:gd name="T37" fmla="*/ 2147483646 h 544"/>
              <a:gd name="T38" fmla="*/ 2147483646 w 1217"/>
              <a:gd name="T39" fmla="*/ 2147483646 h 544"/>
              <a:gd name="T40" fmla="*/ 2147483646 w 1217"/>
              <a:gd name="T41" fmla="*/ 2147483646 h 544"/>
              <a:gd name="T42" fmla="*/ 2147483646 w 1217"/>
              <a:gd name="T43" fmla="*/ 2147483646 h 544"/>
              <a:gd name="T44" fmla="*/ 2147483646 w 1217"/>
              <a:gd name="T45" fmla="*/ 2147483646 h 544"/>
              <a:gd name="T46" fmla="*/ 2147483646 w 1217"/>
              <a:gd name="T47" fmla="*/ 2147483646 h 544"/>
              <a:gd name="T48" fmla="*/ 2147483646 w 1217"/>
              <a:gd name="T49" fmla="*/ 2147483646 h 544"/>
              <a:gd name="T50" fmla="*/ 2147483646 w 1217"/>
              <a:gd name="T51" fmla="*/ 2147483646 h 544"/>
              <a:gd name="T52" fmla="*/ 2147483646 w 1217"/>
              <a:gd name="T53" fmla="*/ 2147483646 h 544"/>
              <a:gd name="T54" fmla="*/ 2147483646 w 1217"/>
              <a:gd name="T55" fmla="*/ 2147483646 h 544"/>
              <a:gd name="T56" fmla="*/ 2147483646 w 1217"/>
              <a:gd name="T57" fmla="*/ 2147483646 h 544"/>
              <a:gd name="T58" fmla="*/ 2147483646 w 1217"/>
              <a:gd name="T59" fmla="*/ 2147483646 h 544"/>
              <a:gd name="T60" fmla="*/ 2147483646 w 1217"/>
              <a:gd name="T61" fmla="*/ 2147483646 h 544"/>
              <a:gd name="T62" fmla="*/ 2147483646 w 1217"/>
              <a:gd name="T63" fmla="*/ 2147483646 h 544"/>
              <a:gd name="T64" fmla="*/ 2147483646 w 1217"/>
              <a:gd name="T65" fmla="*/ 2147483646 h 544"/>
              <a:gd name="T66" fmla="*/ 2147483646 w 1217"/>
              <a:gd name="T67" fmla="*/ 2147483646 h 544"/>
              <a:gd name="T68" fmla="*/ 2147483646 w 1217"/>
              <a:gd name="T69" fmla="*/ 2147483646 h 544"/>
              <a:gd name="T70" fmla="*/ 2147483646 w 1217"/>
              <a:gd name="T71" fmla="*/ 2147483646 h 544"/>
              <a:gd name="T72" fmla="*/ 2147483646 w 1217"/>
              <a:gd name="T73" fmla="*/ 2147483646 h 544"/>
              <a:gd name="T74" fmla="*/ 2147483646 w 1217"/>
              <a:gd name="T75" fmla="*/ 2147483646 h 544"/>
              <a:gd name="T76" fmla="*/ 2147483646 w 1217"/>
              <a:gd name="T77" fmla="*/ 2147483646 h 544"/>
              <a:gd name="T78" fmla="*/ 2147483646 w 1217"/>
              <a:gd name="T79" fmla="*/ 2147483646 h 544"/>
              <a:gd name="T80" fmla="*/ 2147483646 w 1217"/>
              <a:gd name="T81" fmla="*/ 2147483646 h 544"/>
              <a:gd name="T82" fmla="*/ 2147483646 w 1217"/>
              <a:gd name="T83" fmla="*/ 2147483646 h 544"/>
              <a:gd name="T84" fmla="*/ 2147483646 w 1217"/>
              <a:gd name="T85" fmla="*/ 2147483646 h 544"/>
              <a:gd name="T86" fmla="*/ 2147483646 w 1217"/>
              <a:gd name="T87" fmla="*/ 2147483646 h 544"/>
              <a:gd name="T88" fmla="*/ 0 w 1217"/>
              <a:gd name="T89" fmla="*/ 2147483646 h 54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17" h="544">
                <a:moveTo>
                  <a:pt x="0" y="270"/>
                </a:moveTo>
                <a:lnTo>
                  <a:pt x="0" y="272"/>
                </a:lnTo>
                <a:lnTo>
                  <a:pt x="0" y="258"/>
                </a:lnTo>
                <a:lnTo>
                  <a:pt x="2" y="243"/>
                </a:lnTo>
                <a:lnTo>
                  <a:pt x="4" y="230"/>
                </a:lnTo>
                <a:lnTo>
                  <a:pt x="5" y="218"/>
                </a:lnTo>
                <a:lnTo>
                  <a:pt x="8" y="203"/>
                </a:lnTo>
                <a:lnTo>
                  <a:pt x="13" y="190"/>
                </a:lnTo>
                <a:lnTo>
                  <a:pt x="16" y="178"/>
                </a:lnTo>
                <a:lnTo>
                  <a:pt x="21" y="166"/>
                </a:lnTo>
                <a:lnTo>
                  <a:pt x="28" y="154"/>
                </a:lnTo>
                <a:lnTo>
                  <a:pt x="32" y="142"/>
                </a:lnTo>
                <a:lnTo>
                  <a:pt x="40" y="131"/>
                </a:lnTo>
                <a:lnTo>
                  <a:pt x="47" y="120"/>
                </a:lnTo>
                <a:lnTo>
                  <a:pt x="55" y="109"/>
                </a:lnTo>
                <a:lnTo>
                  <a:pt x="63" y="99"/>
                </a:lnTo>
                <a:lnTo>
                  <a:pt x="71" y="88"/>
                </a:lnTo>
                <a:lnTo>
                  <a:pt x="80" y="78"/>
                </a:lnTo>
                <a:lnTo>
                  <a:pt x="90" y="70"/>
                </a:lnTo>
                <a:lnTo>
                  <a:pt x="100" y="62"/>
                </a:lnTo>
                <a:lnTo>
                  <a:pt x="109" y="53"/>
                </a:lnTo>
                <a:lnTo>
                  <a:pt x="120" y="46"/>
                </a:lnTo>
                <a:lnTo>
                  <a:pt x="132" y="38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80" y="16"/>
                </a:lnTo>
                <a:lnTo>
                  <a:pt x="191" y="11"/>
                </a:lnTo>
                <a:lnTo>
                  <a:pt x="205" y="8"/>
                </a:lnTo>
                <a:lnTo>
                  <a:pt x="218" y="5"/>
                </a:lnTo>
                <a:lnTo>
                  <a:pt x="231" y="3"/>
                </a:lnTo>
                <a:lnTo>
                  <a:pt x="245" y="2"/>
                </a:lnTo>
                <a:lnTo>
                  <a:pt x="258" y="0"/>
                </a:lnTo>
                <a:lnTo>
                  <a:pt x="273" y="0"/>
                </a:lnTo>
                <a:lnTo>
                  <a:pt x="945" y="0"/>
                </a:lnTo>
                <a:lnTo>
                  <a:pt x="958" y="0"/>
                </a:lnTo>
                <a:lnTo>
                  <a:pt x="972" y="2"/>
                </a:lnTo>
                <a:lnTo>
                  <a:pt x="987" y="3"/>
                </a:lnTo>
                <a:lnTo>
                  <a:pt x="999" y="5"/>
                </a:lnTo>
                <a:lnTo>
                  <a:pt x="1012" y="8"/>
                </a:lnTo>
                <a:lnTo>
                  <a:pt x="1025" y="11"/>
                </a:lnTo>
                <a:lnTo>
                  <a:pt x="1038" y="16"/>
                </a:lnTo>
                <a:lnTo>
                  <a:pt x="1051" y="21"/>
                </a:lnTo>
                <a:lnTo>
                  <a:pt x="1062" y="26"/>
                </a:lnTo>
                <a:lnTo>
                  <a:pt x="1075" y="32"/>
                </a:lnTo>
                <a:lnTo>
                  <a:pt x="1086" y="38"/>
                </a:lnTo>
                <a:lnTo>
                  <a:pt x="1097" y="46"/>
                </a:lnTo>
                <a:lnTo>
                  <a:pt x="1108" y="53"/>
                </a:lnTo>
                <a:lnTo>
                  <a:pt x="1118" y="62"/>
                </a:lnTo>
                <a:lnTo>
                  <a:pt x="1127" y="70"/>
                </a:lnTo>
                <a:lnTo>
                  <a:pt x="1137" y="78"/>
                </a:lnTo>
                <a:lnTo>
                  <a:pt x="1147" y="88"/>
                </a:lnTo>
                <a:lnTo>
                  <a:pt x="1155" y="99"/>
                </a:lnTo>
                <a:lnTo>
                  <a:pt x="1163" y="109"/>
                </a:lnTo>
                <a:lnTo>
                  <a:pt x="1171" y="120"/>
                </a:lnTo>
                <a:lnTo>
                  <a:pt x="1177" y="131"/>
                </a:lnTo>
                <a:lnTo>
                  <a:pt x="1183" y="142"/>
                </a:lnTo>
                <a:lnTo>
                  <a:pt x="1190" y="154"/>
                </a:lnTo>
                <a:lnTo>
                  <a:pt x="1196" y="166"/>
                </a:lnTo>
                <a:lnTo>
                  <a:pt x="1201" y="178"/>
                </a:lnTo>
                <a:lnTo>
                  <a:pt x="1204" y="190"/>
                </a:lnTo>
                <a:lnTo>
                  <a:pt x="1209" y="203"/>
                </a:lnTo>
                <a:lnTo>
                  <a:pt x="1211" y="218"/>
                </a:lnTo>
                <a:lnTo>
                  <a:pt x="1214" y="230"/>
                </a:lnTo>
                <a:lnTo>
                  <a:pt x="1215" y="243"/>
                </a:lnTo>
                <a:lnTo>
                  <a:pt x="1217" y="258"/>
                </a:lnTo>
                <a:lnTo>
                  <a:pt x="1217" y="272"/>
                </a:lnTo>
                <a:lnTo>
                  <a:pt x="1217" y="270"/>
                </a:lnTo>
                <a:lnTo>
                  <a:pt x="1217" y="285"/>
                </a:lnTo>
                <a:lnTo>
                  <a:pt x="1215" y="299"/>
                </a:lnTo>
                <a:lnTo>
                  <a:pt x="1214" y="312"/>
                </a:lnTo>
                <a:lnTo>
                  <a:pt x="1211" y="326"/>
                </a:lnTo>
                <a:lnTo>
                  <a:pt x="1209" y="339"/>
                </a:lnTo>
                <a:lnTo>
                  <a:pt x="1204" y="352"/>
                </a:lnTo>
                <a:lnTo>
                  <a:pt x="1201" y="365"/>
                </a:lnTo>
                <a:lnTo>
                  <a:pt x="1196" y="378"/>
                </a:lnTo>
                <a:lnTo>
                  <a:pt x="1190" y="389"/>
                </a:lnTo>
                <a:lnTo>
                  <a:pt x="1183" y="402"/>
                </a:lnTo>
                <a:lnTo>
                  <a:pt x="1177" y="413"/>
                </a:lnTo>
                <a:lnTo>
                  <a:pt x="1171" y="424"/>
                </a:lnTo>
                <a:lnTo>
                  <a:pt x="1163" y="434"/>
                </a:lnTo>
                <a:lnTo>
                  <a:pt x="1155" y="445"/>
                </a:lnTo>
                <a:lnTo>
                  <a:pt x="1147" y="454"/>
                </a:lnTo>
                <a:lnTo>
                  <a:pt x="1137" y="464"/>
                </a:lnTo>
                <a:lnTo>
                  <a:pt x="1127" y="472"/>
                </a:lnTo>
                <a:lnTo>
                  <a:pt x="1118" y="482"/>
                </a:lnTo>
                <a:lnTo>
                  <a:pt x="1108" y="490"/>
                </a:lnTo>
                <a:lnTo>
                  <a:pt x="1097" y="498"/>
                </a:lnTo>
                <a:lnTo>
                  <a:pt x="1086" y="504"/>
                </a:lnTo>
                <a:lnTo>
                  <a:pt x="1075" y="511"/>
                </a:lnTo>
                <a:lnTo>
                  <a:pt x="1062" y="517"/>
                </a:lnTo>
                <a:lnTo>
                  <a:pt x="1051" y="522"/>
                </a:lnTo>
                <a:lnTo>
                  <a:pt x="1038" y="527"/>
                </a:lnTo>
                <a:lnTo>
                  <a:pt x="1025" y="531"/>
                </a:lnTo>
                <a:lnTo>
                  <a:pt x="1012" y="535"/>
                </a:lnTo>
                <a:lnTo>
                  <a:pt x="999" y="538"/>
                </a:lnTo>
                <a:lnTo>
                  <a:pt x="987" y="541"/>
                </a:lnTo>
                <a:lnTo>
                  <a:pt x="972" y="543"/>
                </a:lnTo>
                <a:lnTo>
                  <a:pt x="958" y="543"/>
                </a:lnTo>
                <a:lnTo>
                  <a:pt x="945" y="544"/>
                </a:lnTo>
                <a:lnTo>
                  <a:pt x="273" y="544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1"/>
                </a:lnTo>
                <a:lnTo>
                  <a:pt x="180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2" y="504"/>
                </a:lnTo>
                <a:lnTo>
                  <a:pt x="120" y="498"/>
                </a:lnTo>
                <a:lnTo>
                  <a:pt x="109" y="490"/>
                </a:lnTo>
                <a:lnTo>
                  <a:pt x="100" y="482"/>
                </a:lnTo>
                <a:lnTo>
                  <a:pt x="90" y="472"/>
                </a:lnTo>
                <a:lnTo>
                  <a:pt x="80" y="464"/>
                </a:lnTo>
                <a:lnTo>
                  <a:pt x="71" y="454"/>
                </a:lnTo>
                <a:lnTo>
                  <a:pt x="63" y="445"/>
                </a:lnTo>
                <a:lnTo>
                  <a:pt x="55" y="434"/>
                </a:lnTo>
                <a:lnTo>
                  <a:pt x="47" y="424"/>
                </a:lnTo>
                <a:lnTo>
                  <a:pt x="40" y="413"/>
                </a:lnTo>
                <a:lnTo>
                  <a:pt x="32" y="402"/>
                </a:lnTo>
                <a:lnTo>
                  <a:pt x="28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2"/>
                </a:lnTo>
                <a:lnTo>
                  <a:pt x="8" y="339"/>
                </a:lnTo>
                <a:lnTo>
                  <a:pt x="5" y="326"/>
                </a:lnTo>
                <a:lnTo>
                  <a:pt x="4" y="312"/>
                </a:lnTo>
                <a:lnTo>
                  <a:pt x="2" y="299"/>
                </a:lnTo>
                <a:lnTo>
                  <a:pt x="0" y="285"/>
                </a:lnTo>
                <a:lnTo>
                  <a:pt x="0" y="270"/>
                </a:lnTo>
                <a:close/>
              </a:path>
            </a:pathLst>
          </a:custGeom>
          <a:noFill/>
          <a:ln w="23876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4" name="Freeform 41">
            <a:extLst>
              <a:ext uri="{FF2B5EF4-FFF2-40B4-BE49-F238E27FC236}">
                <a16:creationId xmlns:a16="http://schemas.microsoft.com/office/drawing/2014/main" id="{73F76198-10D9-402B-9DFE-07EF0432E47F}"/>
              </a:ext>
            </a:extLst>
          </p:cNvPr>
          <p:cNvSpPr>
            <a:spLocks/>
          </p:cNvSpPr>
          <p:nvPr/>
        </p:nvSpPr>
        <p:spPr bwMode="auto">
          <a:xfrm>
            <a:off x="3938588" y="1614488"/>
            <a:ext cx="306387" cy="1006475"/>
          </a:xfrm>
          <a:custGeom>
            <a:avLst/>
            <a:gdLst>
              <a:gd name="T0" fmla="*/ 0 w 352"/>
              <a:gd name="T1" fmla="*/ 2147483646 h 1152"/>
              <a:gd name="T2" fmla="*/ 2147483646 w 352"/>
              <a:gd name="T3" fmla="*/ 2147483646 h 1152"/>
              <a:gd name="T4" fmla="*/ 2147483646 w 352"/>
              <a:gd name="T5" fmla="*/ 2147483646 h 1152"/>
              <a:gd name="T6" fmla="*/ 2147483646 w 352"/>
              <a:gd name="T7" fmla="*/ 2147483646 h 1152"/>
              <a:gd name="T8" fmla="*/ 2147483646 w 352"/>
              <a:gd name="T9" fmla="*/ 2147483646 h 1152"/>
              <a:gd name="T10" fmla="*/ 2147483646 w 352"/>
              <a:gd name="T11" fmla="*/ 2147483646 h 1152"/>
              <a:gd name="T12" fmla="*/ 2147483646 w 352"/>
              <a:gd name="T13" fmla="*/ 2147483646 h 1152"/>
              <a:gd name="T14" fmla="*/ 2147483646 w 352"/>
              <a:gd name="T15" fmla="*/ 2147483646 h 1152"/>
              <a:gd name="T16" fmla="*/ 2147483646 w 352"/>
              <a:gd name="T17" fmla="*/ 2147483646 h 1152"/>
              <a:gd name="T18" fmla="*/ 2147483646 w 352"/>
              <a:gd name="T19" fmla="*/ 2147483646 h 1152"/>
              <a:gd name="T20" fmla="*/ 2147483646 w 352"/>
              <a:gd name="T21" fmla="*/ 0 h 1152"/>
              <a:gd name="T22" fmla="*/ 2147483646 w 352"/>
              <a:gd name="T23" fmla="*/ 0 h 1152"/>
              <a:gd name="T24" fmla="*/ 2147483646 w 352"/>
              <a:gd name="T25" fmla="*/ 2147483646 h 1152"/>
              <a:gd name="T26" fmla="*/ 2147483646 w 352"/>
              <a:gd name="T27" fmla="*/ 2147483646 h 1152"/>
              <a:gd name="T28" fmla="*/ 2147483646 w 352"/>
              <a:gd name="T29" fmla="*/ 2147483646 h 1152"/>
              <a:gd name="T30" fmla="*/ 2147483646 w 352"/>
              <a:gd name="T31" fmla="*/ 2147483646 h 1152"/>
              <a:gd name="T32" fmla="*/ 2147483646 w 352"/>
              <a:gd name="T33" fmla="*/ 2147483646 h 1152"/>
              <a:gd name="T34" fmla="*/ 2147483646 w 352"/>
              <a:gd name="T35" fmla="*/ 2147483646 h 1152"/>
              <a:gd name="T36" fmla="*/ 2147483646 w 352"/>
              <a:gd name="T37" fmla="*/ 2147483646 h 1152"/>
              <a:gd name="T38" fmla="*/ 2147483646 w 352"/>
              <a:gd name="T39" fmla="*/ 2147483646 h 1152"/>
              <a:gd name="T40" fmla="*/ 2147483646 w 352"/>
              <a:gd name="T41" fmla="*/ 2147483646 h 1152"/>
              <a:gd name="T42" fmla="*/ 2147483646 w 352"/>
              <a:gd name="T43" fmla="*/ 2147483646 h 1152"/>
              <a:gd name="T44" fmla="*/ 2147483646 w 352"/>
              <a:gd name="T45" fmla="*/ 2147483646 h 1152"/>
              <a:gd name="T46" fmla="*/ 2147483646 w 352"/>
              <a:gd name="T47" fmla="*/ 2147483646 h 1152"/>
              <a:gd name="T48" fmla="*/ 2147483646 w 352"/>
              <a:gd name="T49" fmla="*/ 2147483646 h 1152"/>
              <a:gd name="T50" fmla="*/ 2147483646 w 352"/>
              <a:gd name="T51" fmla="*/ 2147483646 h 1152"/>
              <a:gd name="T52" fmla="*/ 2147483646 w 352"/>
              <a:gd name="T53" fmla="*/ 2147483646 h 1152"/>
              <a:gd name="T54" fmla="*/ 2147483646 w 352"/>
              <a:gd name="T55" fmla="*/ 2147483646 h 1152"/>
              <a:gd name="T56" fmla="*/ 2147483646 w 352"/>
              <a:gd name="T57" fmla="*/ 2147483646 h 1152"/>
              <a:gd name="T58" fmla="*/ 2147483646 w 352"/>
              <a:gd name="T59" fmla="*/ 2147483646 h 1152"/>
              <a:gd name="T60" fmla="*/ 2147483646 w 352"/>
              <a:gd name="T61" fmla="*/ 2147483646 h 1152"/>
              <a:gd name="T62" fmla="*/ 2147483646 w 352"/>
              <a:gd name="T63" fmla="*/ 2147483646 h 1152"/>
              <a:gd name="T64" fmla="*/ 2147483646 w 352"/>
              <a:gd name="T65" fmla="*/ 2147483646 h 1152"/>
              <a:gd name="T66" fmla="*/ 2147483646 w 352"/>
              <a:gd name="T67" fmla="*/ 2147483646 h 1152"/>
              <a:gd name="T68" fmla="*/ 2147483646 w 352"/>
              <a:gd name="T69" fmla="*/ 2147483646 h 1152"/>
              <a:gd name="T70" fmla="*/ 2147483646 w 352"/>
              <a:gd name="T71" fmla="*/ 2147483646 h 1152"/>
              <a:gd name="T72" fmla="*/ 2147483646 w 352"/>
              <a:gd name="T73" fmla="*/ 2147483646 h 1152"/>
              <a:gd name="T74" fmla="*/ 2147483646 w 352"/>
              <a:gd name="T75" fmla="*/ 2147483646 h 1152"/>
              <a:gd name="T76" fmla="*/ 2147483646 w 352"/>
              <a:gd name="T77" fmla="*/ 2147483646 h 1152"/>
              <a:gd name="T78" fmla="*/ 2147483646 w 352"/>
              <a:gd name="T79" fmla="*/ 2147483646 h 1152"/>
              <a:gd name="T80" fmla="*/ 2147483646 w 352"/>
              <a:gd name="T81" fmla="*/ 2147483646 h 1152"/>
              <a:gd name="T82" fmla="*/ 2147483646 w 352"/>
              <a:gd name="T83" fmla="*/ 2147483646 h 1152"/>
              <a:gd name="T84" fmla="*/ 2147483646 w 352"/>
              <a:gd name="T85" fmla="*/ 2147483646 h 1152"/>
              <a:gd name="T86" fmla="*/ 2147483646 w 352"/>
              <a:gd name="T87" fmla="*/ 2147483646 h 1152"/>
              <a:gd name="T88" fmla="*/ 0 w 352"/>
              <a:gd name="T89" fmla="*/ 2147483646 h 115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352" h="1152">
                <a:moveTo>
                  <a:pt x="0" y="981"/>
                </a:moveTo>
                <a:lnTo>
                  <a:pt x="0" y="170"/>
                </a:lnTo>
                <a:lnTo>
                  <a:pt x="0" y="162"/>
                </a:lnTo>
                <a:lnTo>
                  <a:pt x="0" y="152"/>
                </a:lnTo>
                <a:lnTo>
                  <a:pt x="1" y="144"/>
                </a:lnTo>
                <a:lnTo>
                  <a:pt x="3" y="136"/>
                </a:lnTo>
                <a:lnTo>
                  <a:pt x="5" y="126"/>
                </a:lnTo>
                <a:lnTo>
                  <a:pt x="8" y="118"/>
                </a:lnTo>
                <a:lnTo>
                  <a:pt x="9" y="110"/>
                </a:lnTo>
                <a:lnTo>
                  <a:pt x="13" y="104"/>
                </a:lnTo>
                <a:lnTo>
                  <a:pt x="16" y="96"/>
                </a:lnTo>
                <a:lnTo>
                  <a:pt x="21" y="88"/>
                </a:lnTo>
                <a:lnTo>
                  <a:pt x="24" y="82"/>
                </a:lnTo>
                <a:lnTo>
                  <a:pt x="29" y="75"/>
                </a:lnTo>
                <a:lnTo>
                  <a:pt x="33" y="67"/>
                </a:lnTo>
                <a:lnTo>
                  <a:pt x="38" y="61"/>
                </a:lnTo>
                <a:lnTo>
                  <a:pt x="45" y="54"/>
                </a:lnTo>
                <a:lnTo>
                  <a:pt x="49" y="50"/>
                </a:lnTo>
                <a:lnTo>
                  <a:pt x="56" y="43"/>
                </a:lnTo>
                <a:lnTo>
                  <a:pt x="62" y="38"/>
                </a:lnTo>
                <a:lnTo>
                  <a:pt x="69" y="34"/>
                </a:lnTo>
                <a:lnTo>
                  <a:pt x="75" y="29"/>
                </a:lnTo>
                <a:lnTo>
                  <a:pt x="81" y="24"/>
                </a:lnTo>
                <a:lnTo>
                  <a:pt x="89" y="19"/>
                </a:lnTo>
                <a:lnTo>
                  <a:pt x="96" y="16"/>
                </a:lnTo>
                <a:lnTo>
                  <a:pt x="104" y="13"/>
                </a:lnTo>
                <a:lnTo>
                  <a:pt x="112" y="10"/>
                </a:lnTo>
                <a:lnTo>
                  <a:pt x="120" y="6"/>
                </a:lnTo>
                <a:lnTo>
                  <a:pt x="128" y="5"/>
                </a:lnTo>
                <a:lnTo>
                  <a:pt x="136" y="3"/>
                </a:lnTo>
                <a:lnTo>
                  <a:pt x="144" y="2"/>
                </a:lnTo>
                <a:lnTo>
                  <a:pt x="152" y="0"/>
                </a:lnTo>
                <a:lnTo>
                  <a:pt x="161" y="0"/>
                </a:lnTo>
                <a:lnTo>
                  <a:pt x="169" y="0"/>
                </a:lnTo>
                <a:lnTo>
                  <a:pt x="181" y="0"/>
                </a:lnTo>
                <a:lnTo>
                  <a:pt x="190" y="0"/>
                </a:lnTo>
                <a:lnTo>
                  <a:pt x="198" y="0"/>
                </a:lnTo>
                <a:lnTo>
                  <a:pt x="208" y="2"/>
                </a:lnTo>
                <a:lnTo>
                  <a:pt x="216" y="3"/>
                </a:lnTo>
                <a:lnTo>
                  <a:pt x="224" y="5"/>
                </a:lnTo>
                <a:lnTo>
                  <a:pt x="232" y="6"/>
                </a:lnTo>
                <a:lnTo>
                  <a:pt x="240" y="10"/>
                </a:lnTo>
                <a:lnTo>
                  <a:pt x="248" y="13"/>
                </a:lnTo>
                <a:lnTo>
                  <a:pt x="256" y="16"/>
                </a:lnTo>
                <a:lnTo>
                  <a:pt x="262" y="19"/>
                </a:lnTo>
                <a:lnTo>
                  <a:pt x="270" y="24"/>
                </a:lnTo>
                <a:lnTo>
                  <a:pt x="277" y="29"/>
                </a:lnTo>
                <a:lnTo>
                  <a:pt x="283" y="34"/>
                </a:lnTo>
                <a:lnTo>
                  <a:pt x="290" y="38"/>
                </a:lnTo>
                <a:lnTo>
                  <a:pt x="296" y="43"/>
                </a:lnTo>
                <a:lnTo>
                  <a:pt x="302" y="50"/>
                </a:lnTo>
                <a:lnTo>
                  <a:pt x="307" y="54"/>
                </a:lnTo>
                <a:lnTo>
                  <a:pt x="314" y="61"/>
                </a:lnTo>
                <a:lnTo>
                  <a:pt x="318" y="67"/>
                </a:lnTo>
                <a:lnTo>
                  <a:pt x="323" y="75"/>
                </a:lnTo>
                <a:lnTo>
                  <a:pt x="326" y="82"/>
                </a:lnTo>
                <a:lnTo>
                  <a:pt x="331" y="88"/>
                </a:lnTo>
                <a:lnTo>
                  <a:pt x="334" y="96"/>
                </a:lnTo>
                <a:lnTo>
                  <a:pt x="339" y="104"/>
                </a:lnTo>
                <a:lnTo>
                  <a:pt x="341" y="110"/>
                </a:lnTo>
                <a:lnTo>
                  <a:pt x="344" y="118"/>
                </a:lnTo>
                <a:lnTo>
                  <a:pt x="347" y="126"/>
                </a:lnTo>
                <a:lnTo>
                  <a:pt x="349" y="136"/>
                </a:lnTo>
                <a:lnTo>
                  <a:pt x="350" y="144"/>
                </a:lnTo>
                <a:lnTo>
                  <a:pt x="350" y="152"/>
                </a:lnTo>
                <a:lnTo>
                  <a:pt x="352" y="162"/>
                </a:lnTo>
                <a:lnTo>
                  <a:pt x="352" y="170"/>
                </a:lnTo>
                <a:lnTo>
                  <a:pt x="352" y="981"/>
                </a:lnTo>
                <a:lnTo>
                  <a:pt x="352" y="991"/>
                </a:lnTo>
                <a:lnTo>
                  <a:pt x="350" y="999"/>
                </a:lnTo>
                <a:lnTo>
                  <a:pt x="350" y="1007"/>
                </a:lnTo>
                <a:lnTo>
                  <a:pt x="349" y="1016"/>
                </a:lnTo>
                <a:lnTo>
                  <a:pt x="347" y="1024"/>
                </a:lnTo>
                <a:lnTo>
                  <a:pt x="344" y="1032"/>
                </a:lnTo>
                <a:lnTo>
                  <a:pt x="341" y="1040"/>
                </a:lnTo>
                <a:lnTo>
                  <a:pt x="339" y="1048"/>
                </a:lnTo>
                <a:lnTo>
                  <a:pt x="334" y="1055"/>
                </a:lnTo>
                <a:lnTo>
                  <a:pt x="331" y="1063"/>
                </a:lnTo>
                <a:lnTo>
                  <a:pt x="326" y="1069"/>
                </a:lnTo>
                <a:lnTo>
                  <a:pt x="323" y="1077"/>
                </a:lnTo>
                <a:lnTo>
                  <a:pt x="318" y="1084"/>
                </a:lnTo>
                <a:lnTo>
                  <a:pt x="314" y="1090"/>
                </a:lnTo>
                <a:lnTo>
                  <a:pt x="307" y="1096"/>
                </a:lnTo>
                <a:lnTo>
                  <a:pt x="302" y="1101"/>
                </a:lnTo>
                <a:lnTo>
                  <a:pt x="296" y="1108"/>
                </a:lnTo>
                <a:lnTo>
                  <a:pt x="290" y="1112"/>
                </a:lnTo>
                <a:lnTo>
                  <a:pt x="283" y="1119"/>
                </a:lnTo>
                <a:lnTo>
                  <a:pt x="277" y="1122"/>
                </a:lnTo>
                <a:lnTo>
                  <a:pt x="270" y="1127"/>
                </a:lnTo>
                <a:lnTo>
                  <a:pt x="262" y="1132"/>
                </a:lnTo>
                <a:lnTo>
                  <a:pt x="256" y="1135"/>
                </a:lnTo>
                <a:lnTo>
                  <a:pt x="248" y="1138"/>
                </a:lnTo>
                <a:lnTo>
                  <a:pt x="240" y="1141"/>
                </a:lnTo>
                <a:lnTo>
                  <a:pt x="232" y="1144"/>
                </a:lnTo>
                <a:lnTo>
                  <a:pt x="224" y="1146"/>
                </a:lnTo>
                <a:lnTo>
                  <a:pt x="216" y="1148"/>
                </a:lnTo>
                <a:lnTo>
                  <a:pt x="208" y="1149"/>
                </a:lnTo>
                <a:lnTo>
                  <a:pt x="198" y="1151"/>
                </a:lnTo>
                <a:lnTo>
                  <a:pt x="190" y="1151"/>
                </a:lnTo>
                <a:lnTo>
                  <a:pt x="181" y="1152"/>
                </a:lnTo>
                <a:lnTo>
                  <a:pt x="169" y="1152"/>
                </a:lnTo>
                <a:lnTo>
                  <a:pt x="161" y="1151"/>
                </a:lnTo>
                <a:lnTo>
                  <a:pt x="152" y="1151"/>
                </a:lnTo>
                <a:lnTo>
                  <a:pt x="144" y="1149"/>
                </a:lnTo>
                <a:lnTo>
                  <a:pt x="136" y="1148"/>
                </a:lnTo>
                <a:lnTo>
                  <a:pt x="128" y="1146"/>
                </a:lnTo>
                <a:lnTo>
                  <a:pt x="120" y="1144"/>
                </a:lnTo>
                <a:lnTo>
                  <a:pt x="112" y="1141"/>
                </a:lnTo>
                <a:lnTo>
                  <a:pt x="104" y="1138"/>
                </a:lnTo>
                <a:lnTo>
                  <a:pt x="96" y="1135"/>
                </a:lnTo>
                <a:lnTo>
                  <a:pt x="89" y="1132"/>
                </a:lnTo>
                <a:lnTo>
                  <a:pt x="81" y="1127"/>
                </a:lnTo>
                <a:lnTo>
                  <a:pt x="75" y="1122"/>
                </a:lnTo>
                <a:lnTo>
                  <a:pt x="69" y="1119"/>
                </a:lnTo>
                <a:lnTo>
                  <a:pt x="62" y="1112"/>
                </a:lnTo>
                <a:lnTo>
                  <a:pt x="56" y="1108"/>
                </a:lnTo>
                <a:lnTo>
                  <a:pt x="49" y="1101"/>
                </a:lnTo>
                <a:lnTo>
                  <a:pt x="45" y="1096"/>
                </a:lnTo>
                <a:lnTo>
                  <a:pt x="38" y="1090"/>
                </a:lnTo>
                <a:lnTo>
                  <a:pt x="33" y="1084"/>
                </a:lnTo>
                <a:lnTo>
                  <a:pt x="29" y="1077"/>
                </a:lnTo>
                <a:lnTo>
                  <a:pt x="24" y="1069"/>
                </a:lnTo>
                <a:lnTo>
                  <a:pt x="21" y="1063"/>
                </a:lnTo>
                <a:lnTo>
                  <a:pt x="16" y="1055"/>
                </a:lnTo>
                <a:lnTo>
                  <a:pt x="13" y="1048"/>
                </a:lnTo>
                <a:lnTo>
                  <a:pt x="9" y="1040"/>
                </a:lnTo>
                <a:lnTo>
                  <a:pt x="8" y="1032"/>
                </a:lnTo>
                <a:lnTo>
                  <a:pt x="5" y="1024"/>
                </a:lnTo>
                <a:lnTo>
                  <a:pt x="3" y="1016"/>
                </a:lnTo>
                <a:lnTo>
                  <a:pt x="1" y="1007"/>
                </a:lnTo>
                <a:lnTo>
                  <a:pt x="0" y="999"/>
                </a:lnTo>
                <a:lnTo>
                  <a:pt x="0" y="991"/>
                </a:lnTo>
                <a:lnTo>
                  <a:pt x="0" y="981"/>
                </a:lnTo>
                <a:close/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5" name="Line 42">
            <a:extLst>
              <a:ext uri="{FF2B5EF4-FFF2-40B4-BE49-F238E27FC236}">
                <a16:creationId xmlns:a16="http://schemas.microsoft.com/office/drawing/2014/main" id="{E4A356A4-69DF-49DE-91B8-F466BF5EA1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2125" y="1809750"/>
            <a:ext cx="1647825" cy="317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6" name="Line 43">
            <a:extLst>
              <a:ext uri="{FF2B5EF4-FFF2-40B4-BE49-F238E27FC236}">
                <a16:creationId xmlns:a16="http://schemas.microsoft.com/office/drawing/2014/main" id="{5F7EAE96-3DCC-4A7B-A073-5D428E999D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6488" y="2397125"/>
            <a:ext cx="1062037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7" name="Line 44">
            <a:extLst>
              <a:ext uri="{FF2B5EF4-FFF2-40B4-BE49-F238E27FC236}">
                <a16:creationId xmlns:a16="http://schemas.microsoft.com/office/drawing/2014/main" id="{219072F3-2853-47D6-AE51-3A5379D13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92650" y="3236913"/>
            <a:ext cx="1588" cy="1062037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8" name="Line 45">
            <a:extLst>
              <a:ext uri="{FF2B5EF4-FFF2-40B4-BE49-F238E27FC236}">
                <a16:creationId xmlns:a16="http://schemas.microsoft.com/office/drawing/2014/main" id="{52A386AA-B2EB-4DFD-89BA-B8B1730C4D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2275" y="3990975"/>
            <a:ext cx="447675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39" name="Line 46">
            <a:extLst>
              <a:ext uri="{FF2B5EF4-FFF2-40B4-BE49-F238E27FC236}">
                <a16:creationId xmlns:a16="http://schemas.microsoft.com/office/drawing/2014/main" id="{3DC31115-7D66-47AB-BE4C-561D6158B6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2275" y="3013075"/>
            <a:ext cx="447675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0" name="Freeform 47">
            <a:extLst>
              <a:ext uri="{FF2B5EF4-FFF2-40B4-BE49-F238E27FC236}">
                <a16:creationId xmlns:a16="http://schemas.microsoft.com/office/drawing/2014/main" id="{35887873-772F-4C83-B1F6-D21D0C21A078}"/>
              </a:ext>
            </a:extLst>
          </p:cNvPr>
          <p:cNvSpPr>
            <a:spLocks/>
          </p:cNvSpPr>
          <p:nvPr/>
        </p:nvSpPr>
        <p:spPr bwMode="auto">
          <a:xfrm>
            <a:off x="3825875" y="2173288"/>
            <a:ext cx="1090613" cy="476250"/>
          </a:xfrm>
          <a:custGeom>
            <a:avLst/>
            <a:gdLst>
              <a:gd name="T0" fmla="*/ 0 w 1248"/>
              <a:gd name="T1" fmla="*/ 2147483646 h 544"/>
              <a:gd name="T2" fmla="*/ 2147483646 w 1248"/>
              <a:gd name="T3" fmla="*/ 2147483646 h 544"/>
              <a:gd name="T4" fmla="*/ 2147483646 w 1248"/>
              <a:gd name="T5" fmla="*/ 2147483646 h 544"/>
              <a:gd name="T6" fmla="*/ 2147483646 w 1248"/>
              <a:gd name="T7" fmla="*/ 2147483646 h 544"/>
              <a:gd name="T8" fmla="*/ 2147483646 w 1248"/>
              <a:gd name="T9" fmla="*/ 2147483646 h 544"/>
              <a:gd name="T10" fmla="*/ 2147483646 w 1248"/>
              <a:gd name="T11" fmla="*/ 2147483646 h 544"/>
              <a:gd name="T12" fmla="*/ 2147483646 w 1248"/>
              <a:gd name="T13" fmla="*/ 2147483646 h 544"/>
              <a:gd name="T14" fmla="*/ 2147483646 w 1248"/>
              <a:gd name="T15" fmla="*/ 2147483646 h 544"/>
              <a:gd name="T16" fmla="*/ 2147483646 w 1248"/>
              <a:gd name="T17" fmla="*/ 2147483646 h 544"/>
              <a:gd name="T18" fmla="*/ 2147483646 w 1248"/>
              <a:gd name="T19" fmla="*/ 2147483646 h 544"/>
              <a:gd name="T20" fmla="*/ 2147483646 w 1248"/>
              <a:gd name="T21" fmla="*/ 0 h 544"/>
              <a:gd name="T22" fmla="*/ 2147483646 w 1248"/>
              <a:gd name="T23" fmla="*/ 0 h 544"/>
              <a:gd name="T24" fmla="*/ 2147483646 w 1248"/>
              <a:gd name="T25" fmla="*/ 2147483646 h 544"/>
              <a:gd name="T26" fmla="*/ 2147483646 w 1248"/>
              <a:gd name="T27" fmla="*/ 2147483646 h 544"/>
              <a:gd name="T28" fmla="*/ 2147483646 w 1248"/>
              <a:gd name="T29" fmla="*/ 2147483646 h 544"/>
              <a:gd name="T30" fmla="*/ 2147483646 w 1248"/>
              <a:gd name="T31" fmla="*/ 2147483646 h 544"/>
              <a:gd name="T32" fmla="*/ 2147483646 w 1248"/>
              <a:gd name="T33" fmla="*/ 2147483646 h 544"/>
              <a:gd name="T34" fmla="*/ 2147483646 w 1248"/>
              <a:gd name="T35" fmla="*/ 2147483646 h 544"/>
              <a:gd name="T36" fmla="*/ 2147483646 w 1248"/>
              <a:gd name="T37" fmla="*/ 2147483646 h 544"/>
              <a:gd name="T38" fmla="*/ 2147483646 w 1248"/>
              <a:gd name="T39" fmla="*/ 2147483646 h 544"/>
              <a:gd name="T40" fmla="*/ 2147483646 w 1248"/>
              <a:gd name="T41" fmla="*/ 2147483646 h 544"/>
              <a:gd name="T42" fmla="*/ 2147483646 w 1248"/>
              <a:gd name="T43" fmla="*/ 2147483646 h 544"/>
              <a:gd name="T44" fmla="*/ 2147483646 w 1248"/>
              <a:gd name="T45" fmla="*/ 2147483646 h 544"/>
              <a:gd name="T46" fmla="*/ 2147483646 w 1248"/>
              <a:gd name="T47" fmla="*/ 2147483646 h 544"/>
              <a:gd name="T48" fmla="*/ 2147483646 w 1248"/>
              <a:gd name="T49" fmla="*/ 2147483646 h 544"/>
              <a:gd name="T50" fmla="*/ 2147483646 w 1248"/>
              <a:gd name="T51" fmla="*/ 2147483646 h 544"/>
              <a:gd name="T52" fmla="*/ 2147483646 w 1248"/>
              <a:gd name="T53" fmla="*/ 2147483646 h 544"/>
              <a:gd name="T54" fmla="*/ 2147483646 w 1248"/>
              <a:gd name="T55" fmla="*/ 2147483646 h 544"/>
              <a:gd name="T56" fmla="*/ 2147483646 w 1248"/>
              <a:gd name="T57" fmla="*/ 2147483646 h 544"/>
              <a:gd name="T58" fmla="*/ 2147483646 w 1248"/>
              <a:gd name="T59" fmla="*/ 2147483646 h 544"/>
              <a:gd name="T60" fmla="*/ 2147483646 w 1248"/>
              <a:gd name="T61" fmla="*/ 2147483646 h 544"/>
              <a:gd name="T62" fmla="*/ 2147483646 w 1248"/>
              <a:gd name="T63" fmla="*/ 2147483646 h 544"/>
              <a:gd name="T64" fmla="*/ 2147483646 w 1248"/>
              <a:gd name="T65" fmla="*/ 2147483646 h 544"/>
              <a:gd name="T66" fmla="*/ 2147483646 w 1248"/>
              <a:gd name="T67" fmla="*/ 2147483646 h 544"/>
              <a:gd name="T68" fmla="*/ 2147483646 w 1248"/>
              <a:gd name="T69" fmla="*/ 2147483646 h 544"/>
              <a:gd name="T70" fmla="*/ 2147483646 w 1248"/>
              <a:gd name="T71" fmla="*/ 2147483646 h 544"/>
              <a:gd name="T72" fmla="*/ 2147483646 w 1248"/>
              <a:gd name="T73" fmla="*/ 2147483646 h 544"/>
              <a:gd name="T74" fmla="*/ 2147483646 w 1248"/>
              <a:gd name="T75" fmla="*/ 2147483646 h 544"/>
              <a:gd name="T76" fmla="*/ 2147483646 w 1248"/>
              <a:gd name="T77" fmla="*/ 2147483646 h 544"/>
              <a:gd name="T78" fmla="*/ 2147483646 w 1248"/>
              <a:gd name="T79" fmla="*/ 2147483646 h 544"/>
              <a:gd name="T80" fmla="*/ 2147483646 w 1248"/>
              <a:gd name="T81" fmla="*/ 2147483646 h 544"/>
              <a:gd name="T82" fmla="*/ 2147483646 w 1248"/>
              <a:gd name="T83" fmla="*/ 2147483646 h 544"/>
              <a:gd name="T84" fmla="*/ 2147483646 w 1248"/>
              <a:gd name="T85" fmla="*/ 2147483646 h 544"/>
              <a:gd name="T86" fmla="*/ 2147483646 w 1248"/>
              <a:gd name="T87" fmla="*/ 2147483646 h 544"/>
              <a:gd name="T88" fmla="*/ 0 w 1248"/>
              <a:gd name="T89" fmla="*/ 2147483646 h 54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8" h="544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1" y="243"/>
                </a:lnTo>
                <a:lnTo>
                  <a:pt x="3" y="231"/>
                </a:lnTo>
                <a:lnTo>
                  <a:pt x="5" y="218"/>
                </a:lnTo>
                <a:lnTo>
                  <a:pt x="8" y="203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1"/>
                </a:lnTo>
                <a:lnTo>
                  <a:pt x="46" y="120"/>
                </a:lnTo>
                <a:lnTo>
                  <a:pt x="54" y="109"/>
                </a:lnTo>
                <a:lnTo>
                  <a:pt x="62" y="99"/>
                </a:lnTo>
                <a:lnTo>
                  <a:pt x="70" y="88"/>
                </a:lnTo>
                <a:lnTo>
                  <a:pt x="80" y="79"/>
                </a:lnTo>
                <a:lnTo>
                  <a:pt x="89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2" y="32"/>
                </a:lnTo>
                <a:lnTo>
                  <a:pt x="153" y="26"/>
                </a:lnTo>
                <a:lnTo>
                  <a:pt x="166" y="21"/>
                </a:lnTo>
                <a:lnTo>
                  <a:pt x="179" y="16"/>
                </a:lnTo>
                <a:lnTo>
                  <a:pt x="190" y="11"/>
                </a:lnTo>
                <a:lnTo>
                  <a:pt x="205" y="8"/>
                </a:lnTo>
                <a:lnTo>
                  <a:pt x="217" y="5"/>
                </a:lnTo>
                <a:lnTo>
                  <a:pt x="230" y="3"/>
                </a:lnTo>
                <a:lnTo>
                  <a:pt x="245" y="2"/>
                </a:lnTo>
                <a:lnTo>
                  <a:pt x="257" y="0"/>
                </a:lnTo>
                <a:lnTo>
                  <a:pt x="272" y="0"/>
                </a:lnTo>
                <a:lnTo>
                  <a:pt x="976" y="0"/>
                </a:lnTo>
                <a:lnTo>
                  <a:pt x="989" y="0"/>
                </a:lnTo>
                <a:lnTo>
                  <a:pt x="1003" y="2"/>
                </a:lnTo>
                <a:lnTo>
                  <a:pt x="1018" y="3"/>
                </a:lnTo>
                <a:lnTo>
                  <a:pt x="1031" y="5"/>
                </a:lnTo>
                <a:lnTo>
                  <a:pt x="1043" y="8"/>
                </a:lnTo>
                <a:lnTo>
                  <a:pt x="1056" y="11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8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8" y="79"/>
                </a:lnTo>
                <a:lnTo>
                  <a:pt x="1178" y="88"/>
                </a:lnTo>
                <a:lnTo>
                  <a:pt x="1186" y="99"/>
                </a:lnTo>
                <a:lnTo>
                  <a:pt x="1194" y="109"/>
                </a:lnTo>
                <a:lnTo>
                  <a:pt x="1202" y="120"/>
                </a:lnTo>
                <a:lnTo>
                  <a:pt x="1208" y="131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2" y="178"/>
                </a:lnTo>
                <a:lnTo>
                  <a:pt x="1236" y="191"/>
                </a:lnTo>
                <a:lnTo>
                  <a:pt x="1240" y="203"/>
                </a:lnTo>
                <a:lnTo>
                  <a:pt x="1242" y="218"/>
                </a:lnTo>
                <a:lnTo>
                  <a:pt x="1245" y="231"/>
                </a:lnTo>
                <a:lnTo>
                  <a:pt x="1247" y="243"/>
                </a:lnTo>
                <a:lnTo>
                  <a:pt x="1248" y="258"/>
                </a:lnTo>
                <a:lnTo>
                  <a:pt x="1248" y="272"/>
                </a:lnTo>
                <a:lnTo>
                  <a:pt x="1248" y="271"/>
                </a:lnTo>
                <a:lnTo>
                  <a:pt x="1248" y="285"/>
                </a:lnTo>
                <a:lnTo>
                  <a:pt x="1247" y="299"/>
                </a:lnTo>
                <a:lnTo>
                  <a:pt x="1245" y="312"/>
                </a:lnTo>
                <a:lnTo>
                  <a:pt x="1242" y="327"/>
                </a:lnTo>
                <a:lnTo>
                  <a:pt x="1240" y="339"/>
                </a:lnTo>
                <a:lnTo>
                  <a:pt x="1236" y="352"/>
                </a:lnTo>
                <a:lnTo>
                  <a:pt x="1232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8" y="413"/>
                </a:lnTo>
                <a:lnTo>
                  <a:pt x="1202" y="424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8" y="464"/>
                </a:lnTo>
                <a:lnTo>
                  <a:pt x="1159" y="472"/>
                </a:lnTo>
                <a:lnTo>
                  <a:pt x="1149" y="482"/>
                </a:lnTo>
                <a:lnTo>
                  <a:pt x="1140" y="490"/>
                </a:lnTo>
                <a:lnTo>
                  <a:pt x="1128" y="498"/>
                </a:lnTo>
                <a:lnTo>
                  <a:pt x="1117" y="504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6" y="532"/>
                </a:lnTo>
                <a:lnTo>
                  <a:pt x="1043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3" y="543"/>
                </a:lnTo>
                <a:lnTo>
                  <a:pt x="989" y="543"/>
                </a:lnTo>
                <a:lnTo>
                  <a:pt x="976" y="544"/>
                </a:lnTo>
                <a:lnTo>
                  <a:pt x="272" y="544"/>
                </a:lnTo>
                <a:lnTo>
                  <a:pt x="257" y="543"/>
                </a:lnTo>
                <a:lnTo>
                  <a:pt x="245" y="543"/>
                </a:lnTo>
                <a:lnTo>
                  <a:pt x="230" y="541"/>
                </a:lnTo>
                <a:lnTo>
                  <a:pt x="217" y="538"/>
                </a:lnTo>
                <a:lnTo>
                  <a:pt x="205" y="535"/>
                </a:lnTo>
                <a:lnTo>
                  <a:pt x="190" y="532"/>
                </a:lnTo>
                <a:lnTo>
                  <a:pt x="179" y="527"/>
                </a:lnTo>
                <a:lnTo>
                  <a:pt x="166" y="522"/>
                </a:lnTo>
                <a:lnTo>
                  <a:pt x="153" y="517"/>
                </a:lnTo>
                <a:lnTo>
                  <a:pt x="142" y="511"/>
                </a:lnTo>
                <a:lnTo>
                  <a:pt x="131" y="504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89" y="472"/>
                </a:lnTo>
                <a:lnTo>
                  <a:pt x="80" y="464"/>
                </a:lnTo>
                <a:lnTo>
                  <a:pt x="70" y="455"/>
                </a:lnTo>
                <a:lnTo>
                  <a:pt x="62" y="445"/>
                </a:lnTo>
                <a:lnTo>
                  <a:pt x="54" y="434"/>
                </a:lnTo>
                <a:lnTo>
                  <a:pt x="46" y="424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2"/>
                </a:lnTo>
                <a:lnTo>
                  <a:pt x="8" y="339"/>
                </a:lnTo>
                <a:lnTo>
                  <a:pt x="5" y="327"/>
                </a:lnTo>
                <a:lnTo>
                  <a:pt x="3" y="312"/>
                </a:lnTo>
                <a:lnTo>
                  <a:pt x="1" y="299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1" name="Freeform 48">
            <a:extLst>
              <a:ext uri="{FF2B5EF4-FFF2-40B4-BE49-F238E27FC236}">
                <a16:creationId xmlns:a16="http://schemas.microsoft.com/office/drawing/2014/main" id="{6A7A50F9-56EF-471F-AB9C-3A24C61832A0}"/>
              </a:ext>
            </a:extLst>
          </p:cNvPr>
          <p:cNvSpPr>
            <a:spLocks/>
          </p:cNvSpPr>
          <p:nvPr/>
        </p:nvSpPr>
        <p:spPr bwMode="auto">
          <a:xfrm>
            <a:off x="4524375" y="2230438"/>
            <a:ext cx="307975" cy="977900"/>
          </a:xfrm>
          <a:custGeom>
            <a:avLst/>
            <a:gdLst>
              <a:gd name="T0" fmla="*/ 0 w 352"/>
              <a:gd name="T1" fmla="*/ 2147483646 h 1121"/>
              <a:gd name="T2" fmla="*/ 2147483646 w 352"/>
              <a:gd name="T3" fmla="*/ 2147483646 h 1121"/>
              <a:gd name="T4" fmla="*/ 2147483646 w 352"/>
              <a:gd name="T5" fmla="*/ 2147483646 h 1121"/>
              <a:gd name="T6" fmla="*/ 2147483646 w 352"/>
              <a:gd name="T7" fmla="*/ 2147483646 h 1121"/>
              <a:gd name="T8" fmla="*/ 2147483646 w 352"/>
              <a:gd name="T9" fmla="*/ 2147483646 h 1121"/>
              <a:gd name="T10" fmla="*/ 2147483646 w 352"/>
              <a:gd name="T11" fmla="*/ 2147483646 h 1121"/>
              <a:gd name="T12" fmla="*/ 2147483646 w 352"/>
              <a:gd name="T13" fmla="*/ 2147483646 h 1121"/>
              <a:gd name="T14" fmla="*/ 2147483646 w 352"/>
              <a:gd name="T15" fmla="*/ 2147483646 h 1121"/>
              <a:gd name="T16" fmla="*/ 2147483646 w 352"/>
              <a:gd name="T17" fmla="*/ 2147483646 h 1121"/>
              <a:gd name="T18" fmla="*/ 2147483646 w 352"/>
              <a:gd name="T19" fmla="*/ 2147483646 h 1121"/>
              <a:gd name="T20" fmla="*/ 2147483646 w 352"/>
              <a:gd name="T21" fmla="*/ 0 h 1121"/>
              <a:gd name="T22" fmla="*/ 2147483646 w 352"/>
              <a:gd name="T23" fmla="*/ 0 h 1121"/>
              <a:gd name="T24" fmla="*/ 2147483646 w 352"/>
              <a:gd name="T25" fmla="*/ 2147483646 h 1121"/>
              <a:gd name="T26" fmla="*/ 2147483646 w 352"/>
              <a:gd name="T27" fmla="*/ 2147483646 h 1121"/>
              <a:gd name="T28" fmla="*/ 2147483646 w 352"/>
              <a:gd name="T29" fmla="*/ 2147483646 h 1121"/>
              <a:gd name="T30" fmla="*/ 2147483646 w 352"/>
              <a:gd name="T31" fmla="*/ 2147483646 h 1121"/>
              <a:gd name="T32" fmla="*/ 2147483646 w 352"/>
              <a:gd name="T33" fmla="*/ 2147483646 h 1121"/>
              <a:gd name="T34" fmla="*/ 2147483646 w 352"/>
              <a:gd name="T35" fmla="*/ 2147483646 h 1121"/>
              <a:gd name="T36" fmla="*/ 2147483646 w 352"/>
              <a:gd name="T37" fmla="*/ 2147483646 h 1121"/>
              <a:gd name="T38" fmla="*/ 2147483646 w 352"/>
              <a:gd name="T39" fmla="*/ 2147483646 h 1121"/>
              <a:gd name="T40" fmla="*/ 2147483646 w 352"/>
              <a:gd name="T41" fmla="*/ 2147483646 h 1121"/>
              <a:gd name="T42" fmla="*/ 2147483646 w 352"/>
              <a:gd name="T43" fmla="*/ 2147483646 h 1121"/>
              <a:gd name="T44" fmla="*/ 2147483646 w 352"/>
              <a:gd name="T45" fmla="*/ 2147483646 h 1121"/>
              <a:gd name="T46" fmla="*/ 2147483646 w 352"/>
              <a:gd name="T47" fmla="*/ 2147483646 h 1121"/>
              <a:gd name="T48" fmla="*/ 2147483646 w 352"/>
              <a:gd name="T49" fmla="*/ 2147483646 h 1121"/>
              <a:gd name="T50" fmla="*/ 2147483646 w 352"/>
              <a:gd name="T51" fmla="*/ 2147483646 h 1121"/>
              <a:gd name="T52" fmla="*/ 2147483646 w 352"/>
              <a:gd name="T53" fmla="*/ 2147483646 h 1121"/>
              <a:gd name="T54" fmla="*/ 2147483646 w 352"/>
              <a:gd name="T55" fmla="*/ 2147483646 h 1121"/>
              <a:gd name="T56" fmla="*/ 2147483646 w 352"/>
              <a:gd name="T57" fmla="*/ 2147483646 h 1121"/>
              <a:gd name="T58" fmla="*/ 2147483646 w 352"/>
              <a:gd name="T59" fmla="*/ 2147483646 h 1121"/>
              <a:gd name="T60" fmla="*/ 2147483646 w 352"/>
              <a:gd name="T61" fmla="*/ 2147483646 h 1121"/>
              <a:gd name="T62" fmla="*/ 2147483646 w 352"/>
              <a:gd name="T63" fmla="*/ 2147483646 h 1121"/>
              <a:gd name="T64" fmla="*/ 2147483646 w 352"/>
              <a:gd name="T65" fmla="*/ 2147483646 h 1121"/>
              <a:gd name="T66" fmla="*/ 2147483646 w 352"/>
              <a:gd name="T67" fmla="*/ 2147483646 h 1121"/>
              <a:gd name="T68" fmla="*/ 2147483646 w 352"/>
              <a:gd name="T69" fmla="*/ 2147483646 h 1121"/>
              <a:gd name="T70" fmla="*/ 2147483646 w 352"/>
              <a:gd name="T71" fmla="*/ 2147483646 h 1121"/>
              <a:gd name="T72" fmla="*/ 2147483646 w 352"/>
              <a:gd name="T73" fmla="*/ 2147483646 h 1121"/>
              <a:gd name="T74" fmla="*/ 2147483646 w 352"/>
              <a:gd name="T75" fmla="*/ 2147483646 h 1121"/>
              <a:gd name="T76" fmla="*/ 2147483646 w 352"/>
              <a:gd name="T77" fmla="*/ 2147483646 h 1121"/>
              <a:gd name="T78" fmla="*/ 2147483646 w 352"/>
              <a:gd name="T79" fmla="*/ 2147483646 h 1121"/>
              <a:gd name="T80" fmla="*/ 2147483646 w 352"/>
              <a:gd name="T81" fmla="*/ 2147483646 h 1121"/>
              <a:gd name="T82" fmla="*/ 2147483646 w 352"/>
              <a:gd name="T83" fmla="*/ 2147483646 h 1121"/>
              <a:gd name="T84" fmla="*/ 2147483646 w 352"/>
              <a:gd name="T85" fmla="*/ 2147483646 h 1121"/>
              <a:gd name="T86" fmla="*/ 2147483646 w 352"/>
              <a:gd name="T87" fmla="*/ 2147483646 h 1121"/>
              <a:gd name="T88" fmla="*/ 0 w 352"/>
              <a:gd name="T89" fmla="*/ 2147483646 h 1121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352" h="1121">
                <a:moveTo>
                  <a:pt x="0" y="949"/>
                </a:moveTo>
                <a:lnTo>
                  <a:pt x="0" y="170"/>
                </a:lnTo>
                <a:lnTo>
                  <a:pt x="0" y="162"/>
                </a:lnTo>
                <a:lnTo>
                  <a:pt x="0" y="152"/>
                </a:lnTo>
                <a:lnTo>
                  <a:pt x="2" y="144"/>
                </a:lnTo>
                <a:lnTo>
                  <a:pt x="3" y="136"/>
                </a:lnTo>
                <a:lnTo>
                  <a:pt x="5" y="127"/>
                </a:lnTo>
                <a:lnTo>
                  <a:pt x="8" y="119"/>
                </a:lnTo>
                <a:lnTo>
                  <a:pt x="10" y="111"/>
                </a:lnTo>
                <a:lnTo>
                  <a:pt x="13" y="104"/>
                </a:lnTo>
                <a:lnTo>
                  <a:pt x="16" y="96"/>
                </a:lnTo>
                <a:lnTo>
                  <a:pt x="21" y="88"/>
                </a:lnTo>
                <a:lnTo>
                  <a:pt x="24" y="82"/>
                </a:lnTo>
                <a:lnTo>
                  <a:pt x="29" y="75"/>
                </a:lnTo>
                <a:lnTo>
                  <a:pt x="34" y="67"/>
                </a:lnTo>
                <a:lnTo>
                  <a:pt x="39" y="61"/>
                </a:lnTo>
                <a:lnTo>
                  <a:pt x="45" y="55"/>
                </a:lnTo>
                <a:lnTo>
                  <a:pt x="50" y="50"/>
                </a:lnTo>
                <a:lnTo>
                  <a:pt x="56" y="43"/>
                </a:lnTo>
                <a:lnTo>
                  <a:pt x="63" y="39"/>
                </a:lnTo>
                <a:lnTo>
                  <a:pt x="69" y="34"/>
                </a:lnTo>
                <a:lnTo>
                  <a:pt x="75" y="29"/>
                </a:lnTo>
                <a:lnTo>
                  <a:pt x="82" y="24"/>
                </a:lnTo>
                <a:lnTo>
                  <a:pt x="90" y="19"/>
                </a:lnTo>
                <a:lnTo>
                  <a:pt x="96" y="16"/>
                </a:lnTo>
                <a:lnTo>
                  <a:pt x="104" y="13"/>
                </a:lnTo>
                <a:lnTo>
                  <a:pt x="112" y="10"/>
                </a:lnTo>
                <a:lnTo>
                  <a:pt x="120" y="7"/>
                </a:lnTo>
                <a:lnTo>
                  <a:pt x="128" y="5"/>
                </a:lnTo>
                <a:lnTo>
                  <a:pt x="136" y="3"/>
                </a:lnTo>
                <a:lnTo>
                  <a:pt x="144" y="2"/>
                </a:lnTo>
                <a:lnTo>
                  <a:pt x="152" y="0"/>
                </a:lnTo>
                <a:lnTo>
                  <a:pt x="162" y="0"/>
                </a:lnTo>
                <a:lnTo>
                  <a:pt x="170" y="0"/>
                </a:lnTo>
                <a:lnTo>
                  <a:pt x="181" y="0"/>
                </a:lnTo>
                <a:lnTo>
                  <a:pt x="191" y="0"/>
                </a:lnTo>
                <a:lnTo>
                  <a:pt x="199" y="0"/>
                </a:lnTo>
                <a:lnTo>
                  <a:pt x="208" y="2"/>
                </a:lnTo>
                <a:lnTo>
                  <a:pt x="216" y="3"/>
                </a:lnTo>
                <a:lnTo>
                  <a:pt x="224" y="5"/>
                </a:lnTo>
                <a:lnTo>
                  <a:pt x="232" y="7"/>
                </a:lnTo>
                <a:lnTo>
                  <a:pt x="240" y="10"/>
                </a:lnTo>
                <a:lnTo>
                  <a:pt x="248" y="13"/>
                </a:lnTo>
                <a:lnTo>
                  <a:pt x="256" y="16"/>
                </a:lnTo>
                <a:lnTo>
                  <a:pt x="263" y="19"/>
                </a:lnTo>
                <a:lnTo>
                  <a:pt x="271" y="24"/>
                </a:lnTo>
                <a:lnTo>
                  <a:pt x="277" y="29"/>
                </a:lnTo>
                <a:lnTo>
                  <a:pt x="283" y="34"/>
                </a:lnTo>
                <a:lnTo>
                  <a:pt x="290" y="39"/>
                </a:lnTo>
                <a:lnTo>
                  <a:pt x="296" y="43"/>
                </a:lnTo>
                <a:lnTo>
                  <a:pt x="303" y="50"/>
                </a:lnTo>
                <a:lnTo>
                  <a:pt x="307" y="55"/>
                </a:lnTo>
                <a:lnTo>
                  <a:pt x="314" y="61"/>
                </a:lnTo>
                <a:lnTo>
                  <a:pt x="319" y="67"/>
                </a:lnTo>
                <a:lnTo>
                  <a:pt x="324" y="75"/>
                </a:lnTo>
                <a:lnTo>
                  <a:pt x="327" y="82"/>
                </a:lnTo>
                <a:lnTo>
                  <a:pt x="332" y="88"/>
                </a:lnTo>
                <a:lnTo>
                  <a:pt x="335" y="96"/>
                </a:lnTo>
                <a:lnTo>
                  <a:pt x="340" y="104"/>
                </a:lnTo>
                <a:lnTo>
                  <a:pt x="341" y="111"/>
                </a:lnTo>
                <a:lnTo>
                  <a:pt x="344" y="119"/>
                </a:lnTo>
                <a:lnTo>
                  <a:pt x="348" y="127"/>
                </a:lnTo>
                <a:lnTo>
                  <a:pt x="349" y="136"/>
                </a:lnTo>
                <a:lnTo>
                  <a:pt x="351" y="144"/>
                </a:lnTo>
                <a:lnTo>
                  <a:pt x="351" y="152"/>
                </a:lnTo>
                <a:lnTo>
                  <a:pt x="352" y="162"/>
                </a:lnTo>
                <a:lnTo>
                  <a:pt x="352" y="170"/>
                </a:lnTo>
                <a:lnTo>
                  <a:pt x="352" y="949"/>
                </a:lnTo>
                <a:lnTo>
                  <a:pt x="352" y="959"/>
                </a:lnTo>
                <a:lnTo>
                  <a:pt x="351" y="967"/>
                </a:lnTo>
                <a:lnTo>
                  <a:pt x="351" y="975"/>
                </a:lnTo>
                <a:lnTo>
                  <a:pt x="349" y="985"/>
                </a:lnTo>
                <a:lnTo>
                  <a:pt x="348" y="993"/>
                </a:lnTo>
                <a:lnTo>
                  <a:pt x="344" y="1001"/>
                </a:lnTo>
                <a:lnTo>
                  <a:pt x="341" y="1009"/>
                </a:lnTo>
                <a:lnTo>
                  <a:pt x="340" y="1017"/>
                </a:lnTo>
                <a:lnTo>
                  <a:pt x="335" y="1023"/>
                </a:lnTo>
                <a:lnTo>
                  <a:pt x="332" y="1031"/>
                </a:lnTo>
                <a:lnTo>
                  <a:pt x="327" y="1037"/>
                </a:lnTo>
                <a:lnTo>
                  <a:pt x="324" y="1045"/>
                </a:lnTo>
                <a:lnTo>
                  <a:pt x="319" y="1052"/>
                </a:lnTo>
                <a:lnTo>
                  <a:pt x="314" y="1058"/>
                </a:lnTo>
                <a:lnTo>
                  <a:pt x="307" y="1065"/>
                </a:lnTo>
                <a:lnTo>
                  <a:pt x="303" y="1069"/>
                </a:lnTo>
                <a:lnTo>
                  <a:pt x="296" y="1076"/>
                </a:lnTo>
                <a:lnTo>
                  <a:pt x="290" y="1081"/>
                </a:lnTo>
                <a:lnTo>
                  <a:pt x="283" y="1085"/>
                </a:lnTo>
                <a:lnTo>
                  <a:pt x="277" y="1090"/>
                </a:lnTo>
                <a:lnTo>
                  <a:pt x="271" y="1095"/>
                </a:lnTo>
                <a:lnTo>
                  <a:pt x="263" y="1100"/>
                </a:lnTo>
                <a:lnTo>
                  <a:pt x="256" y="1103"/>
                </a:lnTo>
                <a:lnTo>
                  <a:pt x="248" y="1106"/>
                </a:lnTo>
                <a:lnTo>
                  <a:pt x="240" y="1109"/>
                </a:lnTo>
                <a:lnTo>
                  <a:pt x="232" y="1113"/>
                </a:lnTo>
                <a:lnTo>
                  <a:pt x="224" y="1114"/>
                </a:lnTo>
                <a:lnTo>
                  <a:pt x="216" y="1116"/>
                </a:lnTo>
                <a:lnTo>
                  <a:pt x="208" y="1117"/>
                </a:lnTo>
                <a:lnTo>
                  <a:pt x="199" y="1119"/>
                </a:lnTo>
                <a:lnTo>
                  <a:pt x="191" y="1119"/>
                </a:lnTo>
                <a:lnTo>
                  <a:pt x="181" y="1121"/>
                </a:lnTo>
                <a:lnTo>
                  <a:pt x="170" y="1121"/>
                </a:lnTo>
                <a:lnTo>
                  <a:pt x="162" y="1119"/>
                </a:lnTo>
                <a:lnTo>
                  <a:pt x="152" y="1119"/>
                </a:lnTo>
                <a:lnTo>
                  <a:pt x="144" y="1117"/>
                </a:lnTo>
                <a:lnTo>
                  <a:pt x="136" y="1116"/>
                </a:lnTo>
                <a:lnTo>
                  <a:pt x="128" y="1114"/>
                </a:lnTo>
                <a:lnTo>
                  <a:pt x="120" y="1113"/>
                </a:lnTo>
                <a:lnTo>
                  <a:pt x="112" y="1109"/>
                </a:lnTo>
                <a:lnTo>
                  <a:pt x="104" y="1106"/>
                </a:lnTo>
                <a:lnTo>
                  <a:pt x="96" y="1103"/>
                </a:lnTo>
                <a:lnTo>
                  <a:pt x="90" y="1100"/>
                </a:lnTo>
                <a:lnTo>
                  <a:pt x="82" y="1095"/>
                </a:lnTo>
                <a:lnTo>
                  <a:pt x="75" y="1090"/>
                </a:lnTo>
                <a:lnTo>
                  <a:pt x="69" y="1085"/>
                </a:lnTo>
                <a:lnTo>
                  <a:pt x="63" y="1081"/>
                </a:lnTo>
                <a:lnTo>
                  <a:pt x="56" y="1076"/>
                </a:lnTo>
                <a:lnTo>
                  <a:pt x="50" y="1069"/>
                </a:lnTo>
                <a:lnTo>
                  <a:pt x="45" y="1065"/>
                </a:lnTo>
                <a:lnTo>
                  <a:pt x="39" y="1058"/>
                </a:lnTo>
                <a:lnTo>
                  <a:pt x="34" y="1052"/>
                </a:lnTo>
                <a:lnTo>
                  <a:pt x="29" y="1045"/>
                </a:lnTo>
                <a:lnTo>
                  <a:pt x="24" y="1037"/>
                </a:lnTo>
                <a:lnTo>
                  <a:pt x="21" y="1031"/>
                </a:lnTo>
                <a:lnTo>
                  <a:pt x="16" y="1023"/>
                </a:lnTo>
                <a:lnTo>
                  <a:pt x="13" y="1017"/>
                </a:lnTo>
                <a:lnTo>
                  <a:pt x="10" y="1009"/>
                </a:lnTo>
                <a:lnTo>
                  <a:pt x="8" y="1001"/>
                </a:lnTo>
                <a:lnTo>
                  <a:pt x="5" y="993"/>
                </a:lnTo>
                <a:lnTo>
                  <a:pt x="3" y="985"/>
                </a:lnTo>
                <a:lnTo>
                  <a:pt x="2" y="975"/>
                </a:lnTo>
                <a:lnTo>
                  <a:pt x="0" y="967"/>
                </a:lnTo>
                <a:lnTo>
                  <a:pt x="0" y="959"/>
                </a:lnTo>
                <a:lnTo>
                  <a:pt x="0" y="949"/>
                </a:lnTo>
                <a:close/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2" name="Freeform 49">
            <a:extLst>
              <a:ext uri="{FF2B5EF4-FFF2-40B4-BE49-F238E27FC236}">
                <a16:creationId xmlns:a16="http://schemas.microsoft.com/office/drawing/2014/main" id="{1FF44F6D-4CE6-4447-872E-0119E5E16F56}"/>
              </a:ext>
            </a:extLst>
          </p:cNvPr>
          <p:cNvSpPr>
            <a:spLocks/>
          </p:cNvSpPr>
          <p:nvPr/>
        </p:nvSpPr>
        <p:spPr bwMode="auto">
          <a:xfrm>
            <a:off x="5111750" y="2816225"/>
            <a:ext cx="307975" cy="979488"/>
          </a:xfrm>
          <a:custGeom>
            <a:avLst/>
            <a:gdLst>
              <a:gd name="T0" fmla="*/ 0 w 353"/>
              <a:gd name="T1" fmla="*/ 2147483646 h 1121"/>
              <a:gd name="T2" fmla="*/ 2147483646 w 353"/>
              <a:gd name="T3" fmla="*/ 2147483646 h 1121"/>
              <a:gd name="T4" fmla="*/ 2147483646 w 353"/>
              <a:gd name="T5" fmla="*/ 2147483646 h 1121"/>
              <a:gd name="T6" fmla="*/ 2147483646 w 353"/>
              <a:gd name="T7" fmla="*/ 2147483646 h 1121"/>
              <a:gd name="T8" fmla="*/ 2147483646 w 353"/>
              <a:gd name="T9" fmla="*/ 2147483646 h 1121"/>
              <a:gd name="T10" fmla="*/ 2147483646 w 353"/>
              <a:gd name="T11" fmla="*/ 2147483646 h 1121"/>
              <a:gd name="T12" fmla="*/ 2147483646 w 353"/>
              <a:gd name="T13" fmla="*/ 2147483646 h 1121"/>
              <a:gd name="T14" fmla="*/ 2147483646 w 353"/>
              <a:gd name="T15" fmla="*/ 2147483646 h 1121"/>
              <a:gd name="T16" fmla="*/ 2147483646 w 353"/>
              <a:gd name="T17" fmla="*/ 2147483646 h 1121"/>
              <a:gd name="T18" fmla="*/ 2147483646 w 353"/>
              <a:gd name="T19" fmla="*/ 2147483646 h 1121"/>
              <a:gd name="T20" fmla="*/ 2147483646 w 353"/>
              <a:gd name="T21" fmla="*/ 0 h 1121"/>
              <a:gd name="T22" fmla="*/ 2147483646 w 353"/>
              <a:gd name="T23" fmla="*/ 0 h 1121"/>
              <a:gd name="T24" fmla="*/ 2147483646 w 353"/>
              <a:gd name="T25" fmla="*/ 2147483646 h 1121"/>
              <a:gd name="T26" fmla="*/ 2147483646 w 353"/>
              <a:gd name="T27" fmla="*/ 2147483646 h 1121"/>
              <a:gd name="T28" fmla="*/ 2147483646 w 353"/>
              <a:gd name="T29" fmla="*/ 2147483646 h 1121"/>
              <a:gd name="T30" fmla="*/ 2147483646 w 353"/>
              <a:gd name="T31" fmla="*/ 2147483646 h 1121"/>
              <a:gd name="T32" fmla="*/ 2147483646 w 353"/>
              <a:gd name="T33" fmla="*/ 2147483646 h 1121"/>
              <a:gd name="T34" fmla="*/ 2147483646 w 353"/>
              <a:gd name="T35" fmla="*/ 2147483646 h 1121"/>
              <a:gd name="T36" fmla="*/ 2147483646 w 353"/>
              <a:gd name="T37" fmla="*/ 2147483646 h 1121"/>
              <a:gd name="T38" fmla="*/ 2147483646 w 353"/>
              <a:gd name="T39" fmla="*/ 2147483646 h 1121"/>
              <a:gd name="T40" fmla="*/ 2147483646 w 353"/>
              <a:gd name="T41" fmla="*/ 2147483646 h 1121"/>
              <a:gd name="T42" fmla="*/ 2147483646 w 353"/>
              <a:gd name="T43" fmla="*/ 2147483646 h 1121"/>
              <a:gd name="T44" fmla="*/ 2147483646 w 353"/>
              <a:gd name="T45" fmla="*/ 2147483646 h 1121"/>
              <a:gd name="T46" fmla="*/ 2147483646 w 353"/>
              <a:gd name="T47" fmla="*/ 2147483646 h 1121"/>
              <a:gd name="T48" fmla="*/ 2147483646 w 353"/>
              <a:gd name="T49" fmla="*/ 2147483646 h 1121"/>
              <a:gd name="T50" fmla="*/ 2147483646 w 353"/>
              <a:gd name="T51" fmla="*/ 2147483646 h 1121"/>
              <a:gd name="T52" fmla="*/ 2147483646 w 353"/>
              <a:gd name="T53" fmla="*/ 2147483646 h 1121"/>
              <a:gd name="T54" fmla="*/ 2147483646 w 353"/>
              <a:gd name="T55" fmla="*/ 2147483646 h 1121"/>
              <a:gd name="T56" fmla="*/ 2147483646 w 353"/>
              <a:gd name="T57" fmla="*/ 2147483646 h 1121"/>
              <a:gd name="T58" fmla="*/ 2147483646 w 353"/>
              <a:gd name="T59" fmla="*/ 2147483646 h 1121"/>
              <a:gd name="T60" fmla="*/ 2147483646 w 353"/>
              <a:gd name="T61" fmla="*/ 2147483646 h 1121"/>
              <a:gd name="T62" fmla="*/ 2147483646 w 353"/>
              <a:gd name="T63" fmla="*/ 2147483646 h 1121"/>
              <a:gd name="T64" fmla="*/ 2147483646 w 353"/>
              <a:gd name="T65" fmla="*/ 2147483646 h 1121"/>
              <a:gd name="T66" fmla="*/ 2147483646 w 353"/>
              <a:gd name="T67" fmla="*/ 2147483646 h 1121"/>
              <a:gd name="T68" fmla="*/ 2147483646 w 353"/>
              <a:gd name="T69" fmla="*/ 2147483646 h 1121"/>
              <a:gd name="T70" fmla="*/ 2147483646 w 353"/>
              <a:gd name="T71" fmla="*/ 2147483646 h 1121"/>
              <a:gd name="T72" fmla="*/ 2147483646 w 353"/>
              <a:gd name="T73" fmla="*/ 2147483646 h 1121"/>
              <a:gd name="T74" fmla="*/ 2147483646 w 353"/>
              <a:gd name="T75" fmla="*/ 2147483646 h 1121"/>
              <a:gd name="T76" fmla="*/ 2147483646 w 353"/>
              <a:gd name="T77" fmla="*/ 2147483646 h 1121"/>
              <a:gd name="T78" fmla="*/ 2147483646 w 353"/>
              <a:gd name="T79" fmla="*/ 2147483646 h 1121"/>
              <a:gd name="T80" fmla="*/ 2147483646 w 353"/>
              <a:gd name="T81" fmla="*/ 2147483646 h 1121"/>
              <a:gd name="T82" fmla="*/ 2147483646 w 353"/>
              <a:gd name="T83" fmla="*/ 2147483646 h 1121"/>
              <a:gd name="T84" fmla="*/ 2147483646 w 353"/>
              <a:gd name="T85" fmla="*/ 2147483646 h 1121"/>
              <a:gd name="T86" fmla="*/ 2147483646 w 353"/>
              <a:gd name="T87" fmla="*/ 2147483646 h 1121"/>
              <a:gd name="T88" fmla="*/ 0 w 353"/>
              <a:gd name="T89" fmla="*/ 2147483646 h 1121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353" h="1121">
                <a:moveTo>
                  <a:pt x="0" y="950"/>
                </a:moveTo>
                <a:lnTo>
                  <a:pt x="0" y="170"/>
                </a:lnTo>
                <a:lnTo>
                  <a:pt x="0" y="162"/>
                </a:lnTo>
                <a:lnTo>
                  <a:pt x="0" y="152"/>
                </a:lnTo>
                <a:lnTo>
                  <a:pt x="2" y="144"/>
                </a:lnTo>
                <a:lnTo>
                  <a:pt x="4" y="136"/>
                </a:lnTo>
                <a:lnTo>
                  <a:pt x="5" y="127"/>
                </a:lnTo>
                <a:lnTo>
                  <a:pt x="8" y="119"/>
                </a:lnTo>
                <a:lnTo>
                  <a:pt x="10" y="111"/>
                </a:lnTo>
                <a:lnTo>
                  <a:pt x="13" y="104"/>
                </a:lnTo>
                <a:lnTo>
                  <a:pt x="16" y="96"/>
                </a:lnTo>
                <a:lnTo>
                  <a:pt x="21" y="88"/>
                </a:lnTo>
                <a:lnTo>
                  <a:pt x="24" y="82"/>
                </a:lnTo>
                <a:lnTo>
                  <a:pt x="29" y="76"/>
                </a:lnTo>
                <a:lnTo>
                  <a:pt x="34" y="68"/>
                </a:lnTo>
                <a:lnTo>
                  <a:pt x="39" y="61"/>
                </a:lnTo>
                <a:lnTo>
                  <a:pt x="45" y="55"/>
                </a:lnTo>
                <a:lnTo>
                  <a:pt x="50" y="50"/>
                </a:lnTo>
                <a:lnTo>
                  <a:pt x="57" y="44"/>
                </a:lnTo>
                <a:lnTo>
                  <a:pt x="63" y="39"/>
                </a:lnTo>
                <a:lnTo>
                  <a:pt x="69" y="34"/>
                </a:lnTo>
                <a:lnTo>
                  <a:pt x="76" y="29"/>
                </a:lnTo>
                <a:lnTo>
                  <a:pt x="82" y="24"/>
                </a:lnTo>
                <a:lnTo>
                  <a:pt x="90" y="20"/>
                </a:lnTo>
                <a:lnTo>
                  <a:pt x="97" y="16"/>
                </a:lnTo>
                <a:lnTo>
                  <a:pt x="105" y="13"/>
                </a:lnTo>
                <a:lnTo>
                  <a:pt x="113" y="10"/>
                </a:lnTo>
                <a:lnTo>
                  <a:pt x="121" y="7"/>
                </a:lnTo>
                <a:lnTo>
                  <a:pt x="129" y="5"/>
                </a:lnTo>
                <a:lnTo>
                  <a:pt x="137" y="4"/>
                </a:lnTo>
                <a:lnTo>
                  <a:pt x="145" y="2"/>
                </a:lnTo>
                <a:lnTo>
                  <a:pt x="153" y="0"/>
                </a:lnTo>
                <a:lnTo>
                  <a:pt x="162" y="0"/>
                </a:lnTo>
                <a:lnTo>
                  <a:pt x="170" y="0"/>
                </a:lnTo>
                <a:lnTo>
                  <a:pt x="181" y="0"/>
                </a:lnTo>
                <a:lnTo>
                  <a:pt x="191" y="0"/>
                </a:lnTo>
                <a:lnTo>
                  <a:pt x="199" y="0"/>
                </a:lnTo>
                <a:lnTo>
                  <a:pt x="209" y="2"/>
                </a:lnTo>
                <a:lnTo>
                  <a:pt x="217" y="4"/>
                </a:lnTo>
                <a:lnTo>
                  <a:pt x="225" y="5"/>
                </a:lnTo>
                <a:lnTo>
                  <a:pt x="233" y="7"/>
                </a:lnTo>
                <a:lnTo>
                  <a:pt x="241" y="10"/>
                </a:lnTo>
                <a:lnTo>
                  <a:pt x="249" y="13"/>
                </a:lnTo>
                <a:lnTo>
                  <a:pt x="257" y="16"/>
                </a:lnTo>
                <a:lnTo>
                  <a:pt x="263" y="20"/>
                </a:lnTo>
                <a:lnTo>
                  <a:pt x="271" y="24"/>
                </a:lnTo>
                <a:lnTo>
                  <a:pt x="277" y="29"/>
                </a:lnTo>
                <a:lnTo>
                  <a:pt x="284" y="34"/>
                </a:lnTo>
                <a:lnTo>
                  <a:pt x="290" y="39"/>
                </a:lnTo>
                <a:lnTo>
                  <a:pt x="297" y="44"/>
                </a:lnTo>
                <a:lnTo>
                  <a:pt x="303" y="50"/>
                </a:lnTo>
                <a:lnTo>
                  <a:pt x="308" y="55"/>
                </a:lnTo>
                <a:lnTo>
                  <a:pt x="314" y="61"/>
                </a:lnTo>
                <a:lnTo>
                  <a:pt x="319" y="68"/>
                </a:lnTo>
                <a:lnTo>
                  <a:pt x="324" y="76"/>
                </a:lnTo>
                <a:lnTo>
                  <a:pt x="327" y="82"/>
                </a:lnTo>
                <a:lnTo>
                  <a:pt x="332" y="88"/>
                </a:lnTo>
                <a:lnTo>
                  <a:pt x="335" y="96"/>
                </a:lnTo>
                <a:lnTo>
                  <a:pt x="340" y="104"/>
                </a:lnTo>
                <a:lnTo>
                  <a:pt x="341" y="111"/>
                </a:lnTo>
                <a:lnTo>
                  <a:pt x="345" y="119"/>
                </a:lnTo>
                <a:lnTo>
                  <a:pt x="348" y="127"/>
                </a:lnTo>
                <a:lnTo>
                  <a:pt x="349" y="136"/>
                </a:lnTo>
                <a:lnTo>
                  <a:pt x="351" y="144"/>
                </a:lnTo>
                <a:lnTo>
                  <a:pt x="351" y="152"/>
                </a:lnTo>
                <a:lnTo>
                  <a:pt x="353" y="162"/>
                </a:lnTo>
                <a:lnTo>
                  <a:pt x="353" y="170"/>
                </a:lnTo>
                <a:lnTo>
                  <a:pt x="353" y="950"/>
                </a:lnTo>
                <a:lnTo>
                  <a:pt x="353" y="959"/>
                </a:lnTo>
                <a:lnTo>
                  <a:pt x="351" y="967"/>
                </a:lnTo>
                <a:lnTo>
                  <a:pt x="351" y="975"/>
                </a:lnTo>
                <a:lnTo>
                  <a:pt x="349" y="985"/>
                </a:lnTo>
                <a:lnTo>
                  <a:pt x="348" y="993"/>
                </a:lnTo>
                <a:lnTo>
                  <a:pt x="345" y="1001"/>
                </a:lnTo>
                <a:lnTo>
                  <a:pt x="341" y="1009"/>
                </a:lnTo>
                <a:lnTo>
                  <a:pt x="340" y="1017"/>
                </a:lnTo>
                <a:lnTo>
                  <a:pt x="335" y="1023"/>
                </a:lnTo>
                <a:lnTo>
                  <a:pt x="332" y="1031"/>
                </a:lnTo>
                <a:lnTo>
                  <a:pt x="327" y="1038"/>
                </a:lnTo>
                <a:lnTo>
                  <a:pt x="324" y="1046"/>
                </a:lnTo>
                <a:lnTo>
                  <a:pt x="319" y="1052"/>
                </a:lnTo>
                <a:lnTo>
                  <a:pt x="314" y="1058"/>
                </a:lnTo>
                <a:lnTo>
                  <a:pt x="308" y="1065"/>
                </a:lnTo>
                <a:lnTo>
                  <a:pt x="303" y="1070"/>
                </a:lnTo>
                <a:lnTo>
                  <a:pt x="297" y="1076"/>
                </a:lnTo>
                <a:lnTo>
                  <a:pt x="290" y="1081"/>
                </a:lnTo>
                <a:lnTo>
                  <a:pt x="284" y="1086"/>
                </a:lnTo>
                <a:lnTo>
                  <a:pt x="277" y="1090"/>
                </a:lnTo>
                <a:lnTo>
                  <a:pt x="271" y="1095"/>
                </a:lnTo>
                <a:lnTo>
                  <a:pt x="263" y="1100"/>
                </a:lnTo>
                <a:lnTo>
                  <a:pt x="257" y="1103"/>
                </a:lnTo>
                <a:lnTo>
                  <a:pt x="249" y="1106"/>
                </a:lnTo>
                <a:lnTo>
                  <a:pt x="241" y="1110"/>
                </a:lnTo>
                <a:lnTo>
                  <a:pt x="233" y="1113"/>
                </a:lnTo>
                <a:lnTo>
                  <a:pt x="225" y="1114"/>
                </a:lnTo>
                <a:lnTo>
                  <a:pt x="217" y="1116"/>
                </a:lnTo>
                <a:lnTo>
                  <a:pt x="209" y="1118"/>
                </a:lnTo>
                <a:lnTo>
                  <a:pt x="199" y="1119"/>
                </a:lnTo>
                <a:lnTo>
                  <a:pt x="191" y="1119"/>
                </a:lnTo>
                <a:lnTo>
                  <a:pt x="181" y="1121"/>
                </a:lnTo>
                <a:lnTo>
                  <a:pt x="170" y="1121"/>
                </a:lnTo>
                <a:lnTo>
                  <a:pt x="162" y="1119"/>
                </a:lnTo>
                <a:lnTo>
                  <a:pt x="153" y="1119"/>
                </a:lnTo>
                <a:lnTo>
                  <a:pt x="145" y="1118"/>
                </a:lnTo>
                <a:lnTo>
                  <a:pt x="137" y="1116"/>
                </a:lnTo>
                <a:lnTo>
                  <a:pt x="129" y="1114"/>
                </a:lnTo>
                <a:lnTo>
                  <a:pt x="121" y="1113"/>
                </a:lnTo>
                <a:lnTo>
                  <a:pt x="113" y="1110"/>
                </a:lnTo>
                <a:lnTo>
                  <a:pt x="105" y="1106"/>
                </a:lnTo>
                <a:lnTo>
                  <a:pt x="97" y="1103"/>
                </a:lnTo>
                <a:lnTo>
                  <a:pt x="90" y="1100"/>
                </a:lnTo>
                <a:lnTo>
                  <a:pt x="82" y="1095"/>
                </a:lnTo>
                <a:lnTo>
                  <a:pt x="76" y="1090"/>
                </a:lnTo>
                <a:lnTo>
                  <a:pt x="69" y="1086"/>
                </a:lnTo>
                <a:lnTo>
                  <a:pt x="63" y="1081"/>
                </a:lnTo>
                <a:lnTo>
                  <a:pt x="57" y="1076"/>
                </a:lnTo>
                <a:lnTo>
                  <a:pt x="50" y="1070"/>
                </a:lnTo>
                <a:lnTo>
                  <a:pt x="45" y="1065"/>
                </a:lnTo>
                <a:lnTo>
                  <a:pt x="39" y="1058"/>
                </a:lnTo>
                <a:lnTo>
                  <a:pt x="34" y="1052"/>
                </a:lnTo>
                <a:lnTo>
                  <a:pt x="29" y="1046"/>
                </a:lnTo>
                <a:lnTo>
                  <a:pt x="24" y="1038"/>
                </a:lnTo>
                <a:lnTo>
                  <a:pt x="21" y="1031"/>
                </a:lnTo>
                <a:lnTo>
                  <a:pt x="16" y="1023"/>
                </a:lnTo>
                <a:lnTo>
                  <a:pt x="13" y="1017"/>
                </a:lnTo>
                <a:lnTo>
                  <a:pt x="10" y="1009"/>
                </a:lnTo>
                <a:lnTo>
                  <a:pt x="8" y="1001"/>
                </a:lnTo>
                <a:lnTo>
                  <a:pt x="5" y="993"/>
                </a:lnTo>
                <a:lnTo>
                  <a:pt x="4" y="985"/>
                </a:lnTo>
                <a:lnTo>
                  <a:pt x="2" y="975"/>
                </a:lnTo>
                <a:lnTo>
                  <a:pt x="0" y="967"/>
                </a:lnTo>
                <a:lnTo>
                  <a:pt x="0" y="959"/>
                </a:lnTo>
                <a:lnTo>
                  <a:pt x="0" y="950"/>
                </a:lnTo>
                <a:close/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3" name="Freeform 50">
            <a:extLst>
              <a:ext uri="{FF2B5EF4-FFF2-40B4-BE49-F238E27FC236}">
                <a16:creationId xmlns:a16="http://schemas.microsoft.com/office/drawing/2014/main" id="{17A0697F-325B-416B-A41C-2CE46C5B0147}"/>
              </a:ext>
            </a:extLst>
          </p:cNvPr>
          <p:cNvSpPr>
            <a:spLocks/>
          </p:cNvSpPr>
          <p:nvPr/>
        </p:nvSpPr>
        <p:spPr bwMode="auto">
          <a:xfrm>
            <a:off x="4413250" y="2760663"/>
            <a:ext cx="1089025" cy="47625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4" name="Line 51">
            <a:extLst>
              <a:ext uri="{FF2B5EF4-FFF2-40B4-BE49-F238E27FC236}">
                <a16:creationId xmlns:a16="http://schemas.microsoft.com/office/drawing/2014/main" id="{72D2494A-F38D-4EDD-A5B1-4EDEF26EC2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4750" y="3990975"/>
            <a:ext cx="1341438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5" name="Freeform 52">
            <a:extLst>
              <a:ext uri="{FF2B5EF4-FFF2-40B4-BE49-F238E27FC236}">
                <a16:creationId xmlns:a16="http://schemas.microsoft.com/office/drawing/2014/main" id="{3216E170-7A43-4EB5-94F9-37587BCBE572}"/>
              </a:ext>
            </a:extLst>
          </p:cNvPr>
          <p:cNvSpPr>
            <a:spLocks/>
          </p:cNvSpPr>
          <p:nvPr/>
        </p:nvSpPr>
        <p:spPr bwMode="auto">
          <a:xfrm>
            <a:off x="5043488" y="3403600"/>
            <a:ext cx="446087" cy="592138"/>
          </a:xfrm>
          <a:custGeom>
            <a:avLst/>
            <a:gdLst>
              <a:gd name="T0" fmla="*/ 2147483646 w 511"/>
              <a:gd name="T1" fmla="*/ 2147483646 h 679"/>
              <a:gd name="T2" fmla="*/ 2147483646 w 511"/>
              <a:gd name="T3" fmla="*/ 2147483646 h 679"/>
              <a:gd name="T4" fmla="*/ 2147483646 w 511"/>
              <a:gd name="T5" fmla="*/ 2147483646 h 679"/>
              <a:gd name="T6" fmla="*/ 2147483646 w 511"/>
              <a:gd name="T7" fmla="*/ 2147483646 h 679"/>
              <a:gd name="T8" fmla="*/ 2147483646 w 511"/>
              <a:gd name="T9" fmla="*/ 2147483646 h 679"/>
              <a:gd name="T10" fmla="*/ 2147483646 w 511"/>
              <a:gd name="T11" fmla="*/ 2147483646 h 679"/>
              <a:gd name="T12" fmla="*/ 2147483646 w 511"/>
              <a:gd name="T13" fmla="*/ 2147483646 h 679"/>
              <a:gd name="T14" fmla="*/ 2147483646 w 511"/>
              <a:gd name="T15" fmla="*/ 2147483646 h 679"/>
              <a:gd name="T16" fmla="*/ 2147483646 w 511"/>
              <a:gd name="T17" fmla="*/ 2147483646 h 679"/>
              <a:gd name="T18" fmla="*/ 2147483646 w 511"/>
              <a:gd name="T19" fmla="*/ 2147483646 h 679"/>
              <a:gd name="T20" fmla="*/ 2147483646 w 511"/>
              <a:gd name="T21" fmla="*/ 2147483646 h 679"/>
              <a:gd name="T22" fmla="*/ 2147483646 w 511"/>
              <a:gd name="T23" fmla="*/ 2147483646 h 679"/>
              <a:gd name="T24" fmla="*/ 2147483646 w 511"/>
              <a:gd name="T25" fmla="*/ 2147483646 h 679"/>
              <a:gd name="T26" fmla="*/ 2147483646 w 511"/>
              <a:gd name="T27" fmla="*/ 2147483646 h 679"/>
              <a:gd name="T28" fmla="*/ 2147483646 w 511"/>
              <a:gd name="T29" fmla="*/ 2147483646 h 679"/>
              <a:gd name="T30" fmla="*/ 2147483646 w 511"/>
              <a:gd name="T31" fmla="*/ 2147483646 h 679"/>
              <a:gd name="T32" fmla="*/ 2147483646 w 511"/>
              <a:gd name="T33" fmla="*/ 2147483646 h 679"/>
              <a:gd name="T34" fmla="*/ 2147483646 w 511"/>
              <a:gd name="T35" fmla="*/ 2147483646 h 679"/>
              <a:gd name="T36" fmla="*/ 2147483646 w 511"/>
              <a:gd name="T37" fmla="*/ 0 h 679"/>
              <a:gd name="T38" fmla="*/ 2147483646 w 511"/>
              <a:gd name="T39" fmla="*/ 0 h 679"/>
              <a:gd name="T40" fmla="*/ 2147483646 w 511"/>
              <a:gd name="T41" fmla="*/ 0 h 679"/>
              <a:gd name="T42" fmla="*/ 2147483646 w 511"/>
              <a:gd name="T43" fmla="*/ 0 h 679"/>
              <a:gd name="T44" fmla="*/ 2147483646 w 511"/>
              <a:gd name="T45" fmla="*/ 0 h 679"/>
              <a:gd name="T46" fmla="*/ 2147483646 w 511"/>
              <a:gd name="T47" fmla="*/ 0 h 679"/>
              <a:gd name="T48" fmla="*/ 2147483646 w 511"/>
              <a:gd name="T49" fmla="*/ 0 h 679"/>
              <a:gd name="T50" fmla="*/ 2147483646 w 511"/>
              <a:gd name="T51" fmla="*/ 0 h 679"/>
              <a:gd name="T52" fmla="*/ 2147483646 w 511"/>
              <a:gd name="T53" fmla="*/ 0 h 679"/>
              <a:gd name="T54" fmla="*/ 2147483646 w 511"/>
              <a:gd name="T55" fmla="*/ 2147483646 h 679"/>
              <a:gd name="T56" fmla="*/ 2147483646 w 511"/>
              <a:gd name="T57" fmla="*/ 2147483646 h 679"/>
              <a:gd name="T58" fmla="*/ 2147483646 w 511"/>
              <a:gd name="T59" fmla="*/ 2147483646 h 679"/>
              <a:gd name="T60" fmla="*/ 2147483646 w 511"/>
              <a:gd name="T61" fmla="*/ 2147483646 h 679"/>
              <a:gd name="T62" fmla="*/ 2147483646 w 511"/>
              <a:gd name="T63" fmla="*/ 2147483646 h 679"/>
              <a:gd name="T64" fmla="*/ 2147483646 w 511"/>
              <a:gd name="T65" fmla="*/ 2147483646 h 679"/>
              <a:gd name="T66" fmla="*/ 2147483646 w 511"/>
              <a:gd name="T67" fmla="*/ 2147483646 h 679"/>
              <a:gd name="T68" fmla="*/ 2147483646 w 511"/>
              <a:gd name="T69" fmla="*/ 2147483646 h 679"/>
              <a:gd name="T70" fmla="*/ 2147483646 w 511"/>
              <a:gd name="T71" fmla="*/ 2147483646 h 679"/>
              <a:gd name="T72" fmla="*/ 2147483646 w 511"/>
              <a:gd name="T73" fmla="*/ 2147483646 h 679"/>
              <a:gd name="T74" fmla="*/ 2147483646 w 511"/>
              <a:gd name="T75" fmla="*/ 2147483646 h 679"/>
              <a:gd name="T76" fmla="*/ 2147483646 w 511"/>
              <a:gd name="T77" fmla="*/ 2147483646 h 679"/>
              <a:gd name="T78" fmla="*/ 0 w 511"/>
              <a:gd name="T79" fmla="*/ 2147483646 h 679"/>
              <a:gd name="T80" fmla="*/ 0 w 511"/>
              <a:gd name="T81" fmla="*/ 2147483646 h 679"/>
              <a:gd name="T82" fmla="*/ 0 w 511"/>
              <a:gd name="T83" fmla="*/ 2147483646 h 679"/>
              <a:gd name="T84" fmla="*/ 0 w 511"/>
              <a:gd name="T85" fmla="*/ 2147483646 h 679"/>
              <a:gd name="T86" fmla="*/ 0 w 511"/>
              <a:gd name="T87" fmla="*/ 2147483646 h 679"/>
              <a:gd name="T88" fmla="*/ 0 w 511"/>
              <a:gd name="T89" fmla="*/ 2147483646 h 679"/>
              <a:gd name="T90" fmla="*/ 0 w 511"/>
              <a:gd name="T91" fmla="*/ 2147483646 h 679"/>
              <a:gd name="T92" fmla="*/ 0 w 511"/>
              <a:gd name="T93" fmla="*/ 2147483646 h 679"/>
              <a:gd name="T94" fmla="*/ 0 w 511"/>
              <a:gd name="T95" fmla="*/ 2147483646 h 679"/>
              <a:gd name="T96" fmla="*/ 0 w 511"/>
              <a:gd name="T97" fmla="*/ 2147483646 h 679"/>
              <a:gd name="T98" fmla="*/ 0 w 511"/>
              <a:gd name="T99" fmla="*/ 2147483646 h 679"/>
              <a:gd name="T100" fmla="*/ 0 w 511"/>
              <a:gd name="T101" fmla="*/ 2147483646 h 679"/>
              <a:gd name="T102" fmla="*/ 0 w 511"/>
              <a:gd name="T103" fmla="*/ 2147483646 h 679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1" h="679">
                <a:moveTo>
                  <a:pt x="511" y="679"/>
                </a:moveTo>
                <a:lnTo>
                  <a:pt x="511" y="639"/>
                </a:lnTo>
                <a:lnTo>
                  <a:pt x="511" y="599"/>
                </a:lnTo>
                <a:lnTo>
                  <a:pt x="511" y="563"/>
                </a:lnTo>
                <a:lnTo>
                  <a:pt x="511" y="530"/>
                </a:lnTo>
                <a:lnTo>
                  <a:pt x="511" y="498"/>
                </a:lnTo>
                <a:lnTo>
                  <a:pt x="511" y="469"/>
                </a:lnTo>
                <a:lnTo>
                  <a:pt x="511" y="442"/>
                </a:lnTo>
                <a:lnTo>
                  <a:pt x="511" y="416"/>
                </a:lnTo>
                <a:lnTo>
                  <a:pt x="511" y="394"/>
                </a:lnTo>
                <a:lnTo>
                  <a:pt x="511" y="371"/>
                </a:lnTo>
                <a:lnTo>
                  <a:pt x="511" y="352"/>
                </a:lnTo>
                <a:lnTo>
                  <a:pt x="511" y="335"/>
                </a:lnTo>
                <a:lnTo>
                  <a:pt x="511" y="317"/>
                </a:lnTo>
                <a:lnTo>
                  <a:pt x="511" y="303"/>
                </a:lnTo>
                <a:lnTo>
                  <a:pt x="511" y="288"/>
                </a:lnTo>
                <a:lnTo>
                  <a:pt x="511" y="277"/>
                </a:lnTo>
                <a:lnTo>
                  <a:pt x="511" y="264"/>
                </a:lnTo>
                <a:lnTo>
                  <a:pt x="511" y="255"/>
                </a:lnTo>
                <a:lnTo>
                  <a:pt x="511" y="245"/>
                </a:lnTo>
                <a:lnTo>
                  <a:pt x="511" y="237"/>
                </a:lnTo>
                <a:lnTo>
                  <a:pt x="511" y="229"/>
                </a:lnTo>
                <a:lnTo>
                  <a:pt x="511" y="223"/>
                </a:lnTo>
                <a:lnTo>
                  <a:pt x="511" y="216"/>
                </a:lnTo>
                <a:lnTo>
                  <a:pt x="511" y="210"/>
                </a:lnTo>
                <a:lnTo>
                  <a:pt x="511" y="205"/>
                </a:lnTo>
                <a:lnTo>
                  <a:pt x="511" y="200"/>
                </a:lnTo>
                <a:lnTo>
                  <a:pt x="511" y="194"/>
                </a:lnTo>
                <a:lnTo>
                  <a:pt x="511" y="189"/>
                </a:lnTo>
                <a:lnTo>
                  <a:pt x="511" y="186"/>
                </a:lnTo>
                <a:lnTo>
                  <a:pt x="511" y="181"/>
                </a:lnTo>
                <a:lnTo>
                  <a:pt x="511" y="174"/>
                </a:lnTo>
                <a:lnTo>
                  <a:pt x="511" y="170"/>
                </a:lnTo>
                <a:lnTo>
                  <a:pt x="511" y="165"/>
                </a:lnTo>
                <a:lnTo>
                  <a:pt x="511" y="160"/>
                </a:lnTo>
                <a:lnTo>
                  <a:pt x="511" y="155"/>
                </a:lnTo>
                <a:lnTo>
                  <a:pt x="511" y="152"/>
                </a:lnTo>
                <a:lnTo>
                  <a:pt x="511" y="147"/>
                </a:lnTo>
                <a:lnTo>
                  <a:pt x="511" y="144"/>
                </a:lnTo>
                <a:lnTo>
                  <a:pt x="511" y="139"/>
                </a:lnTo>
                <a:lnTo>
                  <a:pt x="511" y="136"/>
                </a:lnTo>
                <a:lnTo>
                  <a:pt x="509" y="133"/>
                </a:lnTo>
                <a:lnTo>
                  <a:pt x="509" y="130"/>
                </a:lnTo>
                <a:lnTo>
                  <a:pt x="509" y="128"/>
                </a:lnTo>
                <a:lnTo>
                  <a:pt x="507" y="125"/>
                </a:lnTo>
                <a:lnTo>
                  <a:pt x="507" y="122"/>
                </a:lnTo>
                <a:lnTo>
                  <a:pt x="506" y="118"/>
                </a:lnTo>
                <a:lnTo>
                  <a:pt x="504" y="117"/>
                </a:lnTo>
                <a:lnTo>
                  <a:pt x="503" y="114"/>
                </a:lnTo>
                <a:lnTo>
                  <a:pt x="501" y="110"/>
                </a:lnTo>
                <a:lnTo>
                  <a:pt x="499" y="109"/>
                </a:lnTo>
                <a:lnTo>
                  <a:pt x="498" y="106"/>
                </a:lnTo>
                <a:lnTo>
                  <a:pt x="496" y="102"/>
                </a:lnTo>
                <a:lnTo>
                  <a:pt x="493" y="99"/>
                </a:lnTo>
                <a:lnTo>
                  <a:pt x="490" y="98"/>
                </a:lnTo>
                <a:lnTo>
                  <a:pt x="488" y="94"/>
                </a:lnTo>
                <a:lnTo>
                  <a:pt x="483" y="91"/>
                </a:lnTo>
                <a:lnTo>
                  <a:pt x="480" y="88"/>
                </a:lnTo>
                <a:lnTo>
                  <a:pt x="477" y="83"/>
                </a:lnTo>
                <a:lnTo>
                  <a:pt x="472" y="80"/>
                </a:lnTo>
                <a:lnTo>
                  <a:pt x="469" y="75"/>
                </a:lnTo>
                <a:lnTo>
                  <a:pt x="464" y="72"/>
                </a:lnTo>
                <a:lnTo>
                  <a:pt x="458" y="67"/>
                </a:lnTo>
                <a:lnTo>
                  <a:pt x="453" y="62"/>
                </a:lnTo>
                <a:lnTo>
                  <a:pt x="447" y="58"/>
                </a:lnTo>
                <a:lnTo>
                  <a:pt x="442" y="51"/>
                </a:lnTo>
                <a:lnTo>
                  <a:pt x="435" y="46"/>
                </a:lnTo>
                <a:lnTo>
                  <a:pt x="431" y="43"/>
                </a:lnTo>
                <a:lnTo>
                  <a:pt x="426" y="38"/>
                </a:lnTo>
                <a:lnTo>
                  <a:pt x="421" y="35"/>
                </a:lnTo>
                <a:lnTo>
                  <a:pt x="418" y="30"/>
                </a:lnTo>
                <a:lnTo>
                  <a:pt x="413" y="27"/>
                </a:lnTo>
                <a:lnTo>
                  <a:pt x="410" y="24"/>
                </a:lnTo>
                <a:lnTo>
                  <a:pt x="407" y="21"/>
                </a:lnTo>
                <a:lnTo>
                  <a:pt x="402" y="19"/>
                </a:lnTo>
                <a:lnTo>
                  <a:pt x="399" y="16"/>
                </a:lnTo>
                <a:lnTo>
                  <a:pt x="395" y="14"/>
                </a:lnTo>
                <a:lnTo>
                  <a:pt x="392" y="13"/>
                </a:lnTo>
                <a:lnTo>
                  <a:pt x="389" y="11"/>
                </a:lnTo>
                <a:lnTo>
                  <a:pt x="387" y="10"/>
                </a:lnTo>
                <a:lnTo>
                  <a:pt x="384" y="8"/>
                </a:lnTo>
                <a:lnTo>
                  <a:pt x="381" y="6"/>
                </a:lnTo>
                <a:lnTo>
                  <a:pt x="378" y="5"/>
                </a:lnTo>
                <a:lnTo>
                  <a:pt x="375" y="5"/>
                </a:lnTo>
                <a:lnTo>
                  <a:pt x="371" y="3"/>
                </a:lnTo>
                <a:lnTo>
                  <a:pt x="368" y="3"/>
                </a:lnTo>
                <a:lnTo>
                  <a:pt x="365" y="2"/>
                </a:lnTo>
                <a:lnTo>
                  <a:pt x="362" y="2"/>
                </a:lnTo>
                <a:lnTo>
                  <a:pt x="357" y="2"/>
                </a:lnTo>
                <a:lnTo>
                  <a:pt x="354" y="2"/>
                </a:lnTo>
                <a:lnTo>
                  <a:pt x="349" y="0"/>
                </a:lnTo>
                <a:lnTo>
                  <a:pt x="346" y="0"/>
                </a:lnTo>
                <a:lnTo>
                  <a:pt x="341" y="0"/>
                </a:lnTo>
                <a:lnTo>
                  <a:pt x="336" y="0"/>
                </a:lnTo>
                <a:lnTo>
                  <a:pt x="331" y="0"/>
                </a:lnTo>
                <a:lnTo>
                  <a:pt x="325" y="0"/>
                </a:lnTo>
                <a:lnTo>
                  <a:pt x="320" y="0"/>
                </a:lnTo>
                <a:lnTo>
                  <a:pt x="314" y="0"/>
                </a:lnTo>
                <a:lnTo>
                  <a:pt x="309" y="0"/>
                </a:lnTo>
                <a:lnTo>
                  <a:pt x="303" y="0"/>
                </a:lnTo>
                <a:lnTo>
                  <a:pt x="298" y="0"/>
                </a:lnTo>
                <a:lnTo>
                  <a:pt x="295" y="0"/>
                </a:lnTo>
                <a:lnTo>
                  <a:pt x="290" y="0"/>
                </a:lnTo>
                <a:lnTo>
                  <a:pt x="285" y="0"/>
                </a:lnTo>
                <a:lnTo>
                  <a:pt x="282" y="0"/>
                </a:lnTo>
                <a:lnTo>
                  <a:pt x="279" y="0"/>
                </a:lnTo>
                <a:lnTo>
                  <a:pt x="275" y="0"/>
                </a:lnTo>
                <a:lnTo>
                  <a:pt x="272" y="0"/>
                </a:lnTo>
                <a:lnTo>
                  <a:pt x="269" y="0"/>
                </a:lnTo>
                <a:lnTo>
                  <a:pt x="266" y="0"/>
                </a:lnTo>
                <a:lnTo>
                  <a:pt x="263" y="0"/>
                </a:lnTo>
                <a:lnTo>
                  <a:pt x="259" y="0"/>
                </a:lnTo>
                <a:lnTo>
                  <a:pt x="256" y="0"/>
                </a:lnTo>
                <a:lnTo>
                  <a:pt x="253" y="0"/>
                </a:lnTo>
                <a:lnTo>
                  <a:pt x="250" y="0"/>
                </a:lnTo>
                <a:lnTo>
                  <a:pt x="247" y="0"/>
                </a:lnTo>
                <a:lnTo>
                  <a:pt x="243" y="0"/>
                </a:lnTo>
                <a:lnTo>
                  <a:pt x="240" y="0"/>
                </a:lnTo>
                <a:lnTo>
                  <a:pt x="237" y="0"/>
                </a:lnTo>
                <a:lnTo>
                  <a:pt x="234" y="0"/>
                </a:lnTo>
                <a:lnTo>
                  <a:pt x="231" y="0"/>
                </a:lnTo>
                <a:lnTo>
                  <a:pt x="226" y="0"/>
                </a:lnTo>
                <a:lnTo>
                  <a:pt x="223" y="0"/>
                </a:lnTo>
                <a:lnTo>
                  <a:pt x="218" y="0"/>
                </a:lnTo>
                <a:lnTo>
                  <a:pt x="213" y="0"/>
                </a:lnTo>
                <a:lnTo>
                  <a:pt x="208" y="0"/>
                </a:lnTo>
                <a:lnTo>
                  <a:pt x="203" y="0"/>
                </a:lnTo>
                <a:lnTo>
                  <a:pt x="199" y="0"/>
                </a:lnTo>
                <a:lnTo>
                  <a:pt x="192" y="0"/>
                </a:lnTo>
                <a:lnTo>
                  <a:pt x="186" y="0"/>
                </a:lnTo>
                <a:lnTo>
                  <a:pt x="181" y="0"/>
                </a:lnTo>
                <a:lnTo>
                  <a:pt x="176" y="0"/>
                </a:lnTo>
                <a:lnTo>
                  <a:pt x="171" y="0"/>
                </a:lnTo>
                <a:lnTo>
                  <a:pt x="167" y="0"/>
                </a:lnTo>
                <a:lnTo>
                  <a:pt x="162" y="0"/>
                </a:lnTo>
                <a:lnTo>
                  <a:pt x="159" y="2"/>
                </a:lnTo>
                <a:lnTo>
                  <a:pt x="154" y="2"/>
                </a:lnTo>
                <a:lnTo>
                  <a:pt x="151" y="2"/>
                </a:lnTo>
                <a:lnTo>
                  <a:pt x="147" y="2"/>
                </a:lnTo>
                <a:lnTo>
                  <a:pt x="144" y="3"/>
                </a:lnTo>
                <a:lnTo>
                  <a:pt x="141" y="3"/>
                </a:lnTo>
                <a:lnTo>
                  <a:pt x="138" y="5"/>
                </a:lnTo>
                <a:lnTo>
                  <a:pt x="135" y="5"/>
                </a:lnTo>
                <a:lnTo>
                  <a:pt x="131" y="6"/>
                </a:lnTo>
                <a:lnTo>
                  <a:pt x="128" y="8"/>
                </a:lnTo>
                <a:lnTo>
                  <a:pt x="125" y="10"/>
                </a:lnTo>
                <a:lnTo>
                  <a:pt x="122" y="11"/>
                </a:lnTo>
                <a:lnTo>
                  <a:pt x="119" y="13"/>
                </a:lnTo>
                <a:lnTo>
                  <a:pt x="115" y="14"/>
                </a:lnTo>
                <a:lnTo>
                  <a:pt x="112" y="16"/>
                </a:lnTo>
                <a:lnTo>
                  <a:pt x="109" y="19"/>
                </a:lnTo>
                <a:lnTo>
                  <a:pt x="106" y="21"/>
                </a:lnTo>
                <a:lnTo>
                  <a:pt x="102" y="24"/>
                </a:lnTo>
                <a:lnTo>
                  <a:pt x="99" y="27"/>
                </a:lnTo>
                <a:lnTo>
                  <a:pt x="94" y="30"/>
                </a:lnTo>
                <a:lnTo>
                  <a:pt x="90" y="35"/>
                </a:lnTo>
                <a:lnTo>
                  <a:pt x="86" y="38"/>
                </a:lnTo>
                <a:lnTo>
                  <a:pt x="80" y="43"/>
                </a:lnTo>
                <a:lnTo>
                  <a:pt x="75" y="46"/>
                </a:lnTo>
                <a:lnTo>
                  <a:pt x="70" y="51"/>
                </a:lnTo>
                <a:lnTo>
                  <a:pt x="64" y="58"/>
                </a:lnTo>
                <a:lnTo>
                  <a:pt x="59" y="62"/>
                </a:lnTo>
                <a:lnTo>
                  <a:pt x="53" y="67"/>
                </a:lnTo>
                <a:lnTo>
                  <a:pt x="48" y="72"/>
                </a:lnTo>
                <a:lnTo>
                  <a:pt x="43" y="75"/>
                </a:lnTo>
                <a:lnTo>
                  <a:pt x="38" y="80"/>
                </a:lnTo>
                <a:lnTo>
                  <a:pt x="35" y="83"/>
                </a:lnTo>
                <a:lnTo>
                  <a:pt x="30" y="88"/>
                </a:lnTo>
                <a:lnTo>
                  <a:pt x="27" y="91"/>
                </a:lnTo>
                <a:lnTo>
                  <a:pt x="24" y="94"/>
                </a:lnTo>
                <a:lnTo>
                  <a:pt x="21" y="98"/>
                </a:lnTo>
                <a:lnTo>
                  <a:pt x="19" y="99"/>
                </a:lnTo>
                <a:lnTo>
                  <a:pt x="16" y="102"/>
                </a:lnTo>
                <a:lnTo>
                  <a:pt x="14" y="106"/>
                </a:lnTo>
                <a:lnTo>
                  <a:pt x="13" y="109"/>
                </a:lnTo>
                <a:lnTo>
                  <a:pt x="10" y="110"/>
                </a:lnTo>
                <a:lnTo>
                  <a:pt x="8" y="114"/>
                </a:lnTo>
                <a:lnTo>
                  <a:pt x="8" y="117"/>
                </a:lnTo>
                <a:lnTo>
                  <a:pt x="6" y="118"/>
                </a:lnTo>
                <a:lnTo>
                  <a:pt x="5" y="122"/>
                </a:lnTo>
                <a:lnTo>
                  <a:pt x="5" y="125"/>
                </a:lnTo>
                <a:lnTo>
                  <a:pt x="3" y="128"/>
                </a:lnTo>
                <a:lnTo>
                  <a:pt x="3" y="130"/>
                </a:lnTo>
                <a:lnTo>
                  <a:pt x="2" y="133"/>
                </a:lnTo>
                <a:lnTo>
                  <a:pt x="2" y="136"/>
                </a:lnTo>
                <a:lnTo>
                  <a:pt x="2" y="139"/>
                </a:lnTo>
                <a:lnTo>
                  <a:pt x="2" y="144"/>
                </a:lnTo>
                <a:lnTo>
                  <a:pt x="2" y="147"/>
                </a:lnTo>
                <a:lnTo>
                  <a:pt x="2" y="152"/>
                </a:lnTo>
                <a:lnTo>
                  <a:pt x="2" y="155"/>
                </a:lnTo>
                <a:lnTo>
                  <a:pt x="0" y="160"/>
                </a:lnTo>
                <a:lnTo>
                  <a:pt x="0" y="165"/>
                </a:lnTo>
                <a:lnTo>
                  <a:pt x="0" y="170"/>
                </a:lnTo>
                <a:lnTo>
                  <a:pt x="0" y="174"/>
                </a:lnTo>
                <a:lnTo>
                  <a:pt x="0" y="179"/>
                </a:lnTo>
                <a:lnTo>
                  <a:pt x="0" y="184"/>
                </a:lnTo>
                <a:lnTo>
                  <a:pt x="0" y="189"/>
                </a:lnTo>
                <a:lnTo>
                  <a:pt x="0" y="194"/>
                </a:lnTo>
                <a:lnTo>
                  <a:pt x="0" y="197"/>
                </a:lnTo>
                <a:lnTo>
                  <a:pt x="0" y="200"/>
                </a:lnTo>
                <a:lnTo>
                  <a:pt x="0" y="203"/>
                </a:lnTo>
                <a:lnTo>
                  <a:pt x="0" y="207"/>
                </a:lnTo>
                <a:lnTo>
                  <a:pt x="0" y="210"/>
                </a:lnTo>
                <a:lnTo>
                  <a:pt x="0" y="213"/>
                </a:lnTo>
                <a:lnTo>
                  <a:pt x="0" y="216"/>
                </a:lnTo>
                <a:lnTo>
                  <a:pt x="0" y="219"/>
                </a:lnTo>
                <a:lnTo>
                  <a:pt x="0" y="221"/>
                </a:lnTo>
                <a:lnTo>
                  <a:pt x="0" y="224"/>
                </a:lnTo>
                <a:lnTo>
                  <a:pt x="0" y="227"/>
                </a:lnTo>
                <a:lnTo>
                  <a:pt x="0" y="229"/>
                </a:lnTo>
                <a:lnTo>
                  <a:pt x="0" y="232"/>
                </a:lnTo>
                <a:lnTo>
                  <a:pt x="0" y="235"/>
                </a:lnTo>
                <a:lnTo>
                  <a:pt x="0" y="237"/>
                </a:lnTo>
                <a:lnTo>
                  <a:pt x="0" y="240"/>
                </a:lnTo>
                <a:lnTo>
                  <a:pt x="0" y="243"/>
                </a:lnTo>
                <a:lnTo>
                  <a:pt x="0" y="247"/>
                </a:lnTo>
                <a:lnTo>
                  <a:pt x="0" y="250"/>
                </a:lnTo>
                <a:lnTo>
                  <a:pt x="0" y="253"/>
                </a:lnTo>
                <a:lnTo>
                  <a:pt x="0" y="256"/>
                </a:lnTo>
                <a:lnTo>
                  <a:pt x="0" y="261"/>
                </a:lnTo>
                <a:lnTo>
                  <a:pt x="0" y="264"/>
                </a:lnTo>
                <a:lnTo>
                  <a:pt x="0" y="269"/>
                </a:lnTo>
                <a:lnTo>
                  <a:pt x="0" y="274"/>
                </a:lnTo>
                <a:lnTo>
                  <a:pt x="0" y="279"/>
                </a:lnTo>
                <a:lnTo>
                  <a:pt x="0" y="283"/>
                </a:lnTo>
                <a:lnTo>
                  <a:pt x="0" y="288"/>
                </a:lnTo>
                <a:lnTo>
                  <a:pt x="0" y="293"/>
                </a:lnTo>
                <a:lnTo>
                  <a:pt x="0" y="298"/>
                </a:lnTo>
                <a:lnTo>
                  <a:pt x="0" y="303"/>
                </a:lnTo>
                <a:lnTo>
                  <a:pt x="0" y="307"/>
                </a:lnTo>
                <a:lnTo>
                  <a:pt x="0" y="312"/>
                </a:lnTo>
                <a:lnTo>
                  <a:pt x="0" y="317"/>
                </a:lnTo>
                <a:lnTo>
                  <a:pt x="0" y="322"/>
                </a:lnTo>
                <a:lnTo>
                  <a:pt x="0" y="327"/>
                </a:lnTo>
                <a:lnTo>
                  <a:pt x="0" y="331"/>
                </a:lnTo>
                <a:lnTo>
                  <a:pt x="0" y="338"/>
                </a:lnTo>
                <a:lnTo>
                  <a:pt x="0" y="344"/>
                </a:lnTo>
                <a:lnTo>
                  <a:pt x="0" y="351"/>
                </a:lnTo>
                <a:lnTo>
                  <a:pt x="0" y="359"/>
                </a:lnTo>
                <a:lnTo>
                  <a:pt x="0" y="367"/>
                </a:lnTo>
                <a:lnTo>
                  <a:pt x="0" y="375"/>
                </a:lnTo>
                <a:lnTo>
                  <a:pt x="0" y="384"/>
                </a:lnTo>
                <a:lnTo>
                  <a:pt x="0" y="395"/>
                </a:lnTo>
                <a:lnTo>
                  <a:pt x="0" y="407"/>
                </a:lnTo>
                <a:lnTo>
                  <a:pt x="0" y="419"/>
                </a:lnTo>
                <a:lnTo>
                  <a:pt x="0" y="434"/>
                </a:lnTo>
                <a:lnTo>
                  <a:pt x="0" y="448"/>
                </a:lnTo>
                <a:lnTo>
                  <a:pt x="0" y="464"/>
                </a:lnTo>
                <a:lnTo>
                  <a:pt x="0" y="482"/>
                </a:lnTo>
                <a:lnTo>
                  <a:pt x="0" y="501"/>
                </a:lnTo>
                <a:lnTo>
                  <a:pt x="0" y="522"/>
                </a:lnTo>
                <a:lnTo>
                  <a:pt x="0" y="543"/>
                </a:lnTo>
                <a:lnTo>
                  <a:pt x="0" y="567"/>
                </a:lnTo>
                <a:lnTo>
                  <a:pt x="0" y="592"/>
                </a:lnTo>
                <a:lnTo>
                  <a:pt x="0" y="619"/>
                </a:lnTo>
                <a:lnTo>
                  <a:pt x="0" y="648"/>
                </a:lnTo>
                <a:lnTo>
                  <a:pt x="0" y="6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6" name="Line 53">
            <a:extLst>
              <a:ext uri="{FF2B5EF4-FFF2-40B4-BE49-F238E27FC236}">
                <a16:creationId xmlns:a16="http://schemas.microsoft.com/office/drawing/2014/main" id="{D4E14379-979F-4565-9F8A-CBEFB198C8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0388" y="1978025"/>
            <a:ext cx="1587" cy="1481138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7" name="Freeform 54">
            <a:extLst>
              <a:ext uri="{FF2B5EF4-FFF2-40B4-BE49-F238E27FC236}">
                <a16:creationId xmlns:a16="http://schemas.microsoft.com/office/drawing/2014/main" id="{AC3A858F-D4FC-4061-9AFA-84D164E235E7}"/>
              </a:ext>
            </a:extLst>
          </p:cNvPr>
          <p:cNvSpPr>
            <a:spLocks/>
          </p:cNvSpPr>
          <p:nvPr/>
        </p:nvSpPr>
        <p:spPr bwMode="auto">
          <a:xfrm>
            <a:off x="3262313" y="3402013"/>
            <a:ext cx="446087" cy="593725"/>
          </a:xfrm>
          <a:custGeom>
            <a:avLst/>
            <a:gdLst>
              <a:gd name="T0" fmla="*/ 2147483646 w 511"/>
              <a:gd name="T1" fmla="*/ 2147483646 h 681"/>
              <a:gd name="T2" fmla="*/ 2147483646 w 511"/>
              <a:gd name="T3" fmla="*/ 2147483646 h 681"/>
              <a:gd name="T4" fmla="*/ 2147483646 w 511"/>
              <a:gd name="T5" fmla="*/ 2147483646 h 681"/>
              <a:gd name="T6" fmla="*/ 2147483646 w 511"/>
              <a:gd name="T7" fmla="*/ 2147483646 h 681"/>
              <a:gd name="T8" fmla="*/ 2147483646 w 511"/>
              <a:gd name="T9" fmla="*/ 2147483646 h 681"/>
              <a:gd name="T10" fmla="*/ 2147483646 w 511"/>
              <a:gd name="T11" fmla="*/ 2147483646 h 681"/>
              <a:gd name="T12" fmla="*/ 2147483646 w 511"/>
              <a:gd name="T13" fmla="*/ 2147483646 h 681"/>
              <a:gd name="T14" fmla="*/ 2147483646 w 511"/>
              <a:gd name="T15" fmla="*/ 2147483646 h 681"/>
              <a:gd name="T16" fmla="*/ 2147483646 w 511"/>
              <a:gd name="T17" fmla="*/ 2147483646 h 681"/>
              <a:gd name="T18" fmla="*/ 2147483646 w 511"/>
              <a:gd name="T19" fmla="*/ 2147483646 h 681"/>
              <a:gd name="T20" fmla="*/ 2147483646 w 511"/>
              <a:gd name="T21" fmla="*/ 2147483646 h 681"/>
              <a:gd name="T22" fmla="*/ 2147483646 w 511"/>
              <a:gd name="T23" fmla="*/ 2147483646 h 681"/>
              <a:gd name="T24" fmla="*/ 2147483646 w 511"/>
              <a:gd name="T25" fmla="*/ 2147483646 h 681"/>
              <a:gd name="T26" fmla="*/ 2147483646 w 511"/>
              <a:gd name="T27" fmla="*/ 2147483646 h 681"/>
              <a:gd name="T28" fmla="*/ 2147483646 w 511"/>
              <a:gd name="T29" fmla="*/ 2147483646 h 681"/>
              <a:gd name="T30" fmla="*/ 2147483646 w 511"/>
              <a:gd name="T31" fmla="*/ 2147483646 h 681"/>
              <a:gd name="T32" fmla="*/ 2147483646 w 511"/>
              <a:gd name="T33" fmla="*/ 2147483646 h 681"/>
              <a:gd name="T34" fmla="*/ 2147483646 w 511"/>
              <a:gd name="T35" fmla="*/ 2147483646 h 681"/>
              <a:gd name="T36" fmla="*/ 2147483646 w 511"/>
              <a:gd name="T37" fmla="*/ 0 h 681"/>
              <a:gd name="T38" fmla="*/ 2147483646 w 511"/>
              <a:gd name="T39" fmla="*/ 0 h 681"/>
              <a:gd name="T40" fmla="*/ 2147483646 w 511"/>
              <a:gd name="T41" fmla="*/ 0 h 681"/>
              <a:gd name="T42" fmla="*/ 2147483646 w 511"/>
              <a:gd name="T43" fmla="*/ 0 h 681"/>
              <a:gd name="T44" fmla="*/ 2147483646 w 511"/>
              <a:gd name="T45" fmla="*/ 0 h 681"/>
              <a:gd name="T46" fmla="*/ 2147483646 w 511"/>
              <a:gd name="T47" fmla="*/ 0 h 681"/>
              <a:gd name="T48" fmla="*/ 2147483646 w 511"/>
              <a:gd name="T49" fmla="*/ 0 h 681"/>
              <a:gd name="T50" fmla="*/ 2147483646 w 511"/>
              <a:gd name="T51" fmla="*/ 0 h 681"/>
              <a:gd name="T52" fmla="*/ 2147483646 w 511"/>
              <a:gd name="T53" fmla="*/ 0 h 681"/>
              <a:gd name="T54" fmla="*/ 2147483646 w 511"/>
              <a:gd name="T55" fmla="*/ 0 h 681"/>
              <a:gd name="T56" fmla="*/ 2147483646 w 511"/>
              <a:gd name="T57" fmla="*/ 2147483646 h 681"/>
              <a:gd name="T58" fmla="*/ 2147483646 w 511"/>
              <a:gd name="T59" fmla="*/ 2147483646 h 681"/>
              <a:gd name="T60" fmla="*/ 2147483646 w 511"/>
              <a:gd name="T61" fmla="*/ 2147483646 h 681"/>
              <a:gd name="T62" fmla="*/ 2147483646 w 511"/>
              <a:gd name="T63" fmla="*/ 2147483646 h 681"/>
              <a:gd name="T64" fmla="*/ 2147483646 w 511"/>
              <a:gd name="T65" fmla="*/ 2147483646 h 681"/>
              <a:gd name="T66" fmla="*/ 2147483646 w 511"/>
              <a:gd name="T67" fmla="*/ 2147483646 h 681"/>
              <a:gd name="T68" fmla="*/ 2147483646 w 511"/>
              <a:gd name="T69" fmla="*/ 2147483646 h 681"/>
              <a:gd name="T70" fmla="*/ 2147483646 w 511"/>
              <a:gd name="T71" fmla="*/ 2147483646 h 681"/>
              <a:gd name="T72" fmla="*/ 2147483646 w 511"/>
              <a:gd name="T73" fmla="*/ 2147483646 h 681"/>
              <a:gd name="T74" fmla="*/ 2147483646 w 511"/>
              <a:gd name="T75" fmla="*/ 2147483646 h 681"/>
              <a:gd name="T76" fmla="*/ 2147483646 w 511"/>
              <a:gd name="T77" fmla="*/ 2147483646 h 681"/>
              <a:gd name="T78" fmla="*/ 0 w 511"/>
              <a:gd name="T79" fmla="*/ 2147483646 h 681"/>
              <a:gd name="T80" fmla="*/ 0 w 511"/>
              <a:gd name="T81" fmla="*/ 2147483646 h 681"/>
              <a:gd name="T82" fmla="*/ 0 w 511"/>
              <a:gd name="T83" fmla="*/ 2147483646 h 681"/>
              <a:gd name="T84" fmla="*/ 0 w 511"/>
              <a:gd name="T85" fmla="*/ 2147483646 h 681"/>
              <a:gd name="T86" fmla="*/ 0 w 511"/>
              <a:gd name="T87" fmla="*/ 2147483646 h 681"/>
              <a:gd name="T88" fmla="*/ 0 w 511"/>
              <a:gd name="T89" fmla="*/ 2147483646 h 681"/>
              <a:gd name="T90" fmla="*/ 0 w 511"/>
              <a:gd name="T91" fmla="*/ 2147483646 h 681"/>
              <a:gd name="T92" fmla="*/ 0 w 511"/>
              <a:gd name="T93" fmla="*/ 2147483646 h 681"/>
              <a:gd name="T94" fmla="*/ 0 w 511"/>
              <a:gd name="T95" fmla="*/ 2147483646 h 681"/>
              <a:gd name="T96" fmla="*/ 0 w 511"/>
              <a:gd name="T97" fmla="*/ 2147483646 h 681"/>
              <a:gd name="T98" fmla="*/ 0 w 511"/>
              <a:gd name="T99" fmla="*/ 2147483646 h 681"/>
              <a:gd name="T100" fmla="*/ 0 w 511"/>
              <a:gd name="T101" fmla="*/ 2147483646 h 681"/>
              <a:gd name="T102" fmla="*/ 0 w 511"/>
              <a:gd name="T103" fmla="*/ 2147483646 h 68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1" h="681">
                <a:moveTo>
                  <a:pt x="511" y="681"/>
                </a:moveTo>
                <a:lnTo>
                  <a:pt x="511" y="639"/>
                </a:lnTo>
                <a:lnTo>
                  <a:pt x="511" y="601"/>
                </a:lnTo>
                <a:lnTo>
                  <a:pt x="511" y="565"/>
                </a:lnTo>
                <a:lnTo>
                  <a:pt x="511" y="532"/>
                </a:lnTo>
                <a:lnTo>
                  <a:pt x="511" y="500"/>
                </a:lnTo>
                <a:lnTo>
                  <a:pt x="511" y="471"/>
                </a:lnTo>
                <a:lnTo>
                  <a:pt x="511" y="444"/>
                </a:lnTo>
                <a:lnTo>
                  <a:pt x="511" y="418"/>
                </a:lnTo>
                <a:lnTo>
                  <a:pt x="511" y="394"/>
                </a:lnTo>
                <a:lnTo>
                  <a:pt x="511" y="373"/>
                </a:lnTo>
                <a:lnTo>
                  <a:pt x="511" y="353"/>
                </a:lnTo>
                <a:lnTo>
                  <a:pt x="511" y="335"/>
                </a:lnTo>
                <a:lnTo>
                  <a:pt x="511" y="319"/>
                </a:lnTo>
                <a:lnTo>
                  <a:pt x="511" y="303"/>
                </a:lnTo>
                <a:lnTo>
                  <a:pt x="511" y="290"/>
                </a:lnTo>
                <a:lnTo>
                  <a:pt x="511" y="277"/>
                </a:lnTo>
                <a:lnTo>
                  <a:pt x="511" y="266"/>
                </a:lnTo>
                <a:lnTo>
                  <a:pt x="511" y="255"/>
                </a:lnTo>
                <a:lnTo>
                  <a:pt x="511" y="245"/>
                </a:lnTo>
                <a:lnTo>
                  <a:pt x="511" y="237"/>
                </a:lnTo>
                <a:lnTo>
                  <a:pt x="511" y="229"/>
                </a:lnTo>
                <a:lnTo>
                  <a:pt x="511" y="223"/>
                </a:lnTo>
                <a:lnTo>
                  <a:pt x="511" y="217"/>
                </a:lnTo>
                <a:lnTo>
                  <a:pt x="511" y="210"/>
                </a:lnTo>
                <a:lnTo>
                  <a:pt x="511" y="205"/>
                </a:lnTo>
                <a:lnTo>
                  <a:pt x="511" y="201"/>
                </a:lnTo>
                <a:lnTo>
                  <a:pt x="511" y="196"/>
                </a:lnTo>
                <a:lnTo>
                  <a:pt x="511" y="191"/>
                </a:lnTo>
                <a:lnTo>
                  <a:pt x="511" y="186"/>
                </a:lnTo>
                <a:lnTo>
                  <a:pt x="511" y="181"/>
                </a:lnTo>
                <a:lnTo>
                  <a:pt x="511" y="176"/>
                </a:lnTo>
                <a:lnTo>
                  <a:pt x="511" y="170"/>
                </a:lnTo>
                <a:lnTo>
                  <a:pt x="511" y="165"/>
                </a:lnTo>
                <a:lnTo>
                  <a:pt x="511" y="160"/>
                </a:lnTo>
                <a:lnTo>
                  <a:pt x="511" y="156"/>
                </a:lnTo>
                <a:lnTo>
                  <a:pt x="511" y="152"/>
                </a:lnTo>
                <a:lnTo>
                  <a:pt x="511" y="148"/>
                </a:lnTo>
                <a:lnTo>
                  <a:pt x="511" y="144"/>
                </a:lnTo>
                <a:lnTo>
                  <a:pt x="511" y="140"/>
                </a:lnTo>
                <a:lnTo>
                  <a:pt x="511" y="136"/>
                </a:lnTo>
                <a:lnTo>
                  <a:pt x="509" y="133"/>
                </a:lnTo>
                <a:lnTo>
                  <a:pt x="509" y="130"/>
                </a:lnTo>
                <a:lnTo>
                  <a:pt x="509" y="127"/>
                </a:lnTo>
                <a:lnTo>
                  <a:pt x="507" y="125"/>
                </a:lnTo>
                <a:lnTo>
                  <a:pt x="507" y="122"/>
                </a:lnTo>
                <a:lnTo>
                  <a:pt x="506" y="119"/>
                </a:lnTo>
                <a:lnTo>
                  <a:pt x="504" y="117"/>
                </a:lnTo>
                <a:lnTo>
                  <a:pt x="503" y="114"/>
                </a:lnTo>
                <a:lnTo>
                  <a:pt x="501" y="111"/>
                </a:lnTo>
                <a:lnTo>
                  <a:pt x="499" y="109"/>
                </a:lnTo>
                <a:lnTo>
                  <a:pt x="498" y="106"/>
                </a:lnTo>
                <a:lnTo>
                  <a:pt x="496" y="103"/>
                </a:lnTo>
                <a:lnTo>
                  <a:pt x="493" y="100"/>
                </a:lnTo>
                <a:lnTo>
                  <a:pt x="490" y="96"/>
                </a:lnTo>
                <a:lnTo>
                  <a:pt x="488" y="93"/>
                </a:lnTo>
                <a:lnTo>
                  <a:pt x="483" y="90"/>
                </a:lnTo>
                <a:lnTo>
                  <a:pt x="480" y="87"/>
                </a:lnTo>
                <a:lnTo>
                  <a:pt x="477" y="84"/>
                </a:lnTo>
                <a:lnTo>
                  <a:pt x="472" y="80"/>
                </a:lnTo>
                <a:lnTo>
                  <a:pt x="469" y="76"/>
                </a:lnTo>
                <a:lnTo>
                  <a:pt x="464" y="72"/>
                </a:lnTo>
                <a:lnTo>
                  <a:pt x="458" y="68"/>
                </a:lnTo>
                <a:lnTo>
                  <a:pt x="453" y="63"/>
                </a:lnTo>
                <a:lnTo>
                  <a:pt x="447" y="56"/>
                </a:lnTo>
                <a:lnTo>
                  <a:pt x="442" y="52"/>
                </a:lnTo>
                <a:lnTo>
                  <a:pt x="435" y="47"/>
                </a:lnTo>
                <a:lnTo>
                  <a:pt x="431" y="42"/>
                </a:lnTo>
                <a:lnTo>
                  <a:pt x="426" y="39"/>
                </a:lnTo>
                <a:lnTo>
                  <a:pt x="421" y="34"/>
                </a:lnTo>
                <a:lnTo>
                  <a:pt x="418" y="31"/>
                </a:lnTo>
                <a:lnTo>
                  <a:pt x="413" y="28"/>
                </a:lnTo>
                <a:lnTo>
                  <a:pt x="410" y="24"/>
                </a:lnTo>
                <a:lnTo>
                  <a:pt x="407" y="21"/>
                </a:lnTo>
                <a:lnTo>
                  <a:pt x="402" y="20"/>
                </a:lnTo>
                <a:lnTo>
                  <a:pt x="399" y="16"/>
                </a:lnTo>
                <a:lnTo>
                  <a:pt x="395" y="15"/>
                </a:lnTo>
                <a:lnTo>
                  <a:pt x="392" y="12"/>
                </a:lnTo>
                <a:lnTo>
                  <a:pt x="389" y="10"/>
                </a:lnTo>
                <a:lnTo>
                  <a:pt x="387" y="8"/>
                </a:lnTo>
                <a:lnTo>
                  <a:pt x="384" y="7"/>
                </a:lnTo>
                <a:lnTo>
                  <a:pt x="381" y="7"/>
                </a:lnTo>
                <a:lnTo>
                  <a:pt x="378" y="5"/>
                </a:lnTo>
                <a:lnTo>
                  <a:pt x="375" y="4"/>
                </a:lnTo>
                <a:lnTo>
                  <a:pt x="371" y="4"/>
                </a:lnTo>
                <a:lnTo>
                  <a:pt x="368" y="2"/>
                </a:lnTo>
                <a:lnTo>
                  <a:pt x="365" y="2"/>
                </a:lnTo>
                <a:lnTo>
                  <a:pt x="362" y="2"/>
                </a:lnTo>
                <a:lnTo>
                  <a:pt x="357" y="2"/>
                </a:lnTo>
                <a:lnTo>
                  <a:pt x="354" y="0"/>
                </a:lnTo>
                <a:lnTo>
                  <a:pt x="349" y="0"/>
                </a:lnTo>
                <a:lnTo>
                  <a:pt x="346" y="0"/>
                </a:lnTo>
                <a:lnTo>
                  <a:pt x="341" y="0"/>
                </a:lnTo>
                <a:lnTo>
                  <a:pt x="336" y="0"/>
                </a:lnTo>
                <a:lnTo>
                  <a:pt x="331" y="0"/>
                </a:lnTo>
                <a:lnTo>
                  <a:pt x="325" y="0"/>
                </a:lnTo>
                <a:lnTo>
                  <a:pt x="320" y="0"/>
                </a:lnTo>
                <a:lnTo>
                  <a:pt x="314" y="0"/>
                </a:lnTo>
                <a:lnTo>
                  <a:pt x="309" y="0"/>
                </a:lnTo>
                <a:lnTo>
                  <a:pt x="303" y="0"/>
                </a:lnTo>
                <a:lnTo>
                  <a:pt x="298" y="0"/>
                </a:lnTo>
                <a:lnTo>
                  <a:pt x="295" y="0"/>
                </a:lnTo>
                <a:lnTo>
                  <a:pt x="290" y="0"/>
                </a:lnTo>
                <a:lnTo>
                  <a:pt x="285" y="0"/>
                </a:lnTo>
                <a:lnTo>
                  <a:pt x="282" y="0"/>
                </a:lnTo>
                <a:lnTo>
                  <a:pt x="279" y="0"/>
                </a:lnTo>
                <a:lnTo>
                  <a:pt x="275" y="0"/>
                </a:lnTo>
                <a:lnTo>
                  <a:pt x="272" y="0"/>
                </a:lnTo>
                <a:lnTo>
                  <a:pt x="269" y="0"/>
                </a:lnTo>
                <a:lnTo>
                  <a:pt x="266" y="0"/>
                </a:lnTo>
                <a:lnTo>
                  <a:pt x="263" y="0"/>
                </a:lnTo>
                <a:lnTo>
                  <a:pt x="259" y="0"/>
                </a:lnTo>
                <a:lnTo>
                  <a:pt x="256" y="0"/>
                </a:lnTo>
                <a:lnTo>
                  <a:pt x="253" y="0"/>
                </a:lnTo>
                <a:lnTo>
                  <a:pt x="250" y="0"/>
                </a:lnTo>
                <a:lnTo>
                  <a:pt x="247" y="0"/>
                </a:lnTo>
                <a:lnTo>
                  <a:pt x="243" y="0"/>
                </a:lnTo>
                <a:lnTo>
                  <a:pt x="240" y="0"/>
                </a:lnTo>
                <a:lnTo>
                  <a:pt x="237" y="0"/>
                </a:lnTo>
                <a:lnTo>
                  <a:pt x="234" y="0"/>
                </a:lnTo>
                <a:lnTo>
                  <a:pt x="231" y="0"/>
                </a:lnTo>
                <a:lnTo>
                  <a:pt x="226" y="0"/>
                </a:lnTo>
                <a:lnTo>
                  <a:pt x="223" y="0"/>
                </a:lnTo>
                <a:lnTo>
                  <a:pt x="218" y="0"/>
                </a:lnTo>
                <a:lnTo>
                  <a:pt x="213" y="0"/>
                </a:lnTo>
                <a:lnTo>
                  <a:pt x="208" y="0"/>
                </a:lnTo>
                <a:lnTo>
                  <a:pt x="203" y="0"/>
                </a:lnTo>
                <a:lnTo>
                  <a:pt x="199" y="0"/>
                </a:lnTo>
                <a:lnTo>
                  <a:pt x="192" y="0"/>
                </a:lnTo>
                <a:lnTo>
                  <a:pt x="186" y="0"/>
                </a:lnTo>
                <a:lnTo>
                  <a:pt x="181" y="0"/>
                </a:lnTo>
                <a:lnTo>
                  <a:pt x="176" y="0"/>
                </a:lnTo>
                <a:lnTo>
                  <a:pt x="171" y="0"/>
                </a:lnTo>
                <a:lnTo>
                  <a:pt x="167" y="0"/>
                </a:lnTo>
                <a:lnTo>
                  <a:pt x="162" y="0"/>
                </a:lnTo>
                <a:lnTo>
                  <a:pt x="159" y="0"/>
                </a:lnTo>
                <a:lnTo>
                  <a:pt x="154" y="2"/>
                </a:lnTo>
                <a:lnTo>
                  <a:pt x="150" y="2"/>
                </a:lnTo>
                <a:lnTo>
                  <a:pt x="147" y="2"/>
                </a:lnTo>
                <a:lnTo>
                  <a:pt x="144" y="2"/>
                </a:lnTo>
                <a:lnTo>
                  <a:pt x="141" y="4"/>
                </a:lnTo>
                <a:lnTo>
                  <a:pt x="138" y="4"/>
                </a:lnTo>
                <a:lnTo>
                  <a:pt x="134" y="5"/>
                </a:lnTo>
                <a:lnTo>
                  <a:pt x="131" y="7"/>
                </a:lnTo>
                <a:lnTo>
                  <a:pt x="128" y="7"/>
                </a:lnTo>
                <a:lnTo>
                  <a:pt x="125" y="8"/>
                </a:lnTo>
                <a:lnTo>
                  <a:pt x="122" y="10"/>
                </a:lnTo>
                <a:lnTo>
                  <a:pt x="118" y="12"/>
                </a:lnTo>
                <a:lnTo>
                  <a:pt x="115" y="15"/>
                </a:lnTo>
                <a:lnTo>
                  <a:pt x="112" y="16"/>
                </a:lnTo>
                <a:lnTo>
                  <a:pt x="109" y="20"/>
                </a:lnTo>
                <a:lnTo>
                  <a:pt x="106" y="21"/>
                </a:lnTo>
                <a:lnTo>
                  <a:pt x="102" y="24"/>
                </a:lnTo>
                <a:lnTo>
                  <a:pt x="99" y="28"/>
                </a:lnTo>
                <a:lnTo>
                  <a:pt x="94" y="31"/>
                </a:lnTo>
                <a:lnTo>
                  <a:pt x="90" y="34"/>
                </a:lnTo>
                <a:lnTo>
                  <a:pt x="86" y="39"/>
                </a:lnTo>
                <a:lnTo>
                  <a:pt x="82" y="42"/>
                </a:lnTo>
                <a:lnTo>
                  <a:pt x="75" y="47"/>
                </a:lnTo>
                <a:lnTo>
                  <a:pt x="70" y="52"/>
                </a:lnTo>
                <a:lnTo>
                  <a:pt x="64" y="56"/>
                </a:lnTo>
                <a:lnTo>
                  <a:pt x="59" y="63"/>
                </a:lnTo>
                <a:lnTo>
                  <a:pt x="53" y="68"/>
                </a:lnTo>
                <a:lnTo>
                  <a:pt x="48" y="72"/>
                </a:lnTo>
                <a:lnTo>
                  <a:pt x="43" y="76"/>
                </a:lnTo>
                <a:lnTo>
                  <a:pt x="38" y="80"/>
                </a:lnTo>
                <a:lnTo>
                  <a:pt x="35" y="84"/>
                </a:lnTo>
                <a:lnTo>
                  <a:pt x="30" y="87"/>
                </a:lnTo>
                <a:lnTo>
                  <a:pt x="27" y="90"/>
                </a:lnTo>
                <a:lnTo>
                  <a:pt x="24" y="93"/>
                </a:lnTo>
                <a:lnTo>
                  <a:pt x="21" y="96"/>
                </a:lnTo>
                <a:lnTo>
                  <a:pt x="19" y="100"/>
                </a:lnTo>
                <a:lnTo>
                  <a:pt x="16" y="103"/>
                </a:lnTo>
                <a:lnTo>
                  <a:pt x="14" y="106"/>
                </a:lnTo>
                <a:lnTo>
                  <a:pt x="13" y="109"/>
                </a:lnTo>
                <a:lnTo>
                  <a:pt x="10" y="111"/>
                </a:lnTo>
                <a:lnTo>
                  <a:pt x="8" y="114"/>
                </a:lnTo>
                <a:lnTo>
                  <a:pt x="8" y="117"/>
                </a:lnTo>
                <a:lnTo>
                  <a:pt x="6" y="119"/>
                </a:lnTo>
                <a:lnTo>
                  <a:pt x="5" y="122"/>
                </a:lnTo>
                <a:lnTo>
                  <a:pt x="5" y="125"/>
                </a:lnTo>
                <a:lnTo>
                  <a:pt x="3" y="127"/>
                </a:lnTo>
                <a:lnTo>
                  <a:pt x="3" y="130"/>
                </a:lnTo>
                <a:lnTo>
                  <a:pt x="2" y="133"/>
                </a:lnTo>
                <a:lnTo>
                  <a:pt x="2" y="136"/>
                </a:lnTo>
                <a:lnTo>
                  <a:pt x="2" y="140"/>
                </a:lnTo>
                <a:lnTo>
                  <a:pt x="2" y="144"/>
                </a:lnTo>
                <a:lnTo>
                  <a:pt x="2" y="148"/>
                </a:lnTo>
                <a:lnTo>
                  <a:pt x="2" y="152"/>
                </a:lnTo>
                <a:lnTo>
                  <a:pt x="2" y="156"/>
                </a:lnTo>
                <a:lnTo>
                  <a:pt x="2" y="160"/>
                </a:lnTo>
                <a:lnTo>
                  <a:pt x="0" y="165"/>
                </a:lnTo>
                <a:lnTo>
                  <a:pt x="0" y="170"/>
                </a:lnTo>
                <a:lnTo>
                  <a:pt x="0" y="176"/>
                </a:lnTo>
                <a:lnTo>
                  <a:pt x="0" y="181"/>
                </a:lnTo>
                <a:lnTo>
                  <a:pt x="0" y="186"/>
                </a:lnTo>
                <a:lnTo>
                  <a:pt x="0" y="189"/>
                </a:lnTo>
                <a:lnTo>
                  <a:pt x="0" y="194"/>
                </a:lnTo>
                <a:lnTo>
                  <a:pt x="0" y="197"/>
                </a:lnTo>
                <a:lnTo>
                  <a:pt x="0" y="201"/>
                </a:lnTo>
                <a:lnTo>
                  <a:pt x="0" y="204"/>
                </a:lnTo>
                <a:lnTo>
                  <a:pt x="0" y="207"/>
                </a:lnTo>
                <a:lnTo>
                  <a:pt x="0" y="210"/>
                </a:lnTo>
                <a:lnTo>
                  <a:pt x="0" y="213"/>
                </a:lnTo>
                <a:lnTo>
                  <a:pt x="0" y="217"/>
                </a:lnTo>
                <a:lnTo>
                  <a:pt x="0" y="220"/>
                </a:lnTo>
                <a:lnTo>
                  <a:pt x="0" y="223"/>
                </a:lnTo>
                <a:lnTo>
                  <a:pt x="0" y="225"/>
                </a:lnTo>
                <a:lnTo>
                  <a:pt x="0" y="228"/>
                </a:lnTo>
                <a:lnTo>
                  <a:pt x="0" y="229"/>
                </a:lnTo>
                <a:lnTo>
                  <a:pt x="0" y="233"/>
                </a:lnTo>
                <a:lnTo>
                  <a:pt x="0" y="236"/>
                </a:lnTo>
                <a:lnTo>
                  <a:pt x="0" y="239"/>
                </a:lnTo>
                <a:lnTo>
                  <a:pt x="0" y="241"/>
                </a:lnTo>
                <a:lnTo>
                  <a:pt x="0" y="244"/>
                </a:lnTo>
                <a:lnTo>
                  <a:pt x="0" y="247"/>
                </a:lnTo>
                <a:lnTo>
                  <a:pt x="0" y="250"/>
                </a:lnTo>
                <a:lnTo>
                  <a:pt x="0" y="253"/>
                </a:lnTo>
                <a:lnTo>
                  <a:pt x="0" y="258"/>
                </a:lnTo>
                <a:lnTo>
                  <a:pt x="0" y="261"/>
                </a:lnTo>
                <a:lnTo>
                  <a:pt x="0" y="265"/>
                </a:lnTo>
                <a:lnTo>
                  <a:pt x="0" y="269"/>
                </a:lnTo>
                <a:lnTo>
                  <a:pt x="0" y="274"/>
                </a:lnTo>
                <a:lnTo>
                  <a:pt x="0" y="279"/>
                </a:lnTo>
                <a:lnTo>
                  <a:pt x="0" y="284"/>
                </a:lnTo>
                <a:lnTo>
                  <a:pt x="0" y="289"/>
                </a:lnTo>
                <a:lnTo>
                  <a:pt x="0" y="295"/>
                </a:lnTo>
                <a:lnTo>
                  <a:pt x="0" y="298"/>
                </a:lnTo>
                <a:lnTo>
                  <a:pt x="0" y="303"/>
                </a:lnTo>
                <a:lnTo>
                  <a:pt x="0" y="308"/>
                </a:lnTo>
                <a:lnTo>
                  <a:pt x="0" y="313"/>
                </a:lnTo>
                <a:lnTo>
                  <a:pt x="0" y="317"/>
                </a:lnTo>
                <a:lnTo>
                  <a:pt x="0" y="322"/>
                </a:lnTo>
                <a:lnTo>
                  <a:pt x="0" y="327"/>
                </a:lnTo>
                <a:lnTo>
                  <a:pt x="0" y="333"/>
                </a:lnTo>
                <a:lnTo>
                  <a:pt x="0" y="338"/>
                </a:lnTo>
                <a:lnTo>
                  <a:pt x="0" y="345"/>
                </a:lnTo>
                <a:lnTo>
                  <a:pt x="0" y="351"/>
                </a:lnTo>
                <a:lnTo>
                  <a:pt x="0" y="359"/>
                </a:lnTo>
                <a:lnTo>
                  <a:pt x="0" y="367"/>
                </a:lnTo>
                <a:lnTo>
                  <a:pt x="0" y="377"/>
                </a:lnTo>
                <a:lnTo>
                  <a:pt x="0" y="386"/>
                </a:lnTo>
                <a:lnTo>
                  <a:pt x="0" y="397"/>
                </a:lnTo>
                <a:lnTo>
                  <a:pt x="0" y="409"/>
                </a:lnTo>
                <a:lnTo>
                  <a:pt x="0" y="421"/>
                </a:lnTo>
                <a:lnTo>
                  <a:pt x="0" y="434"/>
                </a:lnTo>
                <a:lnTo>
                  <a:pt x="0" y="450"/>
                </a:lnTo>
                <a:lnTo>
                  <a:pt x="0" y="466"/>
                </a:lnTo>
                <a:lnTo>
                  <a:pt x="0" y="484"/>
                </a:lnTo>
                <a:lnTo>
                  <a:pt x="0" y="503"/>
                </a:lnTo>
                <a:lnTo>
                  <a:pt x="0" y="522"/>
                </a:lnTo>
                <a:lnTo>
                  <a:pt x="0" y="545"/>
                </a:lnTo>
                <a:lnTo>
                  <a:pt x="0" y="569"/>
                </a:lnTo>
                <a:lnTo>
                  <a:pt x="0" y="594"/>
                </a:lnTo>
                <a:lnTo>
                  <a:pt x="0" y="621"/>
                </a:lnTo>
                <a:lnTo>
                  <a:pt x="0" y="650"/>
                </a:lnTo>
                <a:lnTo>
                  <a:pt x="0" y="681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8" name="Freeform 55">
            <a:extLst>
              <a:ext uri="{FF2B5EF4-FFF2-40B4-BE49-F238E27FC236}">
                <a16:creationId xmlns:a16="http://schemas.microsoft.com/office/drawing/2014/main" id="{09599FB6-656F-432F-8B0D-F326CF68C708}"/>
              </a:ext>
            </a:extLst>
          </p:cNvPr>
          <p:cNvSpPr>
            <a:spLocks/>
          </p:cNvSpPr>
          <p:nvPr/>
        </p:nvSpPr>
        <p:spPr bwMode="auto">
          <a:xfrm>
            <a:off x="3105150" y="3457575"/>
            <a:ext cx="531813" cy="296863"/>
          </a:xfrm>
          <a:custGeom>
            <a:avLst/>
            <a:gdLst>
              <a:gd name="T0" fmla="*/ 2147483646 w 608"/>
              <a:gd name="T1" fmla="*/ 2147483646 h 341"/>
              <a:gd name="T2" fmla="*/ 2147483646 w 608"/>
              <a:gd name="T3" fmla="*/ 2147483646 h 341"/>
              <a:gd name="T4" fmla="*/ 2147483646 w 608"/>
              <a:gd name="T5" fmla="*/ 2147483646 h 341"/>
              <a:gd name="T6" fmla="*/ 2147483646 w 608"/>
              <a:gd name="T7" fmla="*/ 2147483646 h 341"/>
              <a:gd name="T8" fmla="*/ 2147483646 w 608"/>
              <a:gd name="T9" fmla="*/ 2147483646 h 341"/>
              <a:gd name="T10" fmla="*/ 2147483646 w 608"/>
              <a:gd name="T11" fmla="*/ 2147483646 h 341"/>
              <a:gd name="T12" fmla="*/ 2147483646 w 608"/>
              <a:gd name="T13" fmla="*/ 2147483646 h 341"/>
              <a:gd name="T14" fmla="*/ 2147483646 w 608"/>
              <a:gd name="T15" fmla="*/ 2147483646 h 341"/>
              <a:gd name="T16" fmla="*/ 2147483646 w 608"/>
              <a:gd name="T17" fmla="*/ 2147483646 h 341"/>
              <a:gd name="T18" fmla="*/ 2147483646 w 608"/>
              <a:gd name="T19" fmla="*/ 2147483646 h 341"/>
              <a:gd name="T20" fmla="*/ 2147483646 w 608"/>
              <a:gd name="T21" fmla="*/ 2147483646 h 341"/>
              <a:gd name="T22" fmla="*/ 2147483646 w 608"/>
              <a:gd name="T23" fmla="*/ 2147483646 h 341"/>
              <a:gd name="T24" fmla="*/ 2147483646 w 608"/>
              <a:gd name="T25" fmla="*/ 2147483646 h 341"/>
              <a:gd name="T26" fmla="*/ 2147483646 w 608"/>
              <a:gd name="T27" fmla="*/ 2147483646 h 341"/>
              <a:gd name="T28" fmla="*/ 2147483646 w 608"/>
              <a:gd name="T29" fmla="*/ 2147483646 h 341"/>
              <a:gd name="T30" fmla="*/ 2147483646 w 608"/>
              <a:gd name="T31" fmla="*/ 2147483646 h 341"/>
              <a:gd name="T32" fmla="*/ 2147483646 w 608"/>
              <a:gd name="T33" fmla="*/ 2147483646 h 341"/>
              <a:gd name="T34" fmla="*/ 2147483646 w 608"/>
              <a:gd name="T35" fmla="*/ 2147483646 h 341"/>
              <a:gd name="T36" fmla="*/ 2147483646 w 608"/>
              <a:gd name="T37" fmla="*/ 2147483646 h 341"/>
              <a:gd name="T38" fmla="*/ 2147483646 w 608"/>
              <a:gd name="T39" fmla="*/ 2147483646 h 341"/>
              <a:gd name="T40" fmla="*/ 2147483646 w 608"/>
              <a:gd name="T41" fmla="*/ 2147483646 h 341"/>
              <a:gd name="T42" fmla="*/ 2147483646 w 608"/>
              <a:gd name="T43" fmla="*/ 2147483646 h 341"/>
              <a:gd name="T44" fmla="*/ 2147483646 w 608"/>
              <a:gd name="T45" fmla="*/ 2147483646 h 341"/>
              <a:gd name="T46" fmla="*/ 2147483646 w 608"/>
              <a:gd name="T47" fmla="*/ 2147483646 h 341"/>
              <a:gd name="T48" fmla="*/ 2147483646 w 608"/>
              <a:gd name="T49" fmla="*/ 2147483646 h 341"/>
              <a:gd name="T50" fmla="*/ 2147483646 w 608"/>
              <a:gd name="T51" fmla="*/ 2147483646 h 341"/>
              <a:gd name="T52" fmla="*/ 2147483646 w 608"/>
              <a:gd name="T53" fmla="*/ 2147483646 h 341"/>
              <a:gd name="T54" fmla="*/ 2147483646 w 608"/>
              <a:gd name="T55" fmla="*/ 2147483646 h 341"/>
              <a:gd name="T56" fmla="*/ 2147483646 w 608"/>
              <a:gd name="T57" fmla="*/ 2147483646 h 341"/>
              <a:gd name="T58" fmla="*/ 2147483646 w 608"/>
              <a:gd name="T59" fmla="*/ 2147483646 h 341"/>
              <a:gd name="T60" fmla="*/ 2147483646 w 608"/>
              <a:gd name="T61" fmla="*/ 2147483646 h 341"/>
              <a:gd name="T62" fmla="*/ 2147483646 w 608"/>
              <a:gd name="T63" fmla="*/ 2147483646 h 341"/>
              <a:gd name="T64" fmla="*/ 2147483646 w 608"/>
              <a:gd name="T65" fmla="*/ 2147483646 h 341"/>
              <a:gd name="T66" fmla="*/ 2147483646 w 608"/>
              <a:gd name="T67" fmla="*/ 2147483646 h 341"/>
              <a:gd name="T68" fmla="*/ 2147483646 w 608"/>
              <a:gd name="T69" fmla="*/ 2147483646 h 341"/>
              <a:gd name="T70" fmla="*/ 2147483646 w 608"/>
              <a:gd name="T71" fmla="*/ 2147483646 h 341"/>
              <a:gd name="T72" fmla="*/ 2147483646 w 608"/>
              <a:gd name="T73" fmla="*/ 2147483646 h 341"/>
              <a:gd name="T74" fmla="*/ 2147483646 w 608"/>
              <a:gd name="T75" fmla="*/ 0 h 341"/>
              <a:gd name="T76" fmla="*/ 2147483646 w 608"/>
              <a:gd name="T77" fmla="*/ 0 h 341"/>
              <a:gd name="T78" fmla="*/ 2147483646 w 608"/>
              <a:gd name="T79" fmla="*/ 0 h 341"/>
              <a:gd name="T80" fmla="*/ 2147483646 w 608"/>
              <a:gd name="T81" fmla="*/ 0 h 341"/>
              <a:gd name="T82" fmla="*/ 2147483646 w 608"/>
              <a:gd name="T83" fmla="*/ 0 h 341"/>
              <a:gd name="T84" fmla="*/ 2147483646 w 608"/>
              <a:gd name="T85" fmla="*/ 0 h 341"/>
              <a:gd name="T86" fmla="*/ 2147483646 w 608"/>
              <a:gd name="T87" fmla="*/ 0 h 341"/>
              <a:gd name="T88" fmla="*/ 2147483646 w 608"/>
              <a:gd name="T89" fmla="*/ 0 h 341"/>
              <a:gd name="T90" fmla="*/ 2147483646 w 608"/>
              <a:gd name="T91" fmla="*/ 0 h 341"/>
              <a:gd name="T92" fmla="*/ 2147483646 w 608"/>
              <a:gd name="T93" fmla="*/ 0 h 341"/>
              <a:gd name="T94" fmla="*/ 2147483646 w 608"/>
              <a:gd name="T95" fmla="*/ 0 h 341"/>
              <a:gd name="T96" fmla="*/ 2147483646 w 608"/>
              <a:gd name="T97" fmla="*/ 0 h 341"/>
              <a:gd name="T98" fmla="*/ 2147483646 w 608"/>
              <a:gd name="T99" fmla="*/ 0 h 341"/>
              <a:gd name="T100" fmla="*/ 2147483646 w 608"/>
              <a:gd name="T101" fmla="*/ 0 h 341"/>
              <a:gd name="T102" fmla="*/ 2147483646 w 608"/>
              <a:gd name="T103" fmla="*/ 0 h 34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08" h="341">
                <a:moveTo>
                  <a:pt x="0" y="341"/>
                </a:moveTo>
                <a:lnTo>
                  <a:pt x="37" y="341"/>
                </a:lnTo>
                <a:lnTo>
                  <a:pt x="72" y="341"/>
                </a:lnTo>
                <a:lnTo>
                  <a:pt x="104" y="341"/>
                </a:lnTo>
                <a:lnTo>
                  <a:pt x="134" y="341"/>
                </a:lnTo>
                <a:lnTo>
                  <a:pt x="161" y="341"/>
                </a:lnTo>
                <a:lnTo>
                  <a:pt x="189" y="341"/>
                </a:lnTo>
                <a:lnTo>
                  <a:pt x="213" y="341"/>
                </a:lnTo>
                <a:lnTo>
                  <a:pt x="235" y="341"/>
                </a:lnTo>
                <a:lnTo>
                  <a:pt x="256" y="341"/>
                </a:lnTo>
                <a:lnTo>
                  <a:pt x="275" y="341"/>
                </a:lnTo>
                <a:lnTo>
                  <a:pt x="293" y="341"/>
                </a:lnTo>
                <a:lnTo>
                  <a:pt x="309" y="341"/>
                </a:lnTo>
                <a:lnTo>
                  <a:pt x="323" y="341"/>
                </a:lnTo>
                <a:lnTo>
                  <a:pt x="338" y="341"/>
                </a:lnTo>
                <a:lnTo>
                  <a:pt x="349" y="341"/>
                </a:lnTo>
                <a:lnTo>
                  <a:pt x="360" y="341"/>
                </a:lnTo>
                <a:lnTo>
                  <a:pt x="371" y="341"/>
                </a:lnTo>
                <a:lnTo>
                  <a:pt x="381" y="341"/>
                </a:lnTo>
                <a:lnTo>
                  <a:pt x="389" y="341"/>
                </a:lnTo>
                <a:lnTo>
                  <a:pt x="395" y="341"/>
                </a:lnTo>
                <a:lnTo>
                  <a:pt x="403" y="341"/>
                </a:lnTo>
                <a:lnTo>
                  <a:pt x="410" y="341"/>
                </a:lnTo>
                <a:lnTo>
                  <a:pt x="414" y="341"/>
                </a:lnTo>
                <a:lnTo>
                  <a:pt x="419" y="341"/>
                </a:lnTo>
                <a:lnTo>
                  <a:pt x="426" y="341"/>
                </a:lnTo>
                <a:lnTo>
                  <a:pt x="429" y="341"/>
                </a:lnTo>
                <a:lnTo>
                  <a:pt x="434" y="341"/>
                </a:lnTo>
                <a:lnTo>
                  <a:pt x="438" y="341"/>
                </a:lnTo>
                <a:lnTo>
                  <a:pt x="442" y="341"/>
                </a:lnTo>
                <a:lnTo>
                  <a:pt x="446" y="341"/>
                </a:lnTo>
                <a:lnTo>
                  <a:pt x="451" y="341"/>
                </a:lnTo>
                <a:lnTo>
                  <a:pt x="456" y="341"/>
                </a:lnTo>
                <a:lnTo>
                  <a:pt x="461" y="341"/>
                </a:lnTo>
                <a:lnTo>
                  <a:pt x="464" y="341"/>
                </a:lnTo>
                <a:lnTo>
                  <a:pt x="469" y="341"/>
                </a:lnTo>
                <a:lnTo>
                  <a:pt x="472" y="341"/>
                </a:lnTo>
                <a:lnTo>
                  <a:pt x="475" y="341"/>
                </a:lnTo>
                <a:lnTo>
                  <a:pt x="480" y="341"/>
                </a:lnTo>
                <a:lnTo>
                  <a:pt x="483" y="341"/>
                </a:lnTo>
                <a:lnTo>
                  <a:pt x="485" y="341"/>
                </a:lnTo>
                <a:lnTo>
                  <a:pt x="488" y="341"/>
                </a:lnTo>
                <a:lnTo>
                  <a:pt x="491" y="341"/>
                </a:lnTo>
                <a:lnTo>
                  <a:pt x="494" y="340"/>
                </a:lnTo>
                <a:lnTo>
                  <a:pt x="496" y="340"/>
                </a:lnTo>
                <a:lnTo>
                  <a:pt x="499" y="340"/>
                </a:lnTo>
                <a:lnTo>
                  <a:pt x="501" y="338"/>
                </a:lnTo>
                <a:lnTo>
                  <a:pt x="504" y="338"/>
                </a:lnTo>
                <a:lnTo>
                  <a:pt x="506" y="337"/>
                </a:lnTo>
                <a:lnTo>
                  <a:pt x="509" y="335"/>
                </a:lnTo>
                <a:lnTo>
                  <a:pt x="510" y="335"/>
                </a:lnTo>
                <a:lnTo>
                  <a:pt x="514" y="333"/>
                </a:lnTo>
                <a:lnTo>
                  <a:pt x="515" y="332"/>
                </a:lnTo>
                <a:lnTo>
                  <a:pt x="518" y="330"/>
                </a:lnTo>
                <a:lnTo>
                  <a:pt x="522" y="329"/>
                </a:lnTo>
                <a:lnTo>
                  <a:pt x="523" y="327"/>
                </a:lnTo>
                <a:lnTo>
                  <a:pt x="526" y="324"/>
                </a:lnTo>
                <a:lnTo>
                  <a:pt x="530" y="322"/>
                </a:lnTo>
                <a:lnTo>
                  <a:pt x="533" y="319"/>
                </a:lnTo>
                <a:lnTo>
                  <a:pt x="536" y="316"/>
                </a:lnTo>
                <a:lnTo>
                  <a:pt x="541" y="314"/>
                </a:lnTo>
                <a:lnTo>
                  <a:pt x="544" y="311"/>
                </a:lnTo>
                <a:lnTo>
                  <a:pt x="547" y="308"/>
                </a:lnTo>
                <a:lnTo>
                  <a:pt x="552" y="303"/>
                </a:lnTo>
                <a:lnTo>
                  <a:pt x="557" y="300"/>
                </a:lnTo>
                <a:lnTo>
                  <a:pt x="562" y="295"/>
                </a:lnTo>
                <a:lnTo>
                  <a:pt x="566" y="292"/>
                </a:lnTo>
                <a:lnTo>
                  <a:pt x="570" y="289"/>
                </a:lnTo>
                <a:lnTo>
                  <a:pt x="574" y="285"/>
                </a:lnTo>
                <a:lnTo>
                  <a:pt x="578" y="282"/>
                </a:lnTo>
                <a:lnTo>
                  <a:pt x="581" y="279"/>
                </a:lnTo>
                <a:lnTo>
                  <a:pt x="584" y="277"/>
                </a:lnTo>
                <a:lnTo>
                  <a:pt x="586" y="274"/>
                </a:lnTo>
                <a:lnTo>
                  <a:pt x="589" y="271"/>
                </a:lnTo>
                <a:lnTo>
                  <a:pt x="590" y="269"/>
                </a:lnTo>
                <a:lnTo>
                  <a:pt x="594" y="268"/>
                </a:lnTo>
                <a:lnTo>
                  <a:pt x="595" y="265"/>
                </a:lnTo>
                <a:lnTo>
                  <a:pt x="597" y="263"/>
                </a:lnTo>
                <a:lnTo>
                  <a:pt x="598" y="261"/>
                </a:lnTo>
                <a:lnTo>
                  <a:pt x="600" y="258"/>
                </a:lnTo>
                <a:lnTo>
                  <a:pt x="602" y="257"/>
                </a:lnTo>
                <a:lnTo>
                  <a:pt x="602" y="255"/>
                </a:lnTo>
                <a:lnTo>
                  <a:pt x="603" y="253"/>
                </a:lnTo>
                <a:lnTo>
                  <a:pt x="605" y="250"/>
                </a:lnTo>
                <a:lnTo>
                  <a:pt x="605" y="249"/>
                </a:lnTo>
                <a:lnTo>
                  <a:pt x="605" y="247"/>
                </a:lnTo>
                <a:lnTo>
                  <a:pt x="606" y="244"/>
                </a:lnTo>
                <a:lnTo>
                  <a:pt x="606" y="242"/>
                </a:lnTo>
                <a:lnTo>
                  <a:pt x="606" y="239"/>
                </a:lnTo>
                <a:lnTo>
                  <a:pt x="606" y="237"/>
                </a:lnTo>
                <a:lnTo>
                  <a:pt x="606" y="234"/>
                </a:lnTo>
                <a:lnTo>
                  <a:pt x="608" y="231"/>
                </a:lnTo>
                <a:lnTo>
                  <a:pt x="608" y="228"/>
                </a:lnTo>
                <a:lnTo>
                  <a:pt x="608" y="225"/>
                </a:lnTo>
                <a:lnTo>
                  <a:pt x="608" y="221"/>
                </a:lnTo>
                <a:lnTo>
                  <a:pt x="608" y="218"/>
                </a:lnTo>
                <a:lnTo>
                  <a:pt x="608" y="213"/>
                </a:lnTo>
                <a:lnTo>
                  <a:pt x="608" y="210"/>
                </a:lnTo>
                <a:lnTo>
                  <a:pt x="608" y="207"/>
                </a:lnTo>
                <a:lnTo>
                  <a:pt x="608" y="204"/>
                </a:lnTo>
                <a:lnTo>
                  <a:pt x="608" y="201"/>
                </a:lnTo>
                <a:lnTo>
                  <a:pt x="608" y="197"/>
                </a:lnTo>
                <a:lnTo>
                  <a:pt x="608" y="194"/>
                </a:lnTo>
                <a:lnTo>
                  <a:pt x="608" y="191"/>
                </a:lnTo>
                <a:lnTo>
                  <a:pt x="608" y="189"/>
                </a:lnTo>
                <a:lnTo>
                  <a:pt x="608" y="186"/>
                </a:lnTo>
                <a:lnTo>
                  <a:pt x="608" y="185"/>
                </a:lnTo>
                <a:lnTo>
                  <a:pt x="608" y="181"/>
                </a:lnTo>
                <a:lnTo>
                  <a:pt x="608" y="180"/>
                </a:lnTo>
                <a:lnTo>
                  <a:pt x="608" y="178"/>
                </a:lnTo>
                <a:lnTo>
                  <a:pt x="608" y="175"/>
                </a:lnTo>
                <a:lnTo>
                  <a:pt x="608" y="173"/>
                </a:lnTo>
                <a:lnTo>
                  <a:pt x="608" y="172"/>
                </a:lnTo>
                <a:lnTo>
                  <a:pt x="608" y="170"/>
                </a:lnTo>
                <a:lnTo>
                  <a:pt x="608" y="167"/>
                </a:lnTo>
                <a:lnTo>
                  <a:pt x="608" y="165"/>
                </a:lnTo>
                <a:lnTo>
                  <a:pt x="608" y="164"/>
                </a:lnTo>
                <a:lnTo>
                  <a:pt x="608" y="161"/>
                </a:lnTo>
                <a:lnTo>
                  <a:pt x="608" y="159"/>
                </a:lnTo>
                <a:lnTo>
                  <a:pt x="608" y="156"/>
                </a:lnTo>
                <a:lnTo>
                  <a:pt x="608" y="154"/>
                </a:lnTo>
                <a:lnTo>
                  <a:pt x="608" y="151"/>
                </a:lnTo>
                <a:lnTo>
                  <a:pt x="608" y="149"/>
                </a:lnTo>
                <a:lnTo>
                  <a:pt x="608" y="146"/>
                </a:lnTo>
                <a:lnTo>
                  <a:pt x="608" y="143"/>
                </a:lnTo>
                <a:lnTo>
                  <a:pt x="608" y="140"/>
                </a:lnTo>
                <a:lnTo>
                  <a:pt x="608" y="137"/>
                </a:lnTo>
                <a:lnTo>
                  <a:pt x="608" y="132"/>
                </a:lnTo>
                <a:lnTo>
                  <a:pt x="608" y="129"/>
                </a:lnTo>
                <a:lnTo>
                  <a:pt x="608" y="125"/>
                </a:lnTo>
                <a:lnTo>
                  <a:pt x="608" y="120"/>
                </a:lnTo>
                <a:lnTo>
                  <a:pt x="608" y="117"/>
                </a:lnTo>
                <a:lnTo>
                  <a:pt x="608" y="114"/>
                </a:lnTo>
                <a:lnTo>
                  <a:pt x="608" y="111"/>
                </a:lnTo>
                <a:lnTo>
                  <a:pt x="606" y="109"/>
                </a:lnTo>
                <a:lnTo>
                  <a:pt x="606" y="106"/>
                </a:lnTo>
                <a:lnTo>
                  <a:pt x="606" y="103"/>
                </a:lnTo>
                <a:lnTo>
                  <a:pt x="606" y="101"/>
                </a:lnTo>
                <a:lnTo>
                  <a:pt x="606" y="98"/>
                </a:lnTo>
                <a:lnTo>
                  <a:pt x="605" y="96"/>
                </a:lnTo>
                <a:lnTo>
                  <a:pt x="605" y="95"/>
                </a:lnTo>
                <a:lnTo>
                  <a:pt x="605" y="92"/>
                </a:lnTo>
                <a:lnTo>
                  <a:pt x="603" y="90"/>
                </a:lnTo>
                <a:lnTo>
                  <a:pt x="602" y="88"/>
                </a:lnTo>
                <a:lnTo>
                  <a:pt x="602" y="85"/>
                </a:lnTo>
                <a:lnTo>
                  <a:pt x="600" y="84"/>
                </a:lnTo>
                <a:lnTo>
                  <a:pt x="598" y="82"/>
                </a:lnTo>
                <a:lnTo>
                  <a:pt x="597" y="80"/>
                </a:lnTo>
                <a:lnTo>
                  <a:pt x="595" y="77"/>
                </a:lnTo>
                <a:lnTo>
                  <a:pt x="594" y="76"/>
                </a:lnTo>
                <a:lnTo>
                  <a:pt x="590" y="74"/>
                </a:lnTo>
                <a:lnTo>
                  <a:pt x="589" y="71"/>
                </a:lnTo>
                <a:lnTo>
                  <a:pt x="586" y="69"/>
                </a:lnTo>
                <a:lnTo>
                  <a:pt x="584" y="66"/>
                </a:lnTo>
                <a:lnTo>
                  <a:pt x="581" y="63"/>
                </a:lnTo>
                <a:lnTo>
                  <a:pt x="578" y="61"/>
                </a:lnTo>
                <a:lnTo>
                  <a:pt x="574" y="58"/>
                </a:lnTo>
                <a:lnTo>
                  <a:pt x="570" y="55"/>
                </a:lnTo>
                <a:lnTo>
                  <a:pt x="566" y="52"/>
                </a:lnTo>
                <a:lnTo>
                  <a:pt x="562" y="47"/>
                </a:lnTo>
                <a:lnTo>
                  <a:pt x="557" y="44"/>
                </a:lnTo>
                <a:lnTo>
                  <a:pt x="552" y="39"/>
                </a:lnTo>
                <a:lnTo>
                  <a:pt x="547" y="36"/>
                </a:lnTo>
                <a:lnTo>
                  <a:pt x="544" y="32"/>
                </a:lnTo>
                <a:lnTo>
                  <a:pt x="541" y="29"/>
                </a:lnTo>
                <a:lnTo>
                  <a:pt x="536" y="26"/>
                </a:lnTo>
                <a:lnTo>
                  <a:pt x="533" y="23"/>
                </a:lnTo>
                <a:lnTo>
                  <a:pt x="530" y="21"/>
                </a:lnTo>
                <a:lnTo>
                  <a:pt x="526" y="18"/>
                </a:lnTo>
                <a:lnTo>
                  <a:pt x="523" y="16"/>
                </a:lnTo>
                <a:lnTo>
                  <a:pt x="522" y="15"/>
                </a:lnTo>
                <a:lnTo>
                  <a:pt x="518" y="13"/>
                </a:lnTo>
                <a:lnTo>
                  <a:pt x="515" y="12"/>
                </a:lnTo>
                <a:lnTo>
                  <a:pt x="514" y="10"/>
                </a:lnTo>
                <a:lnTo>
                  <a:pt x="510" y="8"/>
                </a:lnTo>
                <a:lnTo>
                  <a:pt x="509" y="7"/>
                </a:lnTo>
                <a:lnTo>
                  <a:pt x="506" y="5"/>
                </a:lnTo>
                <a:lnTo>
                  <a:pt x="504" y="5"/>
                </a:lnTo>
                <a:lnTo>
                  <a:pt x="501" y="4"/>
                </a:lnTo>
                <a:lnTo>
                  <a:pt x="499" y="4"/>
                </a:lnTo>
                <a:lnTo>
                  <a:pt x="496" y="2"/>
                </a:lnTo>
                <a:lnTo>
                  <a:pt x="494" y="2"/>
                </a:lnTo>
                <a:lnTo>
                  <a:pt x="491" y="2"/>
                </a:lnTo>
                <a:lnTo>
                  <a:pt x="488" y="2"/>
                </a:lnTo>
                <a:lnTo>
                  <a:pt x="485" y="0"/>
                </a:lnTo>
                <a:lnTo>
                  <a:pt x="483" y="0"/>
                </a:lnTo>
                <a:lnTo>
                  <a:pt x="480" y="0"/>
                </a:lnTo>
                <a:lnTo>
                  <a:pt x="475" y="0"/>
                </a:lnTo>
                <a:lnTo>
                  <a:pt x="472" y="0"/>
                </a:lnTo>
                <a:lnTo>
                  <a:pt x="469" y="0"/>
                </a:lnTo>
                <a:lnTo>
                  <a:pt x="464" y="0"/>
                </a:lnTo>
                <a:lnTo>
                  <a:pt x="461" y="0"/>
                </a:lnTo>
                <a:lnTo>
                  <a:pt x="456" y="0"/>
                </a:lnTo>
                <a:lnTo>
                  <a:pt x="451" y="0"/>
                </a:lnTo>
                <a:lnTo>
                  <a:pt x="446" y="0"/>
                </a:lnTo>
                <a:lnTo>
                  <a:pt x="443" y="0"/>
                </a:lnTo>
                <a:lnTo>
                  <a:pt x="438" y="0"/>
                </a:lnTo>
                <a:lnTo>
                  <a:pt x="435" y="0"/>
                </a:lnTo>
                <a:lnTo>
                  <a:pt x="432" y="0"/>
                </a:lnTo>
                <a:lnTo>
                  <a:pt x="429" y="0"/>
                </a:lnTo>
                <a:lnTo>
                  <a:pt x="426" y="0"/>
                </a:lnTo>
                <a:lnTo>
                  <a:pt x="422" y="0"/>
                </a:lnTo>
                <a:lnTo>
                  <a:pt x="419" y="0"/>
                </a:lnTo>
                <a:lnTo>
                  <a:pt x="418" y="0"/>
                </a:lnTo>
                <a:lnTo>
                  <a:pt x="414" y="0"/>
                </a:lnTo>
                <a:lnTo>
                  <a:pt x="413" y="0"/>
                </a:lnTo>
                <a:lnTo>
                  <a:pt x="410" y="0"/>
                </a:lnTo>
                <a:lnTo>
                  <a:pt x="408" y="0"/>
                </a:lnTo>
                <a:lnTo>
                  <a:pt x="405" y="0"/>
                </a:lnTo>
                <a:lnTo>
                  <a:pt x="403" y="0"/>
                </a:lnTo>
                <a:lnTo>
                  <a:pt x="400" y="0"/>
                </a:lnTo>
                <a:lnTo>
                  <a:pt x="398" y="0"/>
                </a:lnTo>
                <a:lnTo>
                  <a:pt x="395" y="0"/>
                </a:lnTo>
                <a:lnTo>
                  <a:pt x="392" y="0"/>
                </a:lnTo>
                <a:lnTo>
                  <a:pt x="390" y="0"/>
                </a:lnTo>
                <a:lnTo>
                  <a:pt x="387" y="0"/>
                </a:lnTo>
                <a:lnTo>
                  <a:pt x="384" y="0"/>
                </a:lnTo>
                <a:lnTo>
                  <a:pt x="381" y="0"/>
                </a:lnTo>
                <a:lnTo>
                  <a:pt x="378" y="0"/>
                </a:lnTo>
                <a:lnTo>
                  <a:pt x="374" y="0"/>
                </a:lnTo>
                <a:lnTo>
                  <a:pt x="371" y="0"/>
                </a:lnTo>
                <a:lnTo>
                  <a:pt x="368" y="0"/>
                </a:lnTo>
                <a:lnTo>
                  <a:pt x="363" y="0"/>
                </a:lnTo>
                <a:lnTo>
                  <a:pt x="358" y="0"/>
                </a:lnTo>
                <a:lnTo>
                  <a:pt x="354" y="0"/>
                </a:lnTo>
                <a:lnTo>
                  <a:pt x="350" y="0"/>
                </a:lnTo>
                <a:lnTo>
                  <a:pt x="346" y="0"/>
                </a:lnTo>
                <a:lnTo>
                  <a:pt x="341" y="0"/>
                </a:lnTo>
                <a:lnTo>
                  <a:pt x="338" y="0"/>
                </a:lnTo>
                <a:lnTo>
                  <a:pt x="333" y="0"/>
                </a:lnTo>
                <a:lnTo>
                  <a:pt x="329" y="0"/>
                </a:lnTo>
                <a:lnTo>
                  <a:pt x="325" y="0"/>
                </a:lnTo>
                <a:lnTo>
                  <a:pt x="320" y="0"/>
                </a:lnTo>
                <a:lnTo>
                  <a:pt x="315" y="0"/>
                </a:lnTo>
                <a:lnTo>
                  <a:pt x="310" y="0"/>
                </a:lnTo>
                <a:lnTo>
                  <a:pt x="305" y="0"/>
                </a:lnTo>
                <a:lnTo>
                  <a:pt x="301" y="0"/>
                </a:lnTo>
                <a:lnTo>
                  <a:pt x="294" y="0"/>
                </a:lnTo>
                <a:lnTo>
                  <a:pt x="288" y="0"/>
                </a:lnTo>
                <a:lnTo>
                  <a:pt x="280" y="0"/>
                </a:lnTo>
                <a:lnTo>
                  <a:pt x="272" y="0"/>
                </a:lnTo>
                <a:lnTo>
                  <a:pt x="264" y="0"/>
                </a:lnTo>
                <a:lnTo>
                  <a:pt x="254" y="0"/>
                </a:lnTo>
                <a:lnTo>
                  <a:pt x="243" y="0"/>
                </a:lnTo>
                <a:lnTo>
                  <a:pt x="232" y="0"/>
                </a:lnTo>
                <a:lnTo>
                  <a:pt x="221" y="0"/>
                </a:lnTo>
                <a:lnTo>
                  <a:pt x="206" y="0"/>
                </a:lnTo>
                <a:lnTo>
                  <a:pt x="192" y="0"/>
                </a:lnTo>
                <a:lnTo>
                  <a:pt x="176" y="0"/>
                </a:lnTo>
                <a:lnTo>
                  <a:pt x="160" y="0"/>
                </a:lnTo>
                <a:lnTo>
                  <a:pt x="141" y="0"/>
                </a:lnTo>
                <a:lnTo>
                  <a:pt x="121" y="0"/>
                </a:lnTo>
                <a:lnTo>
                  <a:pt x="101" y="0"/>
                </a:lnTo>
                <a:lnTo>
                  <a:pt x="78" y="0"/>
                </a:lnTo>
                <a:lnTo>
                  <a:pt x="54" y="0"/>
                </a:lnTo>
                <a:lnTo>
                  <a:pt x="27" y="0"/>
                </a:lnTo>
                <a:lnTo>
                  <a:pt x="0" y="0"/>
                </a:lnTo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49" name="Freeform 56">
            <a:extLst>
              <a:ext uri="{FF2B5EF4-FFF2-40B4-BE49-F238E27FC236}">
                <a16:creationId xmlns:a16="http://schemas.microsoft.com/office/drawing/2014/main" id="{21B5FE2E-7355-4FDA-A6DF-12E76B765DE9}"/>
              </a:ext>
            </a:extLst>
          </p:cNvPr>
          <p:cNvSpPr>
            <a:spLocks/>
          </p:cNvSpPr>
          <p:nvPr/>
        </p:nvSpPr>
        <p:spPr bwMode="auto">
          <a:xfrm>
            <a:off x="3105150" y="1681163"/>
            <a:ext cx="531813" cy="298450"/>
          </a:xfrm>
          <a:custGeom>
            <a:avLst/>
            <a:gdLst>
              <a:gd name="T0" fmla="*/ 2147483646 w 608"/>
              <a:gd name="T1" fmla="*/ 2147483646 h 341"/>
              <a:gd name="T2" fmla="*/ 2147483646 w 608"/>
              <a:gd name="T3" fmla="*/ 2147483646 h 341"/>
              <a:gd name="T4" fmla="*/ 2147483646 w 608"/>
              <a:gd name="T5" fmla="*/ 2147483646 h 341"/>
              <a:gd name="T6" fmla="*/ 2147483646 w 608"/>
              <a:gd name="T7" fmla="*/ 2147483646 h 341"/>
              <a:gd name="T8" fmla="*/ 2147483646 w 608"/>
              <a:gd name="T9" fmla="*/ 2147483646 h 341"/>
              <a:gd name="T10" fmla="*/ 2147483646 w 608"/>
              <a:gd name="T11" fmla="*/ 2147483646 h 341"/>
              <a:gd name="T12" fmla="*/ 2147483646 w 608"/>
              <a:gd name="T13" fmla="*/ 2147483646 h 341"/>
              <a:gd name="T14" fmla="*/ 2147483646 w 608"/>
              <a:gd name="T15" fmla="*/ 2147483646 h 341"/>
              <a:gd name="T16" fmla="*/ 2147483646 w 608"/>
              <a:gd name="T17" fmla="*/ 2147483646 h 341"/>
              <a:gd name="T18" fmla="*/ 2147483646 w 608"/>
              <a:gd name="T19" fmla="*/ 2147483646 h 341"/>
              <a:gd name="T20" fmla="*/ 2147483646 w 608"/>
              <a:gd name="T21" fmla="*/ 2147483646 h 341"/>
              <a:gd name="T22" fmla="*/ 2147483646 w 608"/>
              <a:gd name="T23" fmla="*/ 2147483646 h 341"/>
              <a:gd name="T24" fmla="*/ 2147483646 w 608"/>
              <a:gd name="T25" fmla="*/ 2147483646 h 341"/>
              <a:gd name="T26" fmla="*/ 2147483646 w 608"/>
              <a:gd name="T27" fmla="*/ 2147483646 h 341"/>
              <a:gd name="T28" fmla="*/ 2147483646 w 608"/>
              <a:gd name="T29" fmla="*/ 2147483646 h 341"/>
              <a:gd name="T30" fmla="*/ 2147483646 w 608"/>
              <a:gd name="T31" fmla="*/ 2147483646 h 341"/>
              <a:gd name="T32" fmla="*/ 2147483646 w 608"/>
              <a:gd name="T33" fmla="*/ 2147483646 h 341"/>
              <a:gd name="T34" fmla="*/ 2147483646 w 608"/>
              <a:gd name="T35" fmla="*/ 2147483646 h 341"/>
              <a:gd name="T36" fmla="*/ 2147483646 w 608"/>
              <a:gd name="T37" fmla="*/ 2147483646 h 341"/>
              <a:gd name="T38" fmla="*/ 2147483646 w 608"/>
              <a:gd name="T39" fmla="*/ 2147483646 h 341"/>
              <a:gd name="T40" fmla="*/ 2147483646 w 608"/>
              <a:gd name="T41" fmla="*/ 2147483646 h 341"/>
              <a:gd name="T42" fmla="*/ 2147483646 w 608"/>
              <a:gd name="T43" fmla="*/ 2147483646 h 341"/>
              <a:gd name="T44" fmla="*/ 2147483646 w 608"/>
              <a:gd name="T45" fmla="*/ 2147483646 h 341"/>
              <a:gd name="T46" fmla="*/ 2147483646 w 608"/>
              <a:gd name="T47" fmla="*/ 2147483646 h 341"/>
              <a:gd name="T48" fmla="*/ 2147483646 w 608"/>
              <a:gd name="T49" fmla="*/ 2147483646 h 341"/>
              <a:gd name="T50" fmla="*/ 2147483646 w 608"/>
              <a:gd name="T51" fmla="*/ 2147483646 h 341"/>
              <a:gd name="T52" fmla="*/ 2147483646 w 608"/>
              <a:gd name="T53" fmla="*/ 2147483646 h 341"/>
              <a:gd name="T54" fmla="*/ 2147483646 w 608"/>
              <a:gd name="T55" fmla="*/ 2147483646 h 341"/>
              <a:gd name="T56" fmla="*/ 2147483646 w 608"/>
              <a:gd name="T57" fmla="*/ 2147483646 h 341"/>
              <a:gd name="T58" fmla="*/ 2147483646 w 608"/>
              <a:gd name="T59" fmla="*/ 2147483646 h 341"/>
              <a:gd name="T60" fmla="*/ 2147483646 w 608"/>
              <a:gd name="T61" fmla="*/ 2147483646 h 341"/>
              <a:gd name="T62" fmla="*/ 2147483646 w 608"/>
              <a:gd name="T63" fmla="*/ 2147483646 h 341"/>
              <a:gd name="T64" fmla="*/ 2147483646 w 608"/>
              <a:gd name="T65" fmla="*/ 2147483646 h 341"/>
              <a:gd name="T66" fmla="*/ 2147483646 w 608"/>
              <a:gd name="T67" fmla="*/ 2147483646 h 341"/>
              <a:gd name="T68" fmla="*/ 2147483646 w 608"/>
              <a:gd name="T69" fmla="*/ 2147483646 h 341"/>
              <a:gd name="T70" fmla="*/ 2147483646 w 608"/>
              <a:gd name="T71" fmla="*/ 2147483646 h 341"/>
              <a:gd name="T72" fmla="*/ 2147483646 w 608"/>
              <a:gd name="T73" fmla="*/ 2147483646 h 341"/>
              <a:gd name="T74" fmla="*/ 2147483646 w 608"/>
              <a:gd name="T75" fmla="*/ 0 h 341"/>
              <a:gd name="T76" fmla="*/ 2147483646 w 608"/>
              <a:gd name="T77" fmla="*/ 0 h 341"/>
              <a:gd name="T78" fmla="*/ 2147483646 w 608"/>
              <a:gd name="T79" fmla="*/ 0 h 341"/>
              <a:gd name="T80" fmla="*/ 2147483646 w 608"/>
              <a:gd name="T81" fmla="*/ 0 h 341"/>
              <a:gd name="T82" fmla="*/ 2147483646 w 608"/>
              <a:gd name="T83" fmla="*/ 0 h 341"/>
              <a:gd name="T84" fmla="*/ 2147483646 w 608"/>
              <a:gd name="T85" fmla="*/ 0 h 341"/>
              <a:gd name="T86" fmla="*/ 2147483646 w 608"/>
              <a:gd name="T87" fmla="*/ 0 h 341"/>
              <a:gd name="T88" fmla="*/ 2147483646 w 608"/>
              <a:gd name="T89" fmla="*/ 0 h 341"/>
              <a:gd name="T90" fmla="*/ 2147483646 w 608"/>
              <a:gd name="T91" fmla="*/ 0 h 341"/>
              <a:gd name="T92" fmla="*/ 2147483646 w 608"/>
              <a:gd name="T93" fmla="*/ 0 h 341"/>
              <a:gd name="T94" fmla="*/ 2147483646 w 608"/>
              <a:gd name="T95" fmla="*/ 0 h 341"/>
              <a:gd name="T96" fmla="*/ 2147483646 w 608"/>
              <a:gd name="T97" fmla="*/ 0 h 341"/>
              <a:gd name="T98" fmla="*/ 2147483646 w 608"/>
              <a:gd name="T99" fmla="*/ 0 h 341"/>
              <a:gd name="T100" fmla="*/ 2147483646 w 608"/>
              <a:gd name="T101" fmla="*/ 0 h 341"/>
              <a:gd name="T102" fmla="*/ 2147483646 w 608"/>
              <a:gd name="T103" fmla="*/ 0 h 34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08" h="341">
                <a:moveTo>
                  <a:pt x="0" y="341"/>
                </a:moveTo>
                <a:lnTo>
                  <a:pt x="37" y="341"/>
                </a:lnTo>
                <a:lnTo>
                  <a:pt x="72" y="341"/>
                </a:lnTo>
                <a:lnTo>
                  <a:pt x="104" y="341"/>
                </a:lnTo>
                <a:lnTo>
                  <a:pt x="134" y="341"/>
                </a:lnTo>
                <a:lnTo>
                  <a:pt x="161" y="341"/>
                </a:lnTo>
                <a:lnTo>
                  <a:pt x="189" y="341"/>
                </a:lnTo>
                <a:lnTo>
                  <a:pt x="213" y="341"/>
                </a:lnTo>
                <a:lnTo>
                  <a:pt x="235" y="341"/>
                </a:lnTo>
                <a:lnTo>
                  <a:pt x="256" y="341"/>
                </a:lnTo>
                <a:lnTo>
                  <a:pt x="275" y="341"/>
                </a:lnTo>
                <a:lnTo>
                  <a:pt x="293" y="341"/>
                </a:lnTo>
                <a:lnTo>
                  <a:pt x="309" y="341"/>
                </a:lnTo>
                <a:lnTo>
                  <a:pt x="323" y="341"/>
                </a:lnTo>
                <a:lnTo>
                  <a:pt x="338" y="341"/>
                </a:lnTo>
                <a:lnTo>
                  <a:pt x="349" y="341"/>
                </a:lnTo>
                <a:lnTo>
                  <a:pt x="360" y="341"/>
                </a:lnTo>
                <a:lnTo>
                  <a:pt x="371" y="341"/>
                </a:lnTo>
                <a:lnTo>
                  <a:pt x="381" y="341"/>
                </a:lnTo>
                <a:lnTo>
                  <a:pt x="389" y="341"/>
                </a:lnTo>
                <a:lnTo>
                  <a:pt x="395" y="341"/>
                </a:lnTo>
                <a:lnTo>
                  <a:pt x="403" y="341"/>
                </a:lnTo>
                <a:lnTo>
                  <a:pt x="410" y="341"/>
                </a:lnTo>
                <a:lnTo>
                  <a:pt x="414" y="341"/>
                </a:lnTo>
                <a:lnTo>
                  <a:pt x="419" y="341"/>
                </a:lnTo>
                <a:lnTo>
                  <a:pt x="426" y="341"/>
                </a:lnTo>
                <a:lnTo>
                  <a:pt x="429" y="341"/>
                </a:lnTo>
                <a:lnTo>
                  <a:pt x="434" y="341"/>
                </a:lnTo>
                <a:lnTo>
                  <a:pt x="438" y="341"/>
                </a:lnTo>
                <a:lnTo>
                  <a:pt x="442" y="341"/>
                </a:lnTo>
                <a:lnTo>
                  <a:pt x="446" y="341"/>
                </a:lnTo>
                <a:lnTo>
                  <a:pt x="451" y="341"/>
                </a:lnTo>
                <a:lnTo>
                  <a:pt x="456" y="341"/>
                </a:lnTo>
                <a:lnTo>
                  <a:pt x="461" y="341"/>
                </a:lnTo>
                <a:lnTo>
                  <a:pt x="464" y="341"/>
                </a:lnTo>
                <a:lnTo>
                  <a:pt x="469" y="341"/>
                </a:lnTo>
                <a:lnTo>
                  <a:pt x="472" y="341"/>
                </a:lnTo>
                <a:lnTo>
                  <a:pt x="475" y="341"/>
                </a:lnTo>
                <a:lnTo>
                  <a:pt x="480" y="341"/>
                </a:lnTo>
                <a:lnTo>
                  <a:pt x="483" y="341"/>
                </a:lnTo>
                <a:lnTo>
                  <a:pt x="485" y="341"/>
                </a:lnTo>
                <a:lnTo>
                  <a:pt x="488" y="341"/>
                </a:lnTo>
                <a:lnTo>
                  <a:pt x="491" y="341"/>
                </a:lnTo>
                <a:lnTo>
                  <a:pt x="494" y="339"/>
                </a:lnTo>
                <a:lnTo>
                  <a:pt x="496" y="339"/>
                </a:lnTo>
                <a:lnTo>
                  <a:pt x="499" y="339"/>
                </a:lnTo>
                <a:lnTo>
                  <a:pt x="501" y="337"/>
                </a:lnTo>
                <a:lnTo>
                  <a:pt x="504" y="337"/>
                </a:lnTo>
                <a:lnTo>
                  <a:pt x="506" y="336"/>
                </a:lnTo>
                <a:lnTo>
                  <a:pt x="509" y="334"/>
                </a:lnTo>
                <a:lnTo>
                  <a:pt x="510" y="334"/>
                </a:lnTo>
                <a:lnTo>
                  <a:pt x="514" y="333"/>
                </a:lnTo>
                <a:lnTo>
                  <a:pt x="515" y="331"/>
                </a:lnTo>
                <a:lnTo>
                  <a:pt x="518" y="329"/>
                </a:lnTo>
                <a:lnTo>
                  <a:pt x="522" y="328"/>
                </a:lnTo>
                <a:lnTo>
                  <a:pt x="523" y="326"/>
                </a:lnTo>
                <a:lnTo>
                  <a:pt x="526" y="323"/>
                </a:lnTo>
                <a:lnTo>
                  <a:pt x="530" y="321"/>
                </a:lnTo>
                <a:lnTo>
                  <a:pt x="533" y="318"/>
                </a:lnTo>
                <a:lnTo>
                  <a:pt x="536" y="315"/>
                </a:lnTo>
                <a:lnTo>
                  <a:pt x="541" y="313"/>
                </a:lnTo>
                <a:lnTo>
                  <a:pt x="544" y="310"/>
                </a:lnTo>
                <a:lnTo>
                  <a:pt x="547" y="307"/>
                </a:lnTo>
                <a:lnTo>
                  <a:pt x="552" y="302"/>
                </a:lnTo>
                <a:lnTo>
                  <a:pt x="557" y="299"/>
                </a:lnTo>
                <a:lnTo>
                  <a:pt x="562" y="294"/>
                </a:lnTo>
                <a:lnTo>
                  <a:pt x="566" y="291"/>
                </a:lnTo>
                <a:lnTo>
                  <a:pt x="570" y="288"/>
                </a:lnTo>
                <a:lnTo>
                  <a:pt x="574" y="285"/>
                </a:lnTo>
                <a:lnTo>
                  <a:pt x="578" y="281"/>
                </a:lnTo>
                <a:lnTo>
                  <a:pt x="581" y="278"/>
                </a:lnTo>
                <a:lnTo>
                  <a:pt x="584" y="277"/>
                </a:lnTo>
                <a:lnTo>
                  <a:pt x="586" y="273"/>
                </a:lnTo>
                <a:lnTo>
                  <a:pt x="589" y="270"/>
                </a:lnTo>
                <a:lnTo>
                  <a:pt x="590" y="269"/>
                </a:lnTo>
                <a:lnTo>
                  <a:pt x="594" y="267"/>
                </a:lnTo>
                <a:lnTo>
                  <a:pt x="595" y="264"/>
                </a:lnTo>
                <a:lnTo>
                  <a:pt x="597" y="262"/>
                </a:lnTo>
                <a:lnTo>
                  <a:pt x="598" y="261"/>
                </a:lnTo>
                <a:lnTo>
                  <a:pt x="600" y="257"/>
                </a:lnTo>
                <a:lnTo>
                  <a:pt x="602" y="256"/>
                </a:lnTo>
                <a:lnTo>
                  <a:pt x="602" y="254"/>
                </a:lnTo>
                <a:lnTo>
                  <a:pt x="603" y="253"/>
                </a:lnTo>
                <a:lnTo>
                  <a:pt x="605" y="249"/>
                </a:lnTo>
                <a:lnTo>
                  <a:pt x="605" y="248"/>
                </a:lnTo>
                <a:lnTo>
                  <a:pt x="605" y="246"/>
                </a:lnTo>
                <a:lnTo>
                  <a:pt x="606" y="243"/>
                </a:lnTo>
                <a:lnTo>
                  <a:pt x="606" y="241"/>
                </a:lnTo>
                <a:lnTo>
                  <a:pt x="606" y="238"/>
                </a:lnTo>
                <a:lnTo>
                  <a:pt x="606" y="237"/>
                </a:lnTo>
                <a:lnTo>
                  <a:pt x="606" y="233"/>
                </a:lnTo>
                <a:lnTo>
                  <a:pt x="608" y="230"/>
                </a:lnTo>
                <a:lnTo>
                  <a:pt x="608" y="227"/>
                </a:lnTo>
                <a:lnTo>
                  <a:pt x="608" y="224"/>
                </a:lnTo>
                <a:lnTo>
                  <a:pt x="608" y="221"/>
                </a:lnTo>
                <a:lnTo>
                  <a:pt x="608" y="217"/>
                </a:lnTo>
                <a:lnTo>
                  <a:pt x="608" y="213"/>
                </a:lnTo>
                <a:lnTo>
                  <a:pt x="608" y="209"/>
                </a:lnTo>
                <a:lnTo>
                  <a:pt x="608" y="206"/>
                </a:lnTo>
                <a:lnTo>
                  <a:pt x="608" y="203"/>
                </a:lnTo>
                <a:lnTo>
                  <a:pt x="608" y="200"/>
                </a:lnTo>
                <a:lnTo>
                  <a:pt x="608" y="197"/>
                </a:lnTo>
                <a:lnTo>
                  <a:pt x="608" y="193"/>
                </a:lnTo>
                <a:lnTo>
                  <a:pt x="608" y="190"/>
                </a:lnTo>
                <a:lnTo>
                  <a:pt x="608" y="189"/>
                </a:lnTo>
                <a:lnTo>
                  <a:pt x="608" y="185"/>
                </a:lnTo>
                <a:lnTo>
                  <a:pt x="608" y="184"/>
                </a:lnTo>
                <a:lnTo>
                  <a:pt x="608" y="181"/>
                </a:lnTo>
                <a:lnTo>
                  <a:pt x="608" y="179"/>
                </a:lnTo>
                <a:lnTo>
                  <a:pt x="608" y="177"/>
                </a:lnTo>
                <a:lnTo>
                  <a:pt x="608" y="174"/>
                </a:lnTo>
                <a:lnTo>
                  <a:pt x="608" y="173"/>
                </a:lnTo>
                <a:lnTo>
                  <a:pt x="608" y="171"/>
                </a:lnTo>
                <a:lnTo>
                  <a:pt x="608" y="169"/>
                </a:lnTo>
                <a:lnTo>
                  <a:pt x="608" y="166"/>
                </a:lnTo>
                <a:lnTo>
                  <a:pt x="608" y="165"/>
                </a:lnTo>
                <a:lnTo>
                  <a:pt x="608" y="163"/>
                </a:lnTo>
                <a:lnTo>
                  <a:pt x="608" y="160"/>
                </a:lnTo>
                <a:lnTo>
                  <a:pt x="608" y="158"/>
                </a:lnTo>
                <a:lnTo>
                  <a:pt x="608" y="155"/>
                </a:lnTo>
                <a:lnTo>
                  <a:pt x="608" y="153"/>
                </a:lnTo>
                <a:lnTo>
                  <a:pt x="608" y="150"/>
                </a:lnTo>
                <a:lnTo>
                  <a:pt x="608" y="149"/>
                </a:lnTo>
                <a:lnTo>
                  <a:pt x="608" y="145"/>
                </a:lnTo>
                <a:lnTo>
                  <a:pt x="608" y="142"/>
                </a:lnTo>
                <a:lnTo>
                  <a:pt x="608" y="139"/>
                </a:lnTo>
                <a:lnTo>
                  <a:pt x="608" y="136"/>
                </a:lnTo>
                <a:lnTo>
                  <a:pt x="608" y="131"/>
                </a:lnTo>
                <a:lnTo>
                  <a:pt x="608" y="128"/>
                </a:lnTo>
                <a:lnTo>
                  <a:pt x="608" y="125"/>
                </a:lnTo>
                <a:lnTo>
                  <a:pt x="608" y="120"/>
                </a:lnTo>
                <a:lnTo>
                  <a:pt x="608" y="117"/>
                </a:lnTo>
                <a:lnTo>
                  <a:pt x="608" y="113"/>
                </a:lnTo>
                <a:lnTo>
                  <a:pt x="608" y="110"/>
                </a:lnTo>
                <a:lnTo>
                  <a:pt x="606" y="109"/>
                </a:lnTo>
                <a:lnTo>
                  <a:pt x="606" y="105"/>
                </a:lnTo>
                <a:lnTo>
                  <a:pt x="606" y="102"/>
                </a:lnTo>
                <a:lnTo>
                  <a:pt x="606" y="101"/>
                </a:lnTo>
                <a:lnTo>
                  <a:pt x="606" y="97"/>
                </a:lnTo>
                <a:lnTo>
                  <a:pt x="605" y="96"/>
                </a:lnTo>
                <a:lnTo>
                  <a:pt x="605" y="94"/>
                </a:lnTo>
                <a:lnTo>
                  <a:pt x="605" y="91"/>
                </a:lnTo>
                <a:lnTo>
                  <a:pt x="603" y="89"/>
                </a:lnTo>
                <a:lnTo>
                  <a:pt x="602" y="88"/>
                </a:lnTo>
                <a:lnTo>
                  <a:pt x="602" y="85"/>
                </a:lnTo>
                <a:lnTo>
                  <a:pt x="600" y="83"/>
                </a:lnTo>
                <a:lnTo>
                  <a:pt x="598" y="81"/>
                </a:lnTo>
                <a:lnTo>
                  <a:pt x="597" y="80"/>
                </a:lnTo>
                <a:lnTo>
                  <a:pt x="595" y="77"/>
                </a:lnTo>
                <a:lnTo>
                  <a:pt x="594" y="75"/>
                </a:lnTo>
                <a:lnTo>
                  <a:pt x="590" y="73"/>
                </a:lnTo>
                <a:lnTo>
                  <a:pt x="589" y="70"/>
                </a:lnTo>
                <a:lnTo>
                  <a:pt x="586" y="69"/>
                </a:lnTo>
                <a:lnTo>
                  <a:pt x="584" y="65"/>
                </a:lnTo>
                <a:lnTo>
                  <a:pt x="581" y="62"/>
                </a:lnTo>
                <a:lnTo>
                  <a:pt x="578" y="61"/>
                </a:lnTo>
                <a:lnTo>
                  <a:pt x="574" y="57"/>
                </a:lnTo>
                <a:lnTo>
                  <a:pt x="570" y="54"/>
                </a:lnTo>
                <a:lnTo>
                  <a:pt x="566" y="51"/>
                </a:lnTo>
                <a:lnTo>
                  <a:pt x="562" y="46"/>
                </a:lnTo>
                <a:lnTo>
                  <a:pt x="557" y="43"/>
                </a:lnTo>
                <a:lnTo>
                  <a:pt x="552" y="38"/>
                </a:lnTo>
                <a:lnTo>
                  <a:pt x="547" y="35"/>
                </a:lnTo>
                <a:lnTo>
                  <a:pt x="544" y="32"/>
                </a:lnTo>
                <a:lnTo>
                  <a:pt x="541" y="29"/>
                </a:lnTo>
                <a:lnTo>
                  <a:pt x="536" y="25"/>
                </a:lnTo>
                <a:lnTo>
                  <a:pt x="533" y="22"/>
                </a:lnTo>
                <a:lnTo>
                  <a:pt x="530" y="21"/>
                </a:lnTo>
                <a:lnTo>
                  <a:pt x="526" y="17"/>
                </a:lnTo>
                <a:lnTo>
                  <a:pt x="523" y="16"/>
                </a:lnTo>
                <a:lnTo>
                  <a:pt x="522" y="14"/>
                </a:lnTo>
                <a:lnTo>
                  <a:pt x="518" y="13"/>
                </a:lnTo>
                <a:lnTo>
                  <a:pt x="515" y="11"/>
                </a:lnTo>
                <a:lnTo>
                  <a:pt x="514" y="9"/>
                </a:lnTo>
                <a:lnTo>
                  <a:pt x="510" y="8"/>
                </a:lnTo>
                <a:lnTo>
                  <a:pt x="509" y="6"/>
                </a:lnTo>
                <a:lnTo>
                  <a:pt x="506" y="5"/>
                </a:lnTo>
                <a:lnTo>
                  <a:pt x="504" y="5"/>
                </a:lnTo>
                <a:lnTo>
                  <a:pt x="501" y="3"/>
                </a:lnTo>
                <a:lnTo>
                  <a:pt x="499" y="3"/>
                </a:lnTo>
                <a:lnTo>
                  <a:pt x="496" y="1"/>
                </a:lnTo>
                <a:lnTo>
                  <a:pt x="494" y="1"/>
                </a:lnTo>
                <a:lnTo>
                  <a:pt x="491" y="1"/>
                </a:lnTo>
                <a:lnTo>
                  <a:pt x="488" y="1"/>
                </a:lnTo>
                <a:lnTo>
                  <a:pt x="485" y="0"/>
                </a:lnTo>
                <a:lnTo>
                  <a:pt x="483" y="0"/>
                </a:lnTo>
                <a:lnTo>
                  <a:pt x="480" y="0"/>
                </a:lnTo>
                <a:lnTo>
                  <a:pt x="475" y="0"/>
                </a:lnTo>
                <a:lnTo>
                  <a:pt x="472" y="0"/>
                </a:lnTo>
                <a:lnTo>
                  <a:pt x="469" y="0"/>
                </a:lnTo>
                <a:lnTo>
                  <a:pt x="464" y="0"/>
                </a:lnTo>
                <a:lnTo>
                  <a:pt x="461" y="0"/>
                </a:lnTo>
                <a:lnTo>
                  <a:pt x="456" y="0"/>
                </a:lnTo>
                <a:lnTo>
                  <a:pt x="451" y="0"/>
                </a:lnTo>
                <a:lnTo>
                  <a:pt x="446" y="0"/>
                </a:lnTo>
                <a:lnTo>
                  <a:pt x="443" y="0"/>
                </a:lnTo>
                <a:lnTo>
                  <a:pt x="438" y="0"/>
                </a:lnTo>
                <a:lnTo>
                  <a:pt x="435" y="0"/>
                </a:lnTo>
                <a:lnTo>
                  <a:pt x="432" y="0"/>
                </a:lnTo>
                <a:lnTo>
                  <a:pt x="429" y="0"/>
                </a:lnTo>
                <a:lnTo>
                  <a:pt x="426" y="0"/>
                </a:lnTo>
                <a:lnTo>
                  <a:pt x="422" y="0"/>
                </a:lnTo>
                <a:lnTo>
                  <a:pt x="419" y="0"/>
                </a:lnTo>
                <a:lnTo>
                  <a:pt x="418" y="0"/>
                </a:lnTo>
                <a:lnTo>
                  <a:pt x="414" y="0"/>
                </a:lnTo>
                <a:lnTo>
                  <a:pt x="413" y="0"/>
                </a:lnTo>
                <a:lnTo>
                  <a:pt x="410" y="0"/>
                </a:lnTo>
                <a:lnTo>
                  <a:pt x="408" y="0"/>
                </a:lnTo>
                <a:lnTo>
                  <a:pt x="405" y="0"/>
                </a:lnTo>
                <a:lnTo>
                  <a:pt x="403" y="0"/>
                </a:lnTo>
                <a:lnTo>
                  <a:pt x="400" y="0"/>
                </a:lnTo>
                <a:lnTo>
                  <a:pt x="398" y="0"/>
                </a:lnTo>
                <a:lnTo>
                  <a:pt x="395" y="0"/>
                </a:lnTo>
                <a:lnTo>
                  <a:pt x="392" y="0"/>
                </a:lnTo>
                <a:lnTo>
                  <a:pt x="390" y="0"/>
                </a:lnTo>
                <a:lnTo>
                  <a:pt x="387" y="0"/>
                </a:lnTo>
                <a:lnTo>
                  <a:pt x="384" y="0"/>
                </a:lnTo>
                <a:lnTo>
                  <a:pt x="381" y="0"/>
                </a:lnTo>
                <a:lnTo>
                  <a:pt x="378" y="0"/>
                </a:lnTo>
                <a:lnTo>
                  <a:pt x="374" y="0"/>
                </a:lnTo>
                <a:lnTo>
                  <a:pt x="371" y="0"/>
                </a:lnTo>
                <a:lnTo>
                  <a:pt x="368" y="0"/>
                </a:lnTo>
                <a:lnTo>
                  <a:pt x="363" y="0"/>
                </a:lnTo>
                <a:lnTo>
                  <a:pt x="358" y="0"/>
                </a:lnTo>
                <a:lnTo>
                  <a:pt x="354" y="0"/>
                </a:lnTo>
                <a:lnTo>
                  <a:pt x="350" y="0"/>
                </a:lnTo>
                <a:lnTo>
                  <a:pt x="346" y="0"/>
                </a:lnTo>
                <a:lnTo>
                  <a:pt x="341" y="0"/>
                </a:lnTo>
                <a:lnTo>
                  <a:pt x="338" y="0"/>
                </a:lnTo>
                <a:lnTo>
                  <a:pt x="333" y="0"/>
                </a:lnTo>
                <a:lnTo>
                  <a:pt x="329" y="0"/>
                </a:lnTo>
                <a:lnTo>
                  <a:pt x="325" y="0"/>
                </a:lnTo>
                <a:lnTo>
                  <a:pt x="320" y="0"/>
                </a:lnTo>
                <a:lnTo>
                  <a:pt x="315" y="0"/>
                </a:lnTo>
                <a:lnTo>
                  <a:pt x="310" y="0"/>
                </a:lnTo>
                <a:lnTo>
                  <a:pt x="305" y="0"/>
                </a:lnTo>
                <a:lnTo>
                  <a:pt x="301" y="0"/>
                </a:lnTo>
                <a:lnTo>
                  <a:pt x="294" y="0"/>
                </a:lnTo>
                <a:lnTo>
                  <a:pt x="288" y="0"/>
                </a:lnTo>
                <a:lnTo>
                  <a:pt x="280" y="0"/>
                </a:lnTo>
                <a:lnTo>
                  <a:pt x="272" y="0"/>
                </a:lnTo>
                <a:lnTo>
                  <a:pt x="264" y="0"/>
                </a:lnTo>
                <a:lnTo>
                  <a:pt x="254" y="0"/>
                </a:lnTo>
                <a:lnTo>
                  <a:pt x="243" y="0"/>
                </a:lnTo>
                <a:lnTo>
                  <a:pt x="232" y="0"/>
                </a:lnTo>
                <a:lnTo>
                  <a:pt x="221" y="0"/>
                </a:lnTo>
                <a:lnTo>
                  <a:pt x="206" y="0"/>
                </a:lnTo>
                <a:lnTo>
                  <a:pt x="192" y="0"/>
                </a:lnTo>
                <a:lnTo>
                  <a:pt x="176" y="0"/>
                </a:lnTo>
                <a:lnTo>
                  <a:pt x="160" y="0"/>
                </a:lnTo>
                <a:lnTo>
                  <a:pt x="141" y="0"/>
                </a:lnTo>
                <a:lnTo>
                  <a:pt x="121" y="0"/>
                </a:lnTo>
                <a:lnTo>
                  <a:pt x="101" y="0"/>
                </a:lnTo>
                <a:lnTo>
                  <a:pt x="78" y="0"/>
                </a:lnTo>
                <a:lnTo>
                  <a:pt x="54" y="0"/>
                </a:lnTo>
                <a:lnTo>
                  <a:pt x="27" y="0"/>
                </a:lnTo>
                <a:lnTo>
                  <a:pt x="0" y="0"/>
                </a:lnTo>
              </a:path>
            </a:pathLst>
          </a:custGeom>
          <a:noFill/>
          <a:ln w="2381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0" name="Line 57">
            <a:extLst>
              <a:ext uri="{FF2B5EF4-FFF2-40B4-BE49-F238E27FC236}">
                <a16:creationId xmlns:a16="http://schemas.microsoft.com/office/drawing/2014/main" id="{D840846B-51BD-471C-88FC-4617EA9AE4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0025" y="3795713"/>
            <a:ext cx="1588" cy="895350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1" name="Line 58">
            <a:extLst>
              <a:ext uri="{FF2B5EF4-FFF2-40B4-BE49-F238E27FC236}">
                <a16:creationId xmlns:a16="http://schemas.microsoft.com/office/drawing/2014/main" id="{6ACB5072-1073-4CCF-8501-74B37CDA0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0388" y="3767138"/>
            <a:ext cx="1587" cy="531812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2" name="Line 59">
            <a:extLst>
              <a:ext uri="{FF2B5EF4-FFF2-40B4-BE49-F238E27FC236}">
                <a16:creationId xmlns:a16="http://schemas.microsoft.com/office/drawing/2014/main" id="{230934CF-4438-43ED-B57A-ABB765F9F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2620963"/>
            <a:ext cx="1587" cy="2070100"/>
          </a:xfrm>
          <a:prstGeom prst="line">
            <a:avLst/>
          </a:prstGeom>
          <a:noFill/>
          <a:ln w="2381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3" name="Rectangle 60">
            <a:extLst>
              <a:ext uri="{FF2B5EF4-FFF2-40B4-BE49-F238E27FC236}">
                <a16:creationId xmlns:a16="http://schemas.microsoft.com/office/drawing/2014/main" id="{7A304E9E-1EFE-41B5-BA89-CC3F1FCCD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2881313"/>
            <a:ext cx="1714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4" name="Rectangle 61">
            <a:extLst>
              <a:ext uri="{FF2B5EF4-FFF2-40B4-BE49-F238E27FC236}">
                <a16:creationId xmlns:a16="http://schemas.microsoft.com/office/drawing/2014/main" id="{6CC965D5-19E7-4416-8607-C73558F65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16446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5" name="Rectangle 62">
            <a:extLst>
              <a:ext uri="{FF2B5EF4-FFF2-40B4-BE49-F238E27FC236}">
                <a16:creationId xmlns:a16="http://schemas.microsoft.com/office/drawing/2014/main" id="{E228F3B7-FF72-44CB-98FA-A1540E0FD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17684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6" name="Rectangle 63">
            <a:extLst>
              <a:ext uri="{FF2B5EF4-FFF2-40B4-BE49-F238E27FC236}">
                <a16:creationId xmlns:a16="http://schemas.microsoft.com/office/drawing/2014/main" id="{500B81F3-5E60-4EF0-A491-EAEF87626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16446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7" name="Rectangle 64">
            <a:extLst>
              <a:ext uri="{FF2B5EF4-FFF2-40B4-BE49-F238E27FC236}">
                <a16:creationId xmlns:a16="http://schemas.microsoft.com/office/drawing/2014/main" id="{D7C047F1-1503-49A2-AC0B-B4D9919BA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938" y="17684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8" name="Rectangle 65">
            <a:extLst>
              <a:ext uri="{FF2B5EF4-FFF2-40B4-BE49-F238E27FC236}">
                <a16:creationId xmlns:a16="http://schemas.microsoft.com/office/drawing/2014/main" id="{5841B301-EE36-4EC4-B842-069713360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16446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59" name="Line 66">
            <a:extLst>
              <a:ext uri="{FF2B5EF4-FFF2-40B4-BE49-F238E27FC236}">
                <a16:creationId xmlns:a16="http://schemas.microsoft.com/office/drawing/2014/main" id="{15BEFFA7-8750-4EB9-B067-60125334F5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6800" y="1698625"/>
            <a:ext cx="55563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0" name="Line 67">
            <a:extLst>
              <a:ext uri="{FF2B5EF4-FFF2-40B4-BE49-F238E27FC236}">
                <a16:creationId xmlns:a16="http://schemas.microsoft.com/office/drawing/2014/main" id="{63BEBE32-B2EE-4203-A49F-D91CBC003E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638" y="1698625"/>
            <a:ext cx="84137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1" name="Line 68">
            <a:extLst>
              <a:ext uri="{FF2B5EF4-FFF2-40B4-BE49-F238E27FC236}">
                <a16:creationId xmlns:a16="http://schemas.microsoft.com/office/drawing/2014/main" id="{C11B3478-65D1-474C-9D40-F547BC5EF2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1463" y="1698625"/>
            <a:ext cx="57150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2" name="Rectangle 69">
            <a:extLst>
              <a:ext uri="{FF2B5EF4-FFF2-40B4-BE49-F238E27FC236}">
                <a16:creationId xmlns:a16="http://schemas.microsoft.com/office/drawing/2014/main" id="{0C1D3BCE-3639-4209-9F65-2B6E97EF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17684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3" name="Rectangle 70">
            <a:extLst>
              <a:ext uri="{FF2B5EF4-FFF2-40B4-BE49-F238E27FC236}">
                <a16:creationId xmlns:a16="http://schemas.microsoft.com/office/drawing/2014/main" id="{B7C048D9-375F-4E6C-8BC4-478B40D51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2415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4" name="Rectangle 71">
            <a:extLst>
              <a:ext uri="{FF2B5EF4-FFF2-40B4-BE49-F238E27FC236}">
                <a16:creationId xmlns:a16="http://schemas.microsoft.com/office/drawing/2014/main" id="{0F18F154-0DF1-4631-A9E0-8A10ED85D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2368550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5" name="Rectangle 72">
            <a:extLst>
              <a:ext uri="{FF2B5EF4-FFF2-40B4-BE49-F238E27FC236}">
                <a16:creationId xmlns:a16="http://schemas.microsoft.com/office/drawing/2014/main" id="{B5752BE1-18B7-4F1A-8736-67162CB17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22415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6" name="Rectangle 73">
            <a:extLst>
              <a:ext uri="{FF2B5EF4-FFF2-40B4-BE49-F238E27FC236}">
                <a16:creationId xmlns:a16="http://schemas.microsoft.com/office/drawing/2014/main" id="{C0447700-CEDB-4134-92F6-AFB89D1EA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236378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7" name="Rectangle 74">
            <a:extLst>
              <a:ext uri="{FF2B5EF4-FFF2-40B4-BE49-F238E27FC236}">
                <a16:creationId xmlns:a16="http://schemas.microsoft.com/office/drawing/2014/main" id="{F6524DFB-917F-49BA-98BC-3B216595E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2241550"/>
            <a:ext cx="158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8" name="Line 75">
            <a:extLst>
              <a:ext uri="{FF2B5EF4-FFF2-40B4-BE49-F238E27FC236}">
                <a16:creationId xmlns:a16="http://schemas.microsoft.com/office/drawing/2014/main" id="{D4176A32-9F5C-41EA-A5D2-3ABE2E585A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638" y="2286000"/>
            <a:ext cx="84137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69" name="Rectangle 76">
            <a:extLst>
              <a:ext uri="{FF2B5EF4-FFF2-40B4-BE49-F238E27FC236}">
                <a16:creationId xmlns:a16="http://schemas.microsoft.com/office/drawing/2014/main" id="{AE33C53F-55A7-41A9-AE39-9A722DAFA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368550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0" name="Rectangle 77">
            <a:extLst>
              <a:ext uri="{FF2B5EF4-FFF2-40B4-BE49-F238E27FC236}">
                <a16:creationId xmlns:a16="http://schemas.microsoft.com/office/drawing/2014/main" id="{931339D1-4258-4204-8D5E-8712197C6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38338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1" name="Rectangle 78">
            <a:extLst>
              <a:ext uri="{FF2B5EF4-FFF2-40B4-BE49-F238E27FC236}">
                <a16:creationId xmlns:a16="http://schemas.microsoft.com/office/drawing/2014/main" id="{7EA4A380-76EC-40DD-A60C-14E977CAE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395763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2" name="Rectangle 79">
            <a:extLst>
              <a:ext uri="{FF2B5EF4-FFF2-40B4-BE49-F238E27FC236}">
                <a16:creationId xmlns:a16="http://schemas.microsoft.com/office/drawing/2014/main" id="{752C240D-D7D3-4DEF-8DCF-9140F6C83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8338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3" name="Rectangle 80">
            <a:extLst>
              <a:ext uri="{FF2B5EF4-FFF2-40B4-BE49-F238E27FC236}">
                <a16:creationId xmlns:a16="http://schemas.microsoft.com/office/drawing/2014/main" id="{9B1A3833-85DB-46C3-B213-6CE16E803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395922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4" name="Rectangle 81">
            <a:extLst>
              <a:ext uri="{FF2B5EF4-FFF2-40B4-BE49-F238E27FC236}">
                <a16:creationId xmlns:a16="http://schemas.microsoft.com/office/drawing/2014/main" id="{B212409B-2D15-4DFD-9DC9-865463E1D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383381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5" name="Line 82">
            <a:extLst>
              <a:ext uri="{FF2B5EF4-FFF2-40B4-BE49-F238E27FC236}">
                <a16:creationId xmlns:a16="http://schemas.microsoft.com/office/drawing/2014/main" id="{A1E396B5-F0EB-4727-B98C-E3E3928240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6800" y="3879850"/>
            <a:ext cx="55563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6" name="Line 83">
            <a:extLst>
              <a:ext uri="{FF2B5EF4-FFF2-40B4-BE49-F238E27FC236}">
                <a16:creationId xmlns:a16="http://schemas.microsoft.com/office/drawing/2014/main" id="{9C382566-1855-4ED9-9A43-A6039CEB87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1463" y="3879850"/>
            <a:ext cx="57150" cy="158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7" name="Rectangle 84">
            <a:extLst>
              <a:ext uri="{FF2B5EF4-FFF2-40B4-BE49-F238E27FC236}">
                <a16:creationId xmlns:a16="http://schemas.microsoft.com/office/drawing/2014/main" id="{02A9DC2F-0F6F-4A60-9665-A57A3BADF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395763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8" name="Rectangle 85">
            <a:extLst>
              <a:ext uri="{FF2B5EF4-FFF2-40B4-BE49-F238E27FC236}">
                <a16:creationId xmlns:a16="http://schemas.microsoft.com/office/drawing/2014/main" id="{ECD7DBD5-5A7F-45D0-A289-EB5ACDEBB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83686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79" name="Rectangle 86">
            <a:extLst>
              <a:ext uri="{FF2B5EF4-FFF2-40B4-BE49-F238E27FC236}">
                <a16:creationId xmlns:a16="http://schemas.microsoft.com/office/drawing/2014/main" id="{BC2A8E6D-DD66-4EAA-8592-6ACEACCFB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29622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0" name="Rectangle 87">
            <a:extLst>
              <a:ext uri="{FF2B5EF4-FFF2-40B4-BE49-F238E27FC236}">
                <a16:creationId xmlns:a16="http://schemas.microsoft.com/office/drawing/2014/main" id="{0C03766A-67F6-4776-8AB7-E516CEB3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283686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1" name="Rectangle 88">
            <a:extLst>
              <a:ext uri="{FF2B5EF4-FFF2-40B4-BE49-F238E27FC236}">
                <a16:creationId xmlns:a16="http://schemas.microsoft.com/office/drawing/2014/main" id="{C8F71D06-7F0B-4F92-B36C-1AFBB5BCE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29622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2" name="Rectangle 89">
            <a:extLst>
              <a:ext uri="{FF2B5EF4-FFF2-40B4-BE49-F238E27FC236}">
                <a16:creationId xmlns:a16="http://schemas.microsoft.com/office/drawing/2014/main" id="{3963E353-3A56-4E72-9A2D-A0A658DC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2836863"/>
            <a:ext cx="158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3" name="Rectangle 90">
            <a:extLst>
              <a:ext uri="{FF2B5EF4-FFF2-40B4-BE49-F238E27FC236}">
                <a16:creationId xmlns:a16="http://schemas.microsoft.com/office/drawing/2014/main" id="{41AC4DAC-EFE3-4713-9866-FB88B0539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9622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4" name="Rectangle 91">
            <a:extLst>
              <a:ext uri="{FF2B5EF4-FFF2-40B4-BE49-F238E27FC236}">
                <a16:creationId xmlns:a16="http://schemas.microsoft.com/office/drawing/2014/main" id="{9E7C7B27-EC9D-4BB2-BD98-859D41795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288" y="4340225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5" name="Rectangle 92">
            <a:extLst>
              <a:ext uri="{FF2B5EF4-FFF2-40B4-BE49-F238E27FC236}">
                <a16:creationId xmlns:a16="http://schemas.microsoft.com/office/drawing/2014/main" id="{68542FB4-6352-430E-86BF-602B4D43A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446563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6" name="Rectangle 93">
            <a:extLst>
              <a:ext uri="{FF2B5EF4-FFF2-40B4-BE49-F238E27FC236}">
                <a16:creationId xmlns:a16="http://schemas.microsoft.com/office/drawing/2014/main" id="{707E7E17-6E2E-4179-AC5E-6FD7379DF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40225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7" name="Rectangle 94">
            <a:extLst>
              <a:ext uri="{FF2B5EF4-FFF2-40B4-BE49-F238E27FC236}">
                <a16:creationId xmlns:a16="http://schemas.microsoft.com/office/drawing/2014/main" id="{FC62F8FE-6E65-4831-BC21-953F47BF6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446563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8" name="Rectangle 95">
            <a:extLst>
              <a:ext uri="{FF2B5EF4-FFF2-40B4-BE49-F238E27FC236}">
                <a16:creationId xmlns:a16="http://schemas.microsoft.com/office/drawing/2014/main" id="{324502CB-6B35-4463-8DA4-3778C1918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4340225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89" name="Rectangle 96">
            <a:extLst>
              <a:ext uri="{FF2B5EF4-FFF2-40B4-BE49-F238E27FC236}">
                <a16:creationId xmlns:a16="http://schemas.microsoft.com/office/drawing/2014/main" id="{52222979-6C01-448D-AA16-1807E71EC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8" y="4465638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0" name="Rectangle 97">
            <a:extLst>
              <a:ext uri="{FF2B5EF4-FFF2-40B4-BE49-F238E27FC236}">
                <a16:creationId xmlns:a16="http://schemas.microsoft.com/office/drawing/2014/main" id="{A2B54B83-EF16-4AD6-93B4-664265966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4340225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1" name="Rectangle 98">
            <a:extLst>
              <a:ext uri="{FF2B5EF4-FFF2-40B4-BE49-F238E27FC236}">
                <a16:creationId xmlns:a16="http://schemas.microsoft.com/office/drawing/2014/main" id="{9A3082FE-D0A9-411F-9711-4B8140E3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44624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2" name="Rectangle 99">
            <a:extLst>
              <a:ext uri="{FF2B5EF4-FFF2-40B4-BE49-F238E27FC236}">
                <a16:creationId xmlns:a16="http://schemas.microsoft.com/office/drawing/2014/main" id="{DFF1EDEF-8434-4564-B6CB-1BAA85A2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4340225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3" name="Rectangle 100">
            <a:extLst>
              <a:ext uri="{FF2B5EF4-FFF2-40B4-BE49-F238E27FC236}">
                <a16:creationId xmlns:a16="http://schemas.microsoft.com/office/drawing/2014/main" id="{F33F0A37-63A8-41D1-B87A-BADD932CD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44624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4" name="Rectangle 101">
            <a:extLst>
              <a:ext uri="{FF2B5EF4-FFF2-40B4-BE49-F238E27FC236}">
                <a16:creationId xmlns:a16="http://schemas.microsoft.com/office/drawing/2014/main" id="{4BFB3BED-ACF5-484C-B5AD-0C841C4D4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340225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64" name="Line 102">
            <a:extLst>
              <a:ext uri="{FF2B5EF4-FFF2-40B4-BE49-F238E27FC236}">
                <a16:creationId xmlns:a16="http://schemas.microsoft.com/office/drawing/2014/main" id="{AB2BEE15-C7A5-524C-B443-661B110C55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384675"/>
            <a:ext cx="84138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65" name="Line 103">
            <a:extLst>
              <a:ext uri="{FF2B5EF4-FFF2-40B4-BE49-F238E27FC236}">
                <a16:creationId xmlns:a16="http://schemas.microsoft.com/office/drawing/2014/main" id="{845CC483-111F-D348-83C5-C5091252F4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4384675"/>
            <a:ext cx="57150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66" name="Line 104">
            <a:extLst>
              <a:ext uri="{FF2B5EF4-FFF2-40B4-BE49-F238E27FC236}">
                <a16:creationId xmlns:a16="http://schemas.microsoft.com/office/drawing/2014/main" id="{90349A3D-2D28-914B-8D16-8290AD4590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8" y="4384675"/>
            <a:ext cx="55562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8" name="Rectangle 105">
            <a:extLst>
              <a:ext uri="{FF2B5EF4-FFF2-40B4-BE49-F238E27FC236}">
                <a16:creationId xmlns:a16="http://schemas.microsoft.com/office/drawing/2014/main" id="{04B9A110-894A-4628-B651-7DCB9CB1D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462463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99" name="Rectangle 106">
            <a:extLst>
              <a:ext uri="{FF2B5EF4-FFF2-40B4-BE49-F238E27FC236}">
                <a16:creationId xmlns:a16="http://schemas.microsoft.com/office/drawing/2014/main" id="{8EA3D682-D2A3-4E95-BD25-BE0E8D4EB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4741863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0" name="Rectangle 107">
            <a:extLst>
              <a:ext uri="{FF2B5EF4-FFF2-40B4-BE49-F238E27FC236}">
                <a16:creationId xmlns:a16="http://schemas.microsoft.com/office/drawing/2014/main" id="{8EA0CB36-AC9C-481A-B7A5-6C3767437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48672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1" name="Rectangle 108">
            <a:extLst>
              <a:ext uri="{FF2B5EF4-FFF2-40B4-BE49-F238E27FC236}">
                <a16:creationId xmlns:a16="http://schemas.microsoft.com/office/drawing/2014/main" id="{9FFC003C-2AC4-406E-B5A1-FA2DC411D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741863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2" name="Rectangle 109">
            <a:extLst>
              <a:ext uri="{FF2B5EF4-FFF2-40B4-BE49-F238E27FC236}">
                <a16:creationId xmlns:a16="http://schemas.microsoft.com/office/drawing/2014/main" id="{93C8526F-9287-4AD9-AF44-B6A90F911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487045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3" name="Rectangle 110">
            <a:extLst>
              <a:ext uri="{FF2B5EF4-FFF2-40B4-BE49-F238E27FC236}">
                <a16:creationId xmlns:a16="http://schemas.microsoft.com/office/drawing/2014/main" id="{9EA3D1E4-FB6C-48BB-82BC-6AD9CDAE7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4741863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73" name="Line 111">
            <a:extLst>
              <a:ext uri="{FF2B5EF4-FFF2-40B4-BE49-F238E27FC236}">
                <a16:creationId xmlns:a16="http://schemas.microsoft.com/office/drawing/2014/main" id="{D79D49E9-0A96-5945-A670-93A8715A02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25" y="4775200"/>
            <a:ext cx="55563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74" name="Line 112">
            <a:extLst>
              <a:ext uri="{FF2B5EF4-FFF2-40B4-BE49-F238E27FC236}">
                <a16:creationId xmlns:a16="http://schemas.microsoft.com/office/drawing/2014/main" id="{B7B61E81-9644-9347-A37F-DE355FF42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988" y="4775200"/>
            <a:ext cx="84137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6" name="Rectangle 113">
            <a:extLst>
              <a:ext uri="{FF2B5EF4-FFF2-40B4-BE49-F238E27FC236}">
                <a16:creationId xmlns:a16="http://schemas.microsoft.com/office/drawing/2014/main" id="{312ECDBD-DBE5-4A15-9850-1CF332A90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48672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7" name="Rectangle 114">
            <a:extLst>
              <a:ext uri="{FF2B5EF4-FFF2-40B4-BE49-F238E27FC236}">
                <a16:creationId xmlns:a16="http://schemas.microsoft.com/office/drawing/2014/main" id="{CC6599F2-86CF-4DDA-82B0-2D4DF56CC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4741863"/>
            <a:ext cx="179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8" name="Rectangle 115">
            <a:extLst>
              <a:ext uri="{FF2B5EF4-FFF2-40B4-BE49-F238E27FC236}">
                <a16:creationId xmlns:a16="http://schemas.microsoft.com/office/drawing/2014/main" id="{907E1531-1ED8-49B9-8258-692826CB7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487045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09" name="Rectangle 116">
            <a:extLst>
              <a:ext uri="{FF2B5EF4-FFF2-40B4-BE49-F238E27FC236}">
                <a16:creationId xmlns:a16="http://schemas.microsoft.com/office/drawing/2014/main" id="{75A0F368-90DE-4B6E-A6A6-D77E99935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4741863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10" name="Rectangle 117">
            <a:extLst>
              <a:ext uri="{FF2B5EF4-FFF2-40B4-BE49-F238E27FC236}">
                <a16:creationId xmlns:a16="http://schemas.microsoft.com/office/drawing/2014/main" id="{FAE1A7DE-A5DC-4A84-9CBF-F4B523D8C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867275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11" name="Rectangle 118">
            <a:extLst>
              <a:ext uri="{FF2B5EF4-FFF2-40B4-BE49-F238E27FC236}">
                <a16:creationId xmlns:a16="http://schemas.microsoft.com/office/drawing/2014/main" id="{F210E220-9A91-40A4-AFA3-8D2238C86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4741863"/>
            <a:ext cx="179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981" name="Line 119">
            <a:extLst>
              <a:ext uri="{FF2B5EF4-FFF2-40B4-BE49-F238E27FC236}">
                <a16:creationId xmlns:a16="http://schemas.microsoft.com/office/drawing/2014/main" id="{BD584BCC-B649-0E41-ABE3-F8939A33CC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7313" y="4775200"/>
            <a:ext cx="55562" cy="1588"/>
          </a:xfrm>
          <a:prstGeom prst="line">
            <a:avLst/>
          </a:prstGeom>
          <a:noFill/>
          <a:ln w="23813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D2D8A">
                  <a:lumMod val="60000"/>
                  <a:lumOff val="40000"/>
                </a:srgbClr>
              </a:solidFill>
              <a:effectLst/>
              <a:uLnTx/>
              <a:uFillTx/>
              <a:latin typeface="Times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013" name="Rectangle 120">
            <a:extLst>
              <a:ext uri="{FF2B5EF4-FFF2-40B4-BE49-F238E27FC236}">
                <a16:creationId xmlns:a16="http://schemas.microsoft.com/office/drawing/2014/main" id="{4F5011B1-73C9-451D-BCF7-7A44544C0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4870450"/>
            <a:ext cx="149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6B6BC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4E663C87-4E60-284C-B5E2-B17C2C50AB9C}"/>
              </a:ext>
            </a:extLst>
          </p:cNvPr>
          <p:cNvSpPr txBox="1">
            <a:spLocks/>
          </p:cNvSpPr>
          <p:nvPr/>
        </p:nvSpPr>
        <p:spPr>
          <a:xfrm>
            <a:off x="0" y="1524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Example 3: Both Are Valid Solutions</a:t>
            </a:r>
          </a:p>
        </p:txBody>
      </p:sp>
      <p:grpSp>
        <p:nvGrpSpPr>
          <p:cNvPr id="81015" name="Group 120">
            <a:extLst>
              <a:ext uri="{FF2B5EF4-FFF2-40B4-BE49-F238E27FC236}">
                <a16:creationId xmlns:a16="http://schemas.microsoft.com/office/drawing/2014/main" id="{B74189A2-989F-4B04-8723-8937FF912D2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584825"/>
            <a:ext cx="5210175" cy="488950"/>
            <a:chOff x="1219200" y="6015335"/>
            <a:chExt cx="5209822" cy="488707"/>
          </a:xfrm>
        </p:grpSpPr>
        <p:sp>
          <p:nvSpPr>
            <p:cNvPr id="81051" name="Rectangle 97">
              <a:extLst>
                <a:ext uri="{FF2B5EF4-FFF2-40B4-BE49-F238E27FC236}">
                  <a16:creationId xmlns:a16="http://schemas.microsoft.com/office/drawing/2014/main" id="{D333FCF8-FADB-4522-A216-12531385B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343" y="6139098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52" name="Rectangle 98">
              <a:extLst>
                <a:ext uri="{FF2B5EF4-FFF2-40B4-BE49-F238E27FC236}">
                  <a16:creationId xmlns:a16="http://schemas.microsoft.com/office/drawing/2014/main" id="{DE2075FC-9241-49D1-AF0C-3384A0187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573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53" name="Rectangle 99">
              <a:extLst>
                <a:ext uri="{FF2B5EF4-FFF2-40B4-BE49-F238E27FC236}">
                  <a16:creationId xmlns:a16="http://schemas.microsoft.com/office/drawing/2014/main" id="{7CA1B592-16B8-4D0B-AF6C-FE25C01A2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627" y="6139098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54" name="Rectangle 100">
              <a:extLst>
                <a:ext uri="{FF2B5EF4-FFF2-40B4-BE49-F238E27FC236}">
                  <a16:creationId xmlns:a16="http://schemas.microsoft.com/office/drawing/2014/main" id="{969EF020-1B65-4F95-B9DE-AE6CDCCAB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857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55" name="Rectangle 101">
              <a:extLst>
                <a:ext uri="{FF2B5EF4-FFF2-40B4-BE49-F238E27FC236}">
                  <a16:creationId xmlns:a16="http://schemas.microsoft.com/office/drawing/2014/main" id="{78A247C4-B845-47A1-9C0E-2A3C24502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911" y="6139098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7" name="Line 102">
              <a:extLst>
                <a:ext uri="{FF2B5EF4-FFF2-40B4-BE49-F238E27FC236}">
                  <a16:creationId xmlns:a16="http://schemas.microsoft.com/office/drawing/2014/main" id="{E6A89562-342B-1D48-BFEB-732AC81964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68455" y="6185114"/>
              <a:ext cx="100005" cy="1586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8" name="Line 103">
              <a:extLst>
                <a:ext uri="{FF2B5EF4-FFF2-40B4-BE49-F238E27FC236}">
                  <a16:creationId xmlns:a16="http://schemas.microsoft.com/office/drawing/2014/main" id="{ADEC8B33-6762-F741-9471-C2A2FB8E2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1802" y="6189873"/>
              <a:ext cx="106356" cy="0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9" name="Line 104">
              <a:extLst>
                <a:ext uri="{FF2B5EF4-FFF2-40B4-BE49-F238E27FC236}">
                  <a16:creationId xmlns:a16="http://schemas.microsoft.com/office/drawing/2014/main" id="{A342785F-2399-CE48-99F9-5E93B74F82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41498" y="6193047"/>
              <a:ext cx="130166" cy="1587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59" name="Rectangle 105">
              <a:extLst>
                <a:ext uri="{FF2B5EF4-FFF2-40B4-BE49-F238E27FC236}">
                  <a16:creationId xmlns:a16="http://schemas.microsoft.com/office/drawing/2014/main" id="{43842542-5E34-46C3-A9B1-EEAD2E228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140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0" name="Rectangle 106">
              <a:extLst>
                <a:ext uri="{FF2B5EF4-FFF2-40B4-BE49-F238E27FC236}">
                  <a16:creationId xmlns:a16="http://schemas.microsoft.com/office/drawing/2014/main" id="{3E0ADDC4-8735-411A-AD5A-18BB2768D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607" y="6124819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1" name="Rectangle 107">
              <a:extLst>
                <a:ext uri="{FF2B5EF4-FFF2-40B4-BE49-F238E27FC236}">
                  <a16:creationId xmlns:a16="http://schemas.microsoft.com/office/drawing/2014/main" id="{D8B68AB9-DC3A-44B7-8057-29E2EEA1F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836" y="6250168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2" name="Rectangle 108">
              <a:extLst>
                <a:ext uri="{FF2B5EF4-FFF2-40B4-BE49-F238E27FC236}">
                  <a16:creationId xmlns:a16="http://schemas.microsoft.com/office/drawing/2014/main" id="{31AE60DE-2D27-4A21-82D6-CDEB9671B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890" y="6124819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3" name="Rectangle 109">
              <a:extLst>
                <a:ext uri="{FF2B5EF4-FFF2-40B4-BE49-F238E27FC236}">
                  <a16:creationId xmlns:a16="http://schemas.microsoft.com/office/drawing/2014/main" id="{E97F6933-E154-4E1D-8604-B4161DC0D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707" y="6253342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4" name="Rectangle 110">
              <a:extLst>
                <a:ext uri="{FF2B5EF4-FFF2-40B4-BE49-F238E27FC236}">
                  <a16:creationId xmlns:a16="http://schemas.microsoft.com/office/drawing/2014/main" id="{C3C6A56A-2DB2-4155-94B2-7FDA6F7F4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762" y="6124819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6" name="Line 111">
              <a:extLst>
                <a:ext uri="{FF2B5EF4-FFF2-40B4-BE49-F238E27FC236}">
                  <a16:creationId xmlns:a16="http://schemas.microsoft.com/office/drawing/2014/main" id="{F81BD0CD-6999-6C4B-93FB-5F98D6542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43131" y="6159726"/>
              <a:ext cx="101593" cy="1586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7" name="Line 112">
              <a:extLst>
                <a:ext uri="{FF2B5EF4-FFF2-40B4-BE49-F238E27FC236}">
                  <a16:creationId xmlns:a16="http://schemas.microsoft.com/office/drawing/2014/main" id="{7B9A1FDE-BB19-1240-86FF-CF37240BC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0461" y="6159726"/>
              <a:ext cx="107943" cy="1586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7" name="Rectangle 113">
              <a:extLst>
                <a:ext uri="{FF2B5EF4-FFF2-40B4-BE49-F238E27FC236}">
                  <a16:creationId xmlns:a16="http://schemas.microsoft.com/office/drawing/2014/main" id="{4AAA225A-EDDC-4F6D-BD7F-0947DCE51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404" y="6250168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8" name="Rectangle 91">
              <a:extLst>
                <a:ext uri="{FF2B5EF4-FFF2-40B4-BE49-F238E27FC236}">
                  <a16:creationId xmlns:a16="http://schemas.microsoft.com/office/drawing/2014/main" id="{1D505C81-5A24-4D76-B841-8E90B8AA2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102" y="6135925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69" name="Rectangle 92">
              <a:extLst>
                <a:ext uri="{FF2B5EF4-FFF2-40B4-BE49-F238E27FC236}">
                  <a16:creationId xmlns:a16="http://schemas.microsoft.com/office/drawing/2014/main" id="{F4B0D562-E9BC-4ADF-BD87-F0C445537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744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0" name="Rectangle 93">
              <a:extLst>
                <a:ext uri="{FF2B5EF4-FFF2-40B4-BE49-F238E27FC236}">
                  <a16:creationId xmlns:a16="http://schemas.microsoft.com/office/drawing/2014/main" id="{E53E6B71-1F76-4D45-A24F-52E861B75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4799" y="6135925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1" name="Rectangle 94">
              <a:extLst>
                <a:ext uri="{FF2B5EF4-FFF2-40B4-BE49-F238E27FC236}">
                  <a16:creationId xmlns:a16="http://schemas.microsoft.com/office/drawing/2014/main" id="{B8A2397A-E0A1-4593-AA99-1F6AF1D68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616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2" name="Rectangle 95">
              <a:extLst>
                <a:ext uri="{FF2B5EF4-FFF2-40B4-BE49-F238E27FC236}">
                  <a16:creationId xmlns:a16="http://schemas.microsoft.com/office/drawing/2014/main" id="{68B27CFC-8558-4A6F-87C2-216677E4A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670" y="6135925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3" name="Rectangle 96">
              <a:extLst>
                <a:ext uri="{FF2B5EF4-FFF2-40B4-BE49-F238E27FC236}">
                  <a16:creationId xmlns:a16="http://schemas.microsoft.com/office/drawing/2014/main" id="{B3774437-27FE-4317-94BC-708865E0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311" y="626127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4" name="Rectangle 114">
              <a:extLst>
                <a:ext uri="{FF2B5EF4-FFF2-40B4-BE49-F238E27FC236}">
                  <a16:creationId xmlns:a16="http://schemas.microsoft.com/office/drawing/2014/main" id="{09943A06-0D1E-4E65-8B76-7EE236E42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3423" y="6147033"/>
              <a:ext cx="179376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5" name="Rectangle 115">
              <a:extLst>
                <a:ext uri="{FF2B5EF4-FFF2-40B4-BE49-F238E27FC236}">
                  <a16:creationId xmlns:a16="http://schemas.microsoft.com/office/drawing/2014/main" id="{61FA0BA0-30F5-412F-8DF6-E0ABC4A8E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8828" y="627555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6" name="Rectangle 116">
              <a:extLst>
                <a:ext uri="{FF2B5EF4-FFF2-40B4-BE49-F238E27FC236}">
                  <a16:creationId xmlns:a16="http://schemas.microsoft.com/office/drawing/2014/main" id="{450C1819-D4B5-4974-BB0D-B4576E43A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6295" y="6147033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7" name="Rectangle 117">
              <a:extLst>
                <a:ext uri="{FF2B5EF4-FFF2-40B4-BE49-F238E27FC236}">
                  <a16:creationId xmlns:a16="http://schemas.microsoft.com/office/drawing/2014/main" id="{75303581-F3EE-4125-97E8-ED84FC7B1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6937" y="6272382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78" name="Rectangle 118">
              <a:extLst>
                <a:ext uri="{FF2B5EF4-FFF2-40B4-BE49-F238E27FC236}">
                  <a16:creationId xmlns:a16="http://schemas.microsoft.com/office/drawing/2014/main" id="{0FB3F1EA-85F3-4503-A429-A1F95A817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578" y="6147033"/>
              <a:ext cx="179375" cy="27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0" name="Line 119">
              <a:extLst>
                <a:ext uri="{FF2B5EF4-FFF2-40B4-BE49-F238E27FC236}">
                  <a16:creationId xmlns:a16="http://schemas.microsoft.com/office/drawing/2014/main" id="{FEBBAC20-671C-634C-91BC-8EA4B7A6CD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5819" y="6180353"/>
              <a:ext cx="100005" cy="1587"/>
            </a:xfrm>
            <a:prstGeom prst="line">
              <a:avLst/>
            </a:prstGeom>
            <a:noFill/>
            <a:ln w="23813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80" name="Rectangle 120">
              <a:extLst>
                <a:ext uri="{FF2B5EF4-FFF2-40B4-BE49-F238E27FC236}">
                  <a16:creationId xmlns:a16="http://schemas.microsoft.com/office/drawing/2014/main" id="{62B398AD-7E2E-4EF5-BA49-FEF025C79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9807" y="6275556"/>
              <a:ext cx="149215" cy="21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6B6BC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81" name="TextBox 151">
              <a:extLst>
                <a:ext uri="{FF2B5EF4-FFF2-40B4-BE49-F238E27FC236}">
                  <a16:creationId xmlns:a16="http://schemas.microsoft.com/office/drawing/2014/main" id="{57247521-717F-4EB9-8AEB-6C10DECCB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159" y="601533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81082" name="TextBox 152">
              <a:extLst>
                <a:ext uri="{FF2B5EF4-FFF2-40B4-BE49-F238E27FC236}">
                  <a16:creationId xmlns:a16="http://schemas.microsoft.com/office/drawing/2014/main" id="{743B7A35-E45F-4C69-9DC0-58BE91B8A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112" y="6031087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81083" name="TextBox 153">
              <a:extLst>
                <a:ext uri="{FF2B5EF4-FFF2-40B4-BE49-F238E27FC236}">
                  <a16:creationId xmlns:a16="http://schemas.microsoft.com/office/drawing/2014/main" id="{48536EB9-9FDB-4D12-8173-340AB05B1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6042377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81084" name="TextBox 154">
              <a:extLst>
                <a:ext uri="{FF2B5EF4-FFF2-40B4-BE49-F238E27FC236}">
                  <a16:creationId xmlns:a16="http://schemas.microsoft.com/office/drawing/2014/main" id="{6632B80A-E97E-423F-ABF5-D4C6AC815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6019800"/>
              <a:ext cx="5376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=</a:t>
              </a:r>
            </a:p>
          </p:txBody>
        </p:sp>
      </p:grpSp>
      <p:grpSp>
        <p:nvGrpSpPr>
          <p:cNvPr id="81016" name="Group 155">
            <a:extLst>
              <a:ext uri="{FF2B5EF4-FFF2-40B4-BE49-F238E27FC236}">
                <a16:creationId xmlns:a16="http://schemas.microsoft.com/office/drawing/2014/main" id="{D1E5748C-2367-47CF-B95D-E2C6D11C492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126038"/>
            <a:ext cx="5181600" cy="490537"/>
            <a:chOff x="1524000" y="5562600"/>
            <a:chExt cx="5181600" cy="489890"/>
          </a:xfrm>
        </p:grpSpPr>
        <p:sp>
          <p:nvSpPr>
            <p:cNvPr id="81017" name="Rectangle 61">
              <a:extLst>
                <a:ext uri="{FF2B5EF4-FFF2-40B4-BE49-F238E27FC236}">
                  <a16:creationId xmlns:a16="http://schemas.microsoft.com/office/drawing/2014/main" id="{EBFDCAA3-CA64-4104-88EE-51EDB02B3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5683250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18" name="Rectangle 62">
              <a:extLst>
                <a:ext uri="{FF2B5EF4-FFF2-40B4-BE49-F238E27FC236}">
                  <a16:creationId xmlns:a16="http://schemas.microsoft.com/office/drawing/2014/main" id="{1857C3A7-09A1-4660-AB89-A32D9DE04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6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19" name="Rectangle 63">
              <a:extLst>
                <a:ext uri="{FF2B5EF4-FFF2-40B4-BE49-F238E27FC236}">
                  <a16:creationId xmlns:a16="http://schemas.microsoft.com/office/drawing/2014/main" id="{C853A02A-C80E-4B19-BC86-EA7D7113D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687" y="5683250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0" name="Rectangle 64">
              <a:extLst>
                <a:ext uri="{FF2B5EF4-FFF2-40B4-BE49-F238E27FC236}">
                  <a16:creationId xmlns:a16="http://schemas.microsoft.com/office/drawing/2014/main" id="{5B52A61E-C3AB-4452-A97D-82A9638CA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9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1" name="Rectangle 65">
              <a:extLst>
                <a:ext uri="{FF2B5EF4-FFF2-40B4-BE49-F238E27FC236}">
                  <a16:creationId xmlns:a16="http://schemas.microsoft.com/office/drawing/2014/main" id="{9722347D-A6A8-4671-8E57-A7E26A6D3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3987" y="5683250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2" name="Line 66">
              <a:extLst>
                <a:ext uri="{FF2B5EF4-FFF2-40B4-BE49-F238E27FC236}">
                  <a16:creationId xmlns:a16="http://schemas.microsoft.com/office/drawing/2014/main" id="{A3D935BA-0C82-445B-92BC-F3A792F40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9826" y="5737225"/>
              <a:ext cx="89484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3" name="Line 67">
              <a:extLst>
                <a:ext uri="{FF2B5EF4-FFF2-40B4-BE49-F238E27FC236}">
                  <a16:creationId xmlns:a16="http://schemas.microsoft.com/office/drawing/2014/main" id="{ABBAA91F-5CDA-4A69-A83B-C2933CA07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0625" y="5737225"/>
              <a:ext cx="84137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4" name="Line 68">
              <a:extLst>
                <a:ext uri="{FF2B5EF4-FFF2-40B4-BE49-F238E27FC236}">
                  <a16:creationId xmlns:a16="http://schemas.microsoft.com/office/drawing/2014/main" id="{AD51D242-64B0-4CF5-BD54-ACEB7AFE5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4005" y="5737225"/>
              <a:ext cx="92041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5" name="Rectangle 69">
              <a:extLst>
                <a:ext uri="{FF2B5EF4-FFF2-40B4-BE49-F238E27FC236}">
                  <a16:creationId xmlns:a16="http://schemas.microsoft.com/office/drawing/2014/main" id="{15C8761F-4F91-4922-B8CB-ECAE61336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7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6" name="Rectangle 70">
              <a:extLst>
                <a:ext uri="{FF2B5EF4-FFF2-40B4-BE49-F238E27FC236}">
                  <a16:creationId xmlns:a16="http://schemas.microsoft.com/office/drawing/2014/main" id="{DD745A86-6944-41C7-BC2D-846A43ACA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5680075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7" name="Rectangle 71">
              <a:extLst>
                <a:ext uri="{FF2B5EF4-FFF2-40B4-BE49-F238E27FC236}">
                  <a16:creationId xmlns:a16="http://schemas.microsoft.com/office/drawing/2014/main" id="{8F0A2A7F-5BCD-40DF-A256-78CE80B4F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0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8" name="Rectangle 72">
              <a:extLst>
                <a:ext uri="{FF2B5EF4-FFF2-40B4-BE49-F238E27FC236}">
                  <a16:creationId xmlns:a16="http://schemas.microsoft.com/office/drawing/2014/main" id="{A22ACA53-C48E-4A2F-BB27-2184A6C63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087" y="5680075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29" name="Rectangle 73">
              <a:extLst>
                <a:ext uri="{FF2B5EF4-FFF2-40B4-BE49-F238E27FC236}">
                  <a16:creationId xmlns:a16="http://schemas.microsoft.com/office/drawing/2014/main" id="{B52C33DB-D8AE-4066-BE0C-6DBA4B797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150" y="5802313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0" name="Rectangle 74">
              <a:extLst>
                <a:ext uri="{FF2B5EF4-FFF2-40B4-BE49-F238E27FC236}">
                  <a16:creationId xmlns:a16="http://schemas.microsoft.com/office/drawing/2014/main" id="{891D0863-7665-4F62-92C2-BA6A61A32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800" y="5680075"/>
              <a:ext cx="1587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1" name="Line 75">
              <a:extLst>
                <a:ext uri="{FF2B5EF4-FFF2-40B4-BE49-F238E27FC236}">
                  <a16:creationId xmlns:a16="http://schemas.microsoft.com/office/drawing/2014/main" id="{E0630F55-60D5-4EE7-A62A-0E962F272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6025" y="5724525"/>
              <a:ext cx="84137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2" name="Rectangle 76">
              <a:extLst>
                <a:ext uri="{FF2B5EF4-FFF2-40B4-BE49-F238E27FC236}">
                  <a16:creationId xmlns:a16="http://schemas.microsoft.com/office/drawing/2014/main" id="{2B7D9D8D-E016-4692-BF2B-8696EF01E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7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3" name="Rectangle 85">
              <a:extLst>
                <a:ext uri="{FF2B5EF4-FFF2-40B4-BE49-F238E27FC236}">
                  <a16:creationId xmlns:a16="http://schemas.microsoft.com/office/drawing/2014/main" id="{26257C1A-C3FF-481E-9B16-4161884B4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4" name="Rectangle 86">
              <a:extLst>
                <a:ext uri="{FF2B5EF4-FFF2-40B4-BE49-F238E27FC236}">
                  <a16:creationId xmlns:a16="http://schemas.microsoft.com/office/drawing/2014/main" id="{A5FA509A-BA18-4A8E-968B-DC0241F10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425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5" name="Rectangle 87">
              <a:extLst>
                <a:ext uri="{FF2B5EF4-FFF2-40B4-BE49-F238E27FC236}">
                  <a16:creationId xmlns:a16="http://schemas.microsoft.com/office/drawing/2014/main" id="{D26DA1EC-76BA-4341-B067-1B89F1D50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487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6" name="Rectangle 88">
              <a:extLst>
                <a:ext uri="{FF2B5EF4-FFF2-40B4-BE49-F238E27FC236}">
                  <a16:creationId xmlns:a16="http://schemas.microsoft.com/office/drawing/2014/main" id="{A8603F44-4957-4B12-AF50-0B4E626F4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550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7" name="Rectangle 89">
              <a:extLst>
                <a:ext uri="{FF2B5EF4-FFF2-40B4-BE49-F238E27FC236}">
                  <a16:creationId xmlns:a16="http://schemas.microsoft.com/office/drawing/2014/main" id="{1691E823-BBD1-44F8-A21F-827A98301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3200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8" name="Rectangle 90">
              <a:extLst>
                <a:ext uri="{FF2B5EF4-FFF2-40B4-BE49-F238E27FC236}">
                  <a16:creationId xmlns:a16="http://schemas.microsoft.com/office/drawing/2014/main" id="{DE0533DA-BC50-48D4-BD5D-82A1DE171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5437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39" name="Rectangle 77">
              <a:extLst>
                <a:ext uri="{FF2B5EF4-FFF2-40B4-BE49-F238E27FC236}">
                  <a16:creationId xmlns:a16="http://schemas.microsoft.com/office/drawing/2014/main" id="{A443EB5D-E40E-4F91-BA26-4D7398E2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413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0" name="Rectangle 78">
              <a:extLst>
                <a:ext uri="{FF2B5EF4-FFF2-40B4-BE49-F238E27FC236}">
                  <a16:creationId xmlns:a16="http://schemas.microsoft.com/office/drawing/2014/main" id="{81E5BEC5-E273-4A64-BB6C-F3B18B93D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1238" y="5805488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1" name="Rectangle 79">
              <a:extLst>
                <a:ext uri="{FF2B5EF4-FFF2-40B4-BE49-F238E27FC236}">
                  <a16:creationId xmlns:a16="http://schemas.microsoft.com/office/drawing/2014/main" id="{F1B1A227-60FB-46B1-BF6E-DA0C0073F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300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2" name="Rectangle 80">
              <a:extLst>
                <a:ext uri="{FF2B5EF4-FFF2-40B4-BE49-F238E27FC236}">
                  <a16:creationId xmlns:a16="http://schemas.microsoft.com/office/drawing/2014/main" id="{83D64C0E-0380-4447-BC89-B39D81331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9363" y="580707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3" name="Rectangle 81">
              <a:extLst>
                <a:ext uri="{FF2B5EF4-FFF2-40B4-BE49-F238E27FC236}">
                  <a16:creationId xmlns:a16="http://schemas.microsoft.com/office/drawing/2014/main" id="{83FE799F-846C-4200-93F7-4D0CC1FCD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0013" y="5681663"/>
              <a:ext cx="1587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4" name="Line 82">
              <a:extLst>
                <a:ext uri="{FF2B5EF4-FFF2-40B4-BE49-F238E27FC236}">
                  <a16:creationId xmlns:a16="http://schemas.microsoft.com/office/drawing/2014/main" id="{5793A40B-A826-4479-A739-B3F7BEB21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439" y="5727700"/>
              <a:ext cx="89484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5" name="Line 83">
              <a:extLst>
                <a:ext uri="{FF2B5EF4-FFF2-40B4-BE49-F238E27FC236}">
                  <a16:creationId xmlns:a16="http://schemas.microsoft.com/office/drawing/2014/main" id="{97078A50-F099-4822-97E2-ACCBBCE66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7016" y="5727700"/>
              <a:ext cx="101245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6" name="Rectangle 84">
              <a:extLst>
                <a:ext uri="{FF2B5EF4-FFF2-40B4-BE49-F238E27FC236}">
                  <a16:creationId xmlns:a16="http://schemas.microsoft.com/office/drawing/2014/main" id="{741DFD58-9A70-4080-8603-7FB1B4CB2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50" y="5805488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047" name="TextBox 186">
              <a:extLst>
                <a:ext uri="{FF2B5EF4-FFF2-40B4-BE49-F238E27FC236}">
                  <a16:creationId xmlns:a16="http://schemas.microsoft.com/office/drawing/2014/main" id="{C4F9A2D7-1E11-4761-9109-92BDDB31C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5562600"/>
              <a:ext cx="5376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=</a:t>
              </a:r>
            </a:p>
          </p:txBody>
        </p:sp>
        <p:sp>
          <p:nvSpPr>
            <p:cNvPr id="81048" name="TextBox 187">
              <a:extLst>
                <a:ext uri="{FF2B5EF4-FFF2-40B4-BE49-F238E27FC236}">
                  <a16:creationId xmlns:a16="http://schemas.microsoft.com/office/drawing/2014/main" id="{A53F25A4-03EF-4B98-9520-BAB1BEE81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849" y="556824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81049" name="TextBox 188">
              <a:extLst>
                <a:ext uri="{FF2B5EF4-FFF2-40B4-BE49-F238E27FC236}">
                  <a16:creationId xmlns:a16="http://schemas.microsoft.com/office/drawing/2014/main" id="{99B7DF9A-E822-4DC2-8D53-118AFEC1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292" y="557953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81050" name="TextBox 189">
              <a:extLst>
                <a:ext uri="{FF2B5EF4-FFF2-40B4-BE49-F238E27FC236}">
                  <a16:creationId xmlns:a16="http://schemas.microsoft.com/office/drawing/2014/main" id="{109B1DD3-20FC-484F-B438-46D46CAE2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1248" y="5590825"/>
              <a:ext cx="3582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</p:grp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CAC05F84-491E-496A-BC3E-6A965ED66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6988"/>
            <a:ext cx="9144000" cy="1219200"/>
          </a:xfrm>
        </p:spPr>
        <p:txBody>
          <a:bodyPr/>
          <a:lstStyle/>
          <a:p>
            <a:r>
              <a:rPr lang="en-US" altLang="en-US"/>
              <a:t>Minimization of Product-of-Sums Forms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AC59FB96-0C96-45A0-B754-D94805209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r>
              <a:rPr lang="en-US" altLang="en-US"/>
              <a:t>Do You Still Remember This </a:t>
            </a:r>
            <a:br>
              <a:rPr lang="en-US" altLang="en-US"/>
            </a:br>
            <a:r>
              <a:rPr lang="en-US" altLang="en-US"/>
              <a:t>Boolean Algebra Theorem?</a:t>
            </a:r>
          </a:p>
        </p:txBody>
      </p:sp>
      <p:pic>
        <p:nvPicPr>
          <p:cNvPr id="82946" name="Picture 3" descr="Screen shot 2014-02-03 at 2.54.34 PM.png">
            <a:extLst>
              <a:ext uri="{FF2B5EF4-FFF2-40B4-BE49-F238E27FC236}">
                <a16:creationId xmlns:a16="http://schemas.microsoft.com/office/drawing/2014/main" id="{5D0FE85F-CD10-45C0-8ECB-83AD34005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1E355A-3A0C-4377-B9D0-E95BE534DCE2}"/>
                  </a:ext>
                </a:extLst>
              </p14:cNvPr>
              <p14:cNvContentPartPr/>
              <p14:nvPr/>
            </p14:nvContentPartPr>
            <p14:xfrm>
              <a:off x="2525400" y="3270240"/>
              <a:ext cx="3045960" cy="62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1E355A-3A0C-4377-B9D0-E95BE534DC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040" y="3260880"/>
                <a:ext cx="3064680" cy="64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5F6794AD-0ED5-4270-B07F-FB22A0B9C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Grouping Example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FB5D5A07-0F21-4A2B-9696-7D29EFBFA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3027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5" name="Line 4">
            <a:extLst>
              <a:ext uri="{FF2B5EF4-FFF2-40B4-BE49-F238E27FC236}">
                <a16:creationId xmlns:a16="http://schemas.microsoft.com/office/drawing/2014/main" id="{5764D665-A75C-42F6-8886-42F749209F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30488" y="3597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6" name="Line 5">
            <a:extLst>
              <a:ext uri="{FF2B5EF4-FFF2-40B4-BE49-F238E27FC236}">
                <a16:creationId xmlns:a16="http://schemas.microsoft.com/office/drawing/2014/main" id="{BB1477F8-F5AC-47B1-B2A2-A7ADD50EF4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027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7" name="Line 6">
            <a:extLst>
              <a:ext uri="{FF2B5EF4-FFF2-40B4-BE49-F238E27FC236}">
                <a16:creationId xmlns:a16="http://schemas.microsoft.com/office/drawing/2014/main" id="{5894DFC0-830B-48B2-AF84-C04F9FDC8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75" y="2457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0118" name="Group 47">
            <a:extLst>
              <a:ext uri="{FF2B5EF4-FFF2-40B4-BE49-F238E27FC236}">
                <a16:creationId xmlns:a16="http://schemas.microsoft.com/office/drawing/2014/main" id="{E7DE172E-7715-4E83-98E8-B577E35D465F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2538413"/>
            <a:ext cx="279400" cy="387350"/>
            <a:chOff x="3339" y="1451"/>
            <a:chExt cx="176" cy="244"/>
          </a:xfrm>
        </p:grpSpPr>
        <p:sp>
          <p:nvSpPr>
            <p:cNvPr id="90150" name="Rectangle 9">
              <a:extLst>
                <a:ext uri="{FF2B5EF4-FFF2-40B4-BE49-F238E27FC236}">
                  <a16:creationId xmlns:a16="http://schemas.microsoft.com/office/drawing/2014/main" id="{82C1D03F-A481-44BC-A923-3CB5ABAB4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1" name="Rectangle 10">
              <a:extLst>
                <a:ext uri="{FF2B5EF4-FFF2-40B4-BE49-F238E27FC236}">
                  <a16:creationId xmlns:a16="http://schemas.microsoft.com/office/drawing/2014/main" id="{7C0DB049-203A-475A-8A27-378EAEDD6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0119" name="Rectangle 13">
            <a:extLst>
              <a:ext uri="{FF2B5EF4-FFF2-40B4-BE49-F238E27FC236}">
                <a16:creationId xmlns:a16="http://schemas.microsoft.com/office/drawing/2014/main" id="{D934A40E-BCCD-4275-8F49-068FE9862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3190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0" name="Rectangle 14">
            <a:extLst>
              <a:ext uri="{FF2B5EF4-FFF2-40B4-BE49-F238E27FC236}">
                <a16:creationId xmlns:a16="http://schemas.microsoft.com/office/drawing/2014/main" id="{14F52BE5-A1DC-42A9-B88D-E67544695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767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1" name="Rectangle 15">
            <a:extLst>
              <a:ext uri="{FF2B5EF4-FFF2-40B4-BE49-F238E27FC236}">
                <a16:creationId xmlns:a16="http://schemas.microsoft.com/office/drawing/2014/main" id="{1E25A469-2400-40B6-B39B-0BF5510D1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5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2" name="Rectangle 16">
            <a:extLst>
              <a:ext uri="{FF2B5EF4-FFF2-40B4-BE49-F238E27FC236}">
                <a16:creationId xmlns:a16="http://schemas.microsoft.com/office/drawing/2014/main" id="{4F982EF3-C76F-4BE1-A0E9-61B057C9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3" name="Rectangle 17">
            <a:extLst>
              <a:ext uri="{FF2B5EF4-FFF2-40B4-BE49-F238E27FC236}">
                <a16:creationId xmlns:a16="http://schemas.microsoft.com/office/drawing/2014/main" id="{343D9C8F-76AB-481A-8006-6BC6F378A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175000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4" name="Rectangle 19">
            <a:extLst>
              <a:ext uri="{FF2B5EF4-FFF2-40B4-BE49-F238E27FC236}">
                <a16:creationId xmlns:a16="http://schemas.microsoft.com/office/drawing/2014/main" id="{7B2AA035-26F2-4716-B5BC-92512294B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31750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5" name="Rectangle 21">
            <a:extLst>
              <a:ext uri="{FF2B5EF4-FFF2-40B4-BE49-F238E27FC236}">
                <a16:creationId xmlns:a16="http://schemas.microsoft.com/office/drawing/2014/main" id="{481A353D-78A3-47BC-AFBA-15B97D9F4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37226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6" name="Rectangle 23">
            <a:extLst>
              <a:ext uri="{FF2B5EF4-FFF2-40B4-BE49-F238E27FC236}">
                <a16:creationId xmlns:a16="http://schemas.microsoft.com/office/drawing/2014/main" id="{B4DB22F1-8F39-4EA3-8894-3B586644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7226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0127" name="Group 48">
            <a:extLst>
              <a:ext uri="{FF2B5EF4-FFF2-40B4-BE49-F238E27FC236}">
                <a16:creationId xmlns:a16="http://schemas.microsoft.com/office/drawing/2014/main" id="{94932506-2A0E-438F-A767-6B60F0F69EAE}"/>
              </a:ext>
            </a:extLst>
          </p:cNvPr>
          <p:cNvGrpSpPr>
            <a:grpSpLocks/>
          </p:cNvGrpSpPr>
          <p:nvPr/>
        </p:nvGrpSpPr>
        <p:grpSpPr bwMode="auto">
          <a:xfrm>
            <a:off x="2408238" y="2362200"/>
            <a:ext cx="279400" cy="387350"/>
            <a:chOff x="3339" y="1451"/>
            <a:chExt cx="176" cy="244"/>
          </a:xfrm>
        </p:grpSpPr>
        <p:sp>
          <p:nvSpPr>
            <p:cNvPr id="90148" name="Rectangle 49">
              <a:extLst>
                <a:ext uri="{FF2B5EF4-FFF2-40B4-BE49-F238E27FC236}">
                  <a16:creationId xmlns:a16="http://schemas.microsoft.com/office/drawing/2014/main" id="{40E5F5FC-B350-4B3D-8BD7-35275D3E8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9" name="Rectangle 50">
              <a:extLst>
                <a:ext uri="{FF2B5EF4-FFF2-40B4-BE49-F238E27FC236}">
                  <a16:creationId xmlns:a16="http://schemas.microsoft.com/office/drawing/2014/main" id="{9542A1E2-93E0-4897-B192-2DAE6148D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0128" name="Rectangle 21">
            <a:extLst>
              <a:ext uri="{FF2B5EF4-FFF2-40B4-BE49-F238E27FC236}">
                <a16:creationId xmlns:a16="http://schemas.microsoft.com/office/drawing/2014/main" id="{370A2FE3-DD14-4063-B622-B11FDB31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27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9" name="Line 4">
            <a:extLst>
              <a:ext uri="{FF2B5EF4-FFF2-40B4-BE49-F238E27FC236}">
                <a16:creationId xmlns:a16="http://schemas.microsoft.com/office/drawing/2014/main" id="{5127D0F3-4A54-443F-A358-7C982F9B4B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597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0" name="Line 5">
            <a:extLst>
              <a:ext uri="{FF2B5EF4-FFF2-40B4-BE49-F238E27FC236}">
                <a16:creationId xmlns:a16="http://schemas.microsoft.com/office/drawing/2014/main" id="{4E4265EA-8394-4DEF-8B16-E08C81C7E3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1113" y="3027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1" name="Line 6">
            <a:extLst>
              <a:ext uri="{FF2B5EF4-FFF2-40B4-BE49-F238E27FC236}">
                <a16:creationId xmlns:a16="http://schemas.microsoft.com/office/drawing/2014/main" id="{6707102B-333A-4637-BBA3-A539C306C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2457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0132" name="Group 47">
            <a:extLst>
              <a:ext uri="{FF2B5EF4-FFF2-40B4-BE49-F238E27FC236}">
                <a16:creationId xmlns:a16="http://schemas.microsoft.com/office/drawing/2014/main" id="{9C6F33F1-DEAC-4D84-9913-5C74336F823E}"/>
              </a:ext>
            </a:extLst>
          </p:cNvPr>
          <p:cNvGrpSpPr>
            <a:grpSpLocks/>
          </p:cNvGrpSpPr>
          <p:nvPr/>
        </p:nvGrpSpPr>
        <p:grpSpPr bwMode="auto">
          <a:xfrm>
            <a:off x="5129213" y="2538413"/>
            <a:ext cx="279400" cy="387350"/>
            <a:chOff x="3339" y="1451"/>
            <a:chExt cx="176" cy="244"/>
          </a:xfrm>
        </p:grpSpPr>
        <p:sp>
          <p:nvSpPr>
            <p:cNvPr id="90146" name="Rectangle 9">
              <a:extLst>
                <a:ext uri="{FF2B5EF4-FFF2-40B4-BE49-F238E27FC236}">
                  <a16:creationId xmlns:a16="http://schemas.microsoft.com/office/drawing/2014/main" id="{BAD0FF68-BA89-4A97-9A34-CFCD40101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7" name="Rectangle 10">
              <a:extLst>
                <a:ext uri="{FF2B5EF4-FFF2-40B4-BE49-F238E27FC236}">
                  <a16:creationId xmlns:a16="http://schemas.microsoft.com/office/drawing/2014/main" id="{A3479820-5EF7-4592-9D4E-0FF365A46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0133" name="Rectangle 13">
            <a:extLst>
              <a:ext uri="{FF2B5EF4-FFF2-40B4-BE49-F238E27FC236}">
                <a16:creationId xmlns:a16="http://schemas.microsoft.com/office/drawing/2014/main" id="{8DC1CB0B-7572-49D8-B912-D47DE1FD9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190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4" name="Rectangle 14">
            <a:extLst>
              <a:ext uri="{FF2B5EF4-FFF2-40B4-BE49-F238E27FC236}">
                <a16:creationId xmlns:a16="http://schemas.microsoft.com/office/drawing/2014/main" id="{91D7BF41-8FB5-46D2-9628-17A567950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767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5" name="Rectangle 15">
            <a:extLst>
              <a:ext uri="{FF2B5EF4-FFF2-40B4-BE49-F238E27FC236}">
                <a16:creationId xmlns:a16="http://schemas.microsoft.com/office/drawing/2014/main" id="{1B8A8503-7290-4272-94E8-EF4EB9075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6" name="Rectangle 16">
            <a:extLst>
              <a:ext uri="{FF2B5EF4-FFF2-40B4-BE49-F238E27FC236}">
                <a16:creationId xmlns:a16="http://schemas.microsoft.com/office/drawing/2014/main" id="{D5130712-521B-42CF-8A7F-ECB5FD81A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7" name="Rectangle 17">
            <a:extLst>
              <a:ext uri="{FF2B5EF4-FFF2-40B4-BE49-F238E27FC236}">
                <a16:creationId xmlns:a16="http://schemas.microsoft.com/office/drawing/2014/main" id="{4C006080-656F-486A-8859-D7D77128A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31750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8" name="Rectangle 19">
            <a:extLst>
              <a:ext uri="{FF2B5EF4-FFF2-40B4-BE49-F238E27FC236}">
                <a16:creationId xmlns:a16="http://schemas.microsoft.com/office/drawing/2014/main" id="{5ACD4A49-B4C4-4631-A786-6E3E365E8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3175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9" name="Rectangle 21">
            <a:extLst>
              <a:ext uri="{FF2B5EF4-FFF2-40B4-BE49-F238E27FC236}">
                <a16:creationId xmlns:a16="http://schemas.microsoft.com/office/drawing/2014/main" id="{7A2DCDDE-4DEA-4770-8381-D756F3A97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37226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0" name="Rectangle 23">
            <a:extLst>
              <a:ext uri="{FF2B5EF4-FFF2-40B4-BE49-F238E27FC236}">
                <a16:creationId xmlns:a16="http://schemas.microsoft.com/office/drawing/2014/main" id="{1C20618B-495D-4565-932C-742621364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37226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0141" name="Group 48">
            <a:extLst>
              <a:ext uri="{FF2B5EF4-FFF2-40B4-BE49-F238E27FC236}">
                <a16:creationId xmlns:a16="http://schemas.microsoft.com/office/drawing/2014/main" id="{A14B253E-9AE5-45BB-A383-DF1EB5FEAEA4}"/>
              </a:ext>
            </a:extLst>
          </p:cNvPr>
          <p:cNvGrpSpPr>
            <a:grpSpLocks/>
          </p:cNvGrpSpPr>
          <p:nvPr/>
        </p:nvGrpSpPr>
        <p:grpSpPr bwMode="auto">
          <a:xfrm>
            <a:off x="5568950" y="2362200"/>
            <a:ext cx="279400" cy="387350"/>
            <a:chOff x="3339" y="1451"/>
            <a:chExt cx="176" cy="244"/>
          </a:xfrm>
        </p:grpSpPr>
        <p:sp>
          <p:nvSpPr>
            <p:cNvPr id="90144" name="Rectangle 49">
              <a:extLst>
                <a:ext uri="{FF2B5EF4-FFF2-40B4-BE49-F238E27FC236}">
                  <a16:creationId xmlns:a16="http://schemas.microsoft.com/office/drawing/2014/main" id="{52F19E74-700A-41EC-83B7-0967054EE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5" name="Rectangle 50">
              <a:extLst>
                <a:ext uri="{FF2B5EF4-FFF2-40B4-BE49-F238E27FC236}">
                  <a16:creationId xmlns:a16="http://schemas.microsoft.com/office/drawing/2014/main" id="{E3AAEA41-1343-4551-BB66-A2D09E5AF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DB5AFB5-934A-E34B-AF52-E8AEA866D029}"/>
              </a:ext>
            </a:extLst>
          </p:cNvPr>
          <p:cNvSpPr txBox="1"/>
          <p:nvPr/>
        </p:nvSpPr>
        <p:spPr>
          <a:xfrm>
            <a:off x="2438400" y="4648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8746E8-1105-6B4B-B889-91A96B7B32BE}"/>
              </a:ext>
            </a:extLst>
          </p:cNvPr>
          <p:cNvSpPr txBox="1"/>
          <p:nvPr/>
        </p:nvSpPr>
        <p:spPr>
          <a:xfrm>
            <a:off x="5613400" y="4648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3">
            <a:extLst>
              <a:ext uri="{FF2B5EF4-FFF2-40B4-BE49-F238E27FC236}">
                <a16:creationId xmlns:a16="http://schemas.microsoft.com/office/drawing/2014/main" id="{6565881B-3EF6-4914-9EAD-B8C1AD063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38" name="Line 4">
            <a:extLst>
              <a:ext uri="{FF2B5EF4-FFF2-40B4-BE49-F238E27FC236}">
                <a16:creationId xmlns:a16="http://schemas.microsoft.com/office/drawing/2014/main" id="{DAF134C9-7094-4487-9E76-689605EF4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39" name="Line 5">
            <a:extLst>
              <a:ext uri="{FF2B5EF4-FFF2-40B4-BE49-F238E27FC236}">
                <a16:creationId xmlns:a16="http://schemas.microsoft.com/office/drawing/2014/main" id="{A03AAEF0-43ED-4804-95A9-9A44E482D6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0" name="Line 6">
            <a:extLst>
              <a:ext uri="{FF2B5EF4-FFF2-40B4-BE49-F238E27FC236}">
                <a16:creationId xmlns:a16="http://schemas.microsoft.com/office/drawing/2014/main" id="{2A09C750-9B0A-4752-9D5E-E9AFCC62F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1141" name="Group 47">
            <a:extLst>
              <a:ext uri="{FF2B5EF4-FFF2-40B4-BE49-F238E27FC236}">
                <a16:creationId xmlns:a16="http://schemas.microsoft.com/office/drawing/2014/main" id="{A21296E6-ADC7-4A8D-ACDB-A36F8B48B1D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33613"/>
            <a:ext cx="279400" cy="387350"/>
            <a:chOff x="3339" y="1451"/>
            <a:chExt cx="176" cy="244"/>
          </a:xfrm>
        </p:grpSpPr>
        <p:sp>
          <p:nvSpPr>
            <p:cNvPr id="91197" name="Rectangle 9">
              <a:extLst>
                <a:ext uri="{FF2B5EF4-FFF2-40B4-BE49-F238E27FC236}">
                  <a16:creationId xmlns:a16="http://schemas.microsoft.com/office/drawing/2014/main" id="{5CCE1875-6445-4284-A12B-CF640E5A0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8" name="Rectangle 10">
              <a:extLst>
                <a:ext uri="{FF2B5EF4-FFF2-40B4-BE49-F238E27FC236}">
                  <a16:creationId xmlns:a16="http://schemas.microsoft.com/office/drawing/2014/main" id="{0390DDAA-CF23-485F-990F-42C9808B0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1142" name="Rectangle 13">
            <a:extLst>
              <a:ext uri="{FF2B5EF4-FFF2-40B4-BE49-F238E27FC236}">
                <a16:creationId xmlns:a16="http://schemas.microsoft.com/office/drawing/2014/main" id="{8F8787A3-CA5E-4EAF-A3B7-BDD5308CB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3" name="Rectangle 14">
            <a:extLst>
              <a:ext uri="{FF2B5EF4-FFF2-40B4-BE49-F238E27FC236}">
                <a16:creationId xmlns:a16="http://schemas.microsoft.com/office/drawing/2014/main" id="{985E572F-3D73-4FDE-856A-BFCC41E2E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4" name="Rectangle 15">
            <a:extLst>
              <a:ext uri="{FF2B5EF4-FFF2-40B4-BE49-F238E27FC236}">
                <a16:creationId xmlns:a16="http://schemas.microsoft.com/office/drawing/2014/main" id="{46C1CB0A-73F4-4EBB-BCBC-F88A96241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5" name="Rectangle 16">
            <a:extLst>
              <a:ext uri="{FF2B5EF4-FFF2-40B4-BE49-F238E27FC236}">
                <a16:creationId xmlns:a16="http://schemas.microsoft.com/office/drawing/2014/main" id="{9981B815-BE27-4F52-BFF3-43D55D6A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6" name="Rectangle 17">
            <a:extLst>
              <a:ext uri="{FF2B5EF4-FFF2-40B4-BE49-F238E27FC236}">
                <a16:creationId xmlns:a16="http://schemas.microsoft.com/office/drawing/2014/main" id="{A1281DC8-EF07-494A-AB58-D0D94EAAA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7" name="Rectangle 19">
            <a:extLst>
              <a:ext uri="{FF2B5EF4-FFF2-40B4-BE49-F238E27FC236}">
                <a16:creationId xmlns:a16="http://schemas.microsoft.com/office/drawing/2014/main" id="{4DFE0B1C-5C5D-412B-852F-1C0B17642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8" name="Rectangle 21">
            <a:extLst>
              <a:ext uri="{FF2B5EF4-FFF2-40B4-BE49-F238E27FC236}">
                <a16:creationId xmlns:a16="http://schemas.microsoft.com/office/drawing/2014/main" id="{4C1A62DC-C773-4C46-BF44-EB5D05F8B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9" name="Rectangle 23">
            <a:extLst>
              <a:ext uri="{FF2B5EF4-FFF2-40B4-BE49-F238E27FC236}">
                <a16:creationId xmlns:a16="http://schemas.microsoft.com/office/drawing/2014/main" id="{FD11F51C-F255-4E9A-8976-9D3F5BC5D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1150" name="Group 48">
            <a:extLst>
              <a:ext uri="{FF2B5EF4-FFF2-40B4-BE49-F238E27FC236}">
                <a16:creationId xmlns:a16="http://schemas.microsoft.com/office/drawing/2014/main" id="{43FD57DE-884D-4996-8DC8-A2AEE641A216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057400"/>
            <a:ext cx="279400" cy="387350"/>
            <a:chOff x="3339" y="1451"/>
            <a:chExt cx="176" cy="244"/>
          </a:xfrm>
        </p:grpSpPr>
        <p:sp>
          <p:nvSpPr>
            <p:cNvPr id="91195" name="Rectangle 49">
              <a:extLst>
                <a:ext uri="{FF2B5EF4-FFF2-40B4-BE49-F238E27FC236}">
                  <a16:creationId xmlns:a16="http://schemas.microsoft.com/office/drawing/2014/main" id="{A196305A-DDD8-4378-94E1-F25814E8B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6" name="Rectangle 50">
              <a:extLst>
                <a:ext uri="{FF2B5EF4-FFF2-40B4-BE49-F238E27FC236}">
                  <a16:creationId xmlns:a16="http://schemas.microsoft.com/office/drawing/2014/main" id="{8CE69CCC-A6EF-4EBE-A32B-722D8DAD5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1151" name="Rectangle 21">
            <a:extLst>
              <a:ext uri="{FF2B5EF4-FFF2-40B4-BE49-F238E27FC236}">
                <a16:creationId xmlns:a16="http://schemas.microsoft.com/office/drawing/2014/main" id="{89190721-6FAE-4B56-9A67-20A32DE4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52" name="Line 4">
            <a:extLst>
              <a:ext uri="{FF2B5EF4-FFF2-40B4-BE49-F238E27FC236}">
                <a16:creationId xmlns:a16="http://schemas.microsoft.com/office/drawing/2014/main" id="{038F813B-3604-47E0-AE40-6A501BA3C5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53" name="Line 5">
            <a:extLst>
              <a:ext uri="{FF2B5EF4-FFF2-40B4-BE49-F238E27FC236}">
                <a16:creationId xmlns:a16="http://schemas.microsoft.com/office/drawing/2014/main" id="{56FA2561-928A-404A-B366-B95D291965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54" name="Line 6">
            <a:extLst>
              <a:ext uri="{FF2B5EF4-FFF2-40B4-BE49-F238E27FC236}">
                <a16:creationId xmlns:a16="http://schemas.microsoft.com/office/drawing/2014/main" id="{39347327-6D28-4AB8-95F8-B06B1EF8B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1155" name="Group 47">
            <a:extLst>
              <a:ext uri="{FF2B5EF4-FFF2-40B4-BE49-F238E27FC236}">
                <a16:creationId xmlns:a16="http://schemas.microsoft.com/office/drawing/2014/main" id="{0F17C26F-D86F-4F42-AB72-3AFAFCECC936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233613"/>
            <a:ext cx="279400" cy="387350"/>
            <a:chOff x="3339" y="1451"/>
            <a:chExt cx="176" cy="244"/>
          </a:xfrm>
        </p:grpSpPr>
        <p:sp>
          <p:nvSpPr>
            <p:cNvPr id="91193" name="Rectangle 9">
              <a:extLst>
                <a:ext uri="{FF2B5EF4-FFF2-40B4-BE49-F238E27FC236}">
                  <a16:creationId xmlns:a16="http://schemas.microsoft.com/office/drawing/2014/main" id="{6D4E43B4-1BD1-4BC9-B862-D886F9A11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4" name="Rectangle 10">
              <a:extLst>
                <a:ext uri="{FF2B5EF4-FFF2-40B4-BE49-F238E27FC236}">
                  <a16:creationId xmlns:a16="http://schemas.microsoft.com/office/drawing/2014/main" id="{B9FE552E-1EE7-4EB2-A0D2-F4C349302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1156" name="Rectangle 13">
            <a:extLst>
              <a:ext uri="{FF2B5EF4-FFF2-40B4-BE49-F238E27FC236}">
                <a16:creationId xmlns:a16="http://schemas.microsoft.com/office/drawing/2014/main" id="{D426F041-69F7-4C7D-A5CC-36AEE3CB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57" name="Rectangle 14">
            <a:extLst>
              <a:ext uri="{FF2B5EF4-FFF2-40B4-BE49-F238E27FC236}">
                <a16:creationId xmlns:a16="http://schemas.microsoft.com/office/drawing/2014/main" id="{D34005B4-43E8-4945-B73E-A4462CA9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58" name="Rectangle 15">
            <a:extLst>
              <a:ext uri="{FF2B5EF4-FFF2-40B4-BE49-F238E27FC236}">
                <a16:creationId xmlns:a16="http://schemas.microsoft.com/office/drawing/2014/main" id="{096B9FED-036B-4D1C-BEFB-826A968AB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59" name="Rectangle 16">
            <a:extLst>
              <a:ext uri="{FF2B5EF4-FFF2-40B4-BE49-F238E27FC236}">
                <a16:creationId xmlns:a16="http://schemas.microsoft.com/office/drawing/2014/main" id="{C90E2100-B3E9-45B1-B7C5-52792967A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60" name="Rectangle 17">
            <a:extLst>
              <a:ext uri="{FF2B5EF4-FFF2-40B4-BE49-F238E27FC236}">
                <a16:creationId xmlns:a16="http://schemas.microsoft.com/office/drawing/2014/main" id="{36ECE21E-2837-44A8-BC74-489B92729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870200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61" name="Rectangle 19">
            <a:extLst>
              <a:ext uri="{FF2B5EF4-FFF2-40B4-BE49-F238E27FC236}">
                <a16:creationId xmlns:a16="http://schemas.microsoft.com/office/drawing/2014/main" id="{C86D87CE-7B43-416A-AACB-63D57FAA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62" name="Rectangle 21">
            <a:extLst>
              <a:ext uri="{FF2B5EF4-FFF2-40B4-BE49-F238E27FC236}">
                <a16:creationId xmlns:a16="http://schemas.microsoft.com/office/drawing/2014/main" id="{48E9BD8C-6435-485E-A0B6-5DF7D658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63" name="Rectangle 23">
            <a:extLst>
              <a:ext uri="{FF2B5EF4-FFF2-40B4-BE49-F238E27FC236}">
                <a16:creationId xmlns:a16="http://schemas.microsoft.com/office/drawing/2014/main" id="{E0023FBE-A291-41D8-8B6F-F830A7BBE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1164" name="Group 48">
            <a:extLst>
              <a:ext uri="{FF2B5EF4-FFF2-40B4-BE49-F238E27FC236}">
                <a16:creationId xmlns:a16="http://schemas.microsoft.com/office/drawing/2014/main" id="{E17D82F4-2813-4796-87C3-0D6E16099850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2057400"/>
            <a:ext cx="279400" cy="387350"/>
            <a:chOff x="3339" y="1451"/>
            <a:chExt cx="176" cy="244"/>
          </a:xfrm>
        </p:grpSpPr>
        <p:sp>
          <p:nvSpPr>
            <p:cNvPr id="91191" name="Rectangle 49">
              <a:extLst>
                <a:ext uri="{FF2B5EF4-FFF2-40B4-BE49-F238E27FC236}">
                  <a16:creationId xmlns:a16="http://schemas.microsoft.com/office/drawing/2014/main" id="{72346DFC-027A-4224-B4AA-D4579FB27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2" name="Rectangle 50">
              <a:extLst>
                <a:ext uri="{FF2B5EF4-FFF2-40B4-BE49-F238E27FC236}">
                  <a16:creationId xmlns:a16="http://schemas.microsoft.com/office/drawing/2014/main" id="{AB6ED885-8881-487C-B53F-88260B6B8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008DFE5-01D2-6D46-8040-B9F8203BDD9A}"/>
              </a:ext>
            </a:extLst>
          </p:cNvPr>
          <p:cNvSpPr txBox="1"/>
          <p:nvPr/>
        </p:nvSpPr>
        <p:spPr>
          <a:xfrm>
            <a:off x="10795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6EAD02-F941-4840-ADD1-7806E2332574}"/>
              </a:ext>
            </a:extLst>
          </p:cNvPr>
          <p:cNvSpPr txBox="1"/>
          <p:nvPr/>
        </p:nvSpPr>
        <p:spPr>
          <a:xfrm>
            <a:off x="3760788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91167" name="Rectangle 42">
            <a:extLst>
              <a:ext uri="{FF2B5EF4-FFF2-40B4-BE49-F238E27FC236}">
                <a16:creationId xmlns:a16="http://schemas.microsoft.com/office/drawing/2014/main" id="{0AF3B088-8E77-4018-991E-51F1E8258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7225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68" name="Line 4">
            <a:extLst>
              <a:ext uri="{FF2B5EF4-FFF2-40B4-BE49-F238E27FC236}">
                <a16:creationId xmlns:a16="http://schemas.microsoft.com/office/drawing/2014/main" id="{B3E4F46A-E2AF-45CC-B3BE-CFDEF3FF08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32924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69" name="Line 5">
            <a:extLst>
              <a:ext uri="{FF2B5EF4-FFF2-40B4-BE49-F238E27FC236}">
                <a16:creationId xmlns:a16="http://schemas.microsoft.com/office/drawing/2014/main" id="{91DE3D8A-14E2-4833-9696-FDABE0B8DC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27225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0" name="Line 6">
            <a:extLst>
              <a:ext uri="{FF2B5EF4-FFF2-40B4-BE49-F238E27FC236}">
                <a16:creationId xmlns:a16="http://schemas.microsoft.com/office/drawing/2014/main" id="{3098671C-EB19-473A-89A5-AFAD7A6CD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21526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1171" name="Group 47">
            <a:extLst>
              <a:ext uri="{FF2B5EF4-FFF2-40B4-BE49-F238E27FC236}">
                <a16:creationId xmlns:a16="http://schemas.microsoft.com/office/drawing/2014/main" id="{B85C7326-955C-4D6D-BD0B-252FFFC3F453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2233613"/>
            <a:ext cx="279400" cy="387350"/>
            <a:chOff x="3339" y="1451"/>
            <a:chExt cx="176" cy="244"/>
          </a:xfrm>
        </p:grpSpPr>
        <p:sp>
          <p:nvSpPr>
            <p:cNvPr id="91189" name="Rectangle 9">
              <a:extLst>
                <a:ext uri="{FF2B5EF4-FFF2-40B4-BE49-F238E27FC236}">
                  <a16:creationId xmlns:a16="http://schemas.microsoft.com/office/drawing/2014/main" id="{EA148FF8-1750-401A-ABBE-09E175619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0" name="Rectangle 10">
              <a:extLst>
                <a:ext uri="{FF2B5EF4-FFF2-40B4-BE49-F238E27FC236}">
                  <a16:creationId xmlns:a16="http://schemas.microsoft.com/office/drawing/2014/main" id="{F85AE306-CD7E-4E44-B8B0-C7A31878E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1172" name="Rectangle 13">
            <a:extLst>
              <a:ext uri="{FF2B5EF4-FFF2-40B4-BE49-F238E27FC236}">
                <a16:creationId xmlns:a16="http://schemas.microsoft.com/office/drawing/2014/main" id="{100300C8-45A0-49CD-B231-11C44CA1B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3" name="Rectangle 14">
            <a:extLst>
              <a:ext uri="{FF2B5EF4-FFF2-40B4-BE49-F238E27FC236}">
                <a16:creationId xmlns:a16="http://schemas.microsoft.com/office/drawing/2014/main" id="{E3EC44EE-DC45-4A40-ABAE-BB899AD8D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4" name="Rectangle 15">
            <a:extLst>
              <a:ext uri="{FF2B5EF4-FFF2-40B4-BE49-F238E27FC236}">
                <a16:creationId xmlns:a16="http://schemas.microsoft.com/office/drawing/2014/main" id="{6E96C04C-DC9F-4744-A875-BCE753A94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5" name="Rectangle 16">
            <a:extLst>
              <a:ext uri="{FF2B5EF4-FFF2-40B4-BE49-F238E27FC236}">
                <a16:creationId xmlns:a16="http://schemas.microsoft.com/office/drawing/2014/main" id="{72C3210F-145A-4A5E-BB61-B63C1DABA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6" name="Rectangle 17">
            <a:extLst>
              <a:ext uri="{FF2B5EF4-FFF2-40B4-BE49-F238E27FC236}">
                <a16:creationId xmlns:a16="http://schemas.microsoft.com/office/drawing/2014/main" id="{DCEBAAD5-0707-4323-926D-8F6AEA1B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7" name="Rectangle 19">
            <a:extLst>
              <a:ext uri="{FF2B5EF4-FFF2-40B4-BE49-F238E27FC236}">
                <a16:creationId xmlns:a16="http://schemas.microsoft.com/office/drawing/2014/main" id="{03683263-9A96-4DAA-A421-B22302E5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8" name="Rectangle 21">
            <a:extLst>
              <a:ext uri="{FF2B5EF4-FFF2-40B4-BE49-F238E27FC236}">
                <a16:creationId xmlns:a16="http://schemas.microsoft.com/office/drawing/2014/main" id="{BA69D6CB-E18B-4D0C-B78A-D00E7E274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79" name="Rectangle 23">
            <a:extLst>
              <a:ext uri="{FF2B5EF4-FFF2-40B4-BE49-F238E27FC236}">
                <a16:creationId xmlns:a16="http://schemas.microsoft.com/office/drawing/2014/main" id="{EF9F4F90-BDB6-4C5D-93D9-E1FCAEBF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1180" name="Group 48">
            <a:extLst>
              <a:ext uri="{FF2B5EF4-FFF2-40B4-BE49-F238E27FC236}">
                <a16:creationId xmlns:a16="http://schemas.microsoft.com/office/drawing/2014/main" id="{1F0544E0-8B92-490A-9F94-675B5E2875E4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2057400"/>
            <a:ext cx="279400" cy="387350"/>
            <a:chOff x="3339" y="1451"/>
            <a:chExt cx="176" cy="244"/>
          </a:xfrm>
        </p:grpSpPr>
        <p:sp>
          <p:nvSpPr>
            <p:cNvPr id="91187" name="Rectangle 49">
              <a:extLst>
                <a:ext uri="{FF2B5EF4-FFF2-40B4-BE49-F238E27FC236}">
                  <a16:creationId xmlns:a16="http://schemas.microsoft.com/office/drawing/2014/main" id="{55501A2D-0E7C-45E0-B5DC-D05B3B9B3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8" name="Rectangle 50">
              <a:extLst>
                <a:ext uri="{FF2B5EF4-FFF2-40B4-BE49-F238E27FC236}">
                  <a16:creationId xmlns:a16="http://schemas.microsoft.com/office/drawing/2014/main" id="{29E642F5-2630-40B0-A08B-3E1591148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F39B167-41E7-4441-BAD1-B5DB3A9B8DC2}"/>
              </a:ext>
            </a:extLst>
          </p:cNvPr>
          <p:cNvSpPr txBox="1"/>
          <p:nvPr/>
        </p:nvSpPr>
        <p:spPr>
          <a:xfrm>
            <a:off x="71374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00085-CBEB-C943-88A2-DF9A6729EA29}"/>
              </a:ext>
            </a:extLst>
          </p:cNvPr>
          <p:cNvSpPr txBox="1"/>
          <p:nvPr/>
        </p:nvSpPr>
        <p:spPr>
          <a:xfrm>
            <a:off x="29337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980A3F-427E-3C44-85F9-4FCA8A929EAB}"/>
              </a:ext>
            </a:extLst>
          </p:cNvPr>
          <p:cNvSpPr txBox="1"/>
          <p:nvPr/>
        </p:nvSpPr>
        <p:spPr>
          <a:xfrm>
            <a:off x="2971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0118B6-4F77-6C49-84D6-E866CD25880F}"/>
              </a:ext>
            </a:extLst>
          </p:cNvPr>
          <p:cNvSpPr txBox="1"/>
          <p:nvPr/>
        </p:nvSpPr>
        <p:spPr>
          <a:xfrm>
            <a:off x="6019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DA3A4B-7D4A-E347-860F-16CBABB9DE3C}"/>
              </a:ext>
            </a:extLst>
          </p:cNvPr>
          <p:cNvSpPr txBox="1"/>
          <p:nvPr/>
        </p:nvSpPr>
        <p:spPr>
          <a:xfrm>
            <a:off x="60198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91186" name="Title 1">
            <a:extLst>
              <a:ext uri="{FF2B5EF4-FFF2-40B4-BE49-F238E27FC236}">
                <a16:creationId xmlns:a16="http://schemas.microsoft.com/office/drawing/2014/main" id="{749645FC-5F1A-476C-AE06-5447465A1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Grouping Example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3">
            <a:extLst>
              <a:ext uri="{FF2B5EF4-FFF2-40B4-BE49-F238E27FC236}">
                <a16:creationId xmlns:a16="http://schemas.microsoft.com/office/drawing/2014/main" id="{F5F2782A-B1D3-4B93-BB85-593600AD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2" name="Line 4">
            <a:extLst>
              <a:ext uri="{FF2B5EF4-FFF2-40B4-BE49-F238E27FC236}">
                <a16:creationId xmlns:a16="http://schemas.microsoft.com/office/drawing/2014/main" id="{A23F3718-35CD-4F68-80DF-B31317FE29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3" name="Line 5">
            <a:extLst>
              <a:ext uri="{FF2B5EF4-FFF2-40B4-BE49-F238E27FC236}">
                <a16:creationId xmlns:a16="http://schemas.microsoft.com/office/drawing/2014/main" id="{A6911968-1875-4659-A9C2-9F3FED0A9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4" name="Line 6">
            <a:extLst>
              <a:ext uri="{FF2B5EF4-FFF2-40B4-BE49-F238E27FC236}">
                <a16:creationId xmlns:a16="http://schemas.microsoft.com/office/drawing/2014/main" id="{F2C0253E-C595-4EA8-86A1-AEF5D81208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165" name="Group 47">
            <a:extLst>
              <a:ext uri="{FF2B5EF4-FFF2-40B4-BE49-F238E27FC236}">
                <a16:creationId xmlns:a16="http://schemas.microsoft.com/office/drawing/2014/main" id="{77432281-E7F3-4085-B085-E1F62C8376E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33613"/>
            <a:ext cx="279400" cy="387350"/>
            <a:chOff x="3339" y="1451"/>
            <a:chExt cx="176" cy="244"/>
          </a:xfrm>
        </p:grpSpPr>
        <p:sp>
          <p:nvSpPr>
            <p:cNvPr id="92223" name="Rectangle 9">
              <a:extLst>
                <a:ext uri="{FF2B5EF4-FFF2-40B4-BE49-F238E27FC236}">
                  <a16:creationId xmlns:a16="http://schemas.microsoft.com/office/drawing/2014/main" id="{65BD590B-A4FE-41C5-96FF-6B0BF06D9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24" name="Rectangle 10">
              <a:extLst>
                <a:ext uri="{FF2B5EF4-FFF2-40B4-BE49-F238E27FC236}">
                  <a16:creationId xmlns:a16="http://schemas.microsoft.com/office/drawing/2014/main" id="{4E8A91FF-E5E6-4B65-91A2-6D59EC3FA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2166" name="Rectangle 13">
            <a:extLst>
              <a:ext uri="{FF2B5EF4-FFF2-40B4-BE49-F238E27FC236}">
                <a16:creationId xmlns:a16="http://schemas.microsoft.com/office/drawing/2014/main" id="{96DE9B0B-5157-4308-B914-60C2D9E5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7" name="Rectangle 14">
            <a:extLst>
              <a:ext uri="{FF2B5EF4-FFF2-40B4-BE49-F238E27FC236}">
                <a16:creationId xmlns:a16="http://schemas.microsoft.com/office/drawing/2014/main" id="{72D84B5F-9802-4E3D-A135-DD2FDCBE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8" name="Rectangle 15">
            <a:extLst>
              <a:ext uri="{FF2B5EF4-FFF2-40B4-BE49-F238E27FC236}">
                <a16:creationId xmlns:a16="http://schemas.microsoft.com/office/drawing/2014/main" id="{67E38B31-F5DA-4E7B-98F4-A2DBFB5D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9" name="Rectangle 16">
            <a:extLst>
              <a:ext uri="{FF2B5EF4-FFF2-40B4-BE49-F238E27FC236}">
                <a16:creationId xmlns:a16="http://schemas.microsoft.com/office/drawing/2014/main" id="{7B37F8EF-E8AF-4004-86B0-ADE1A94B9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0" name="Rectangle 17">
            <a:extLst>
              <a:ext uri="{FF2B5EF4-FFF2-40B4-BE49-F238E27FC236}">
                <a16:creationId xmlns:a16="http://schemas.microsoft.com/office/drawing/2014/main" id="{07DB7420-F32B-4FC8-A456-A640BBB74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1" name="Rectangle 19">
            <a:extLst>
              <a:ext uri="{FF2B5EF4-FFF2-40B4-BE49-F238E27FC236}">
                <a16:creationId xmlns:a16="http://schemas.microsoft.com/office/drawing/2014/main" id="{D1DE722D-2A4A-4918-92E9-11801BE47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2" name="Rectangle 21">
            <a:extLst>
              <a:ext uri="{FF2B5EF4-FFF2-40B4-BE49-F238E27FC236}">
                <a16:creationId xmlns:a16="http://schemas.microsoft.com/office/drawing/2014/main" id="{7CBB9FAD-42A8-4AF7-8785-CAD43A5F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3" name="Rectangle 23">
            <a:extLst>
              <a:ext uri="{FF2B5EF4-FFF2-40B4-BE49-F238E27FC236}">
                <a16:creationId xmlns:a16="http://schemas.microsoft.com/office/drawing/2014/main" id="{F8B7D082-A8F6-4874-A935-FAFD9D8A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174" name="Group 48">
            <a:extLst>
              <a:ext uri="{FF2B5EF4-FFF2-40B4-BE49-F238E27FC236}">
                <a16:creationId xmlns:a16="http://schemas.microsoft.com/office/drawing/2014/main" id="{44435C21-C3EF-4D9A-9DE7-4367F8F5868C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057400"/>
            <a:ext cx="279400" cy="387350"/>
            <a:chOff x="3339" y="1451"/>
            <a:chExt cx="176" cy="244"/>
          </a:xfrm>
        </p:grpSpPr>
        <p:sp>
          <p:nvSpPr>
            <p:cNvPr id="92221" name="Rectangle 49">
              <a:extLst>
                <a:ext uri="{FF2B5EF4-FFF2-40B4-BE49-F238E27FC236}">
                  <a16:creationId xmlns:a16="http://schemas.microsoft.com/office/drawing/2014/main" id="{6DC79900-D6C0-4033-8398-F980EDAFF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22" name="Rectangle 50">
              <a:extLst>
                <a:ext uri="{FF2B5EF4-FFF2-40B4-BE49-F238E27FC236}">
                  <a16:creationId xmlns:a16="http://schemas.microsoft.com/office/drawing/2014/main" id="{3CB6C8AA-BFDD-4355-B65E-0E87E6280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2175" name="Rectangle 21">
            <a:extLst>
              <a:ext uri="{FF2B5EF4-FFF2-40B4-BE49-F238E27FC236}">
                <a16:creationId xmlns:a16="http://schemas.microsoft.com/office/drawing/2014/main" id="{BE99C4DE-4C8E-4075-84C2-75D07D438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6" name="Line 4">
            <a:extLst>
              <a:ext uri="{FF2B5EF4-FFF2-40B4-BE49-F238E27FC236}">
                <a16:creationId xmlns:a16="http://schemas.microsoft.com/office/drawing/2014/main" id="{6496EC7B-52D5-4B00-8B62-F71700B33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7" name="Line 5">
            <a:extLst>
              <a:ext uri="{FF2B5EF4-FFF2-40B4-BE49-F238E27FC236}">
                <a16:creationId xmlns:a16="http://schemas.microsoft.com/office/drawing/2014/main" id="{05FC0DBE-BF9F-4182-862B-77AEAA4808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8" name="Line 6">
            <a:extLst>
              <a:ext uri="{FF2B5EF4-FFF2-40B4-BE49-F238E27FC236}">
                <a16:creationId xmlns:a16="http://schemas.microsoft.com/office/drawing/2014/main" id="{4CB74A44-16C9-4631-8A00-80E1C1141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179" name="Group 47">
            <a:extLst>
              <a:ext uri="{FF2B5EF4-FFF2-40B4-BE49-F238E27FC236}">
                <a16:creationId xmlns:a16="http://schemas.microsoft.com/office/drawing/2014/main" id="{9D82ED6C-B0CF-480C-88DA-4D102D9D87B7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233613"/>
            <a:ext cx="279400" cy="387350"/>
            <a:chOff x="3339" y="1451"/>
            <a:chExt cx="176" cy="244"/>
          </a:xfrm>
        </p:grpSpPr>
        <p:sp>
          <p:nvSpPr>
            <p:cNvPr id="92219" name="Rectangle 9">
              <a:extLst>
                <a:ext uri="{FF2B5EF4-FFF2-40B4-BE49-F238E27FC236}">
                  <a16:creationId xmlns:a16="http://schemas.microsoft.com/office/drawing/2014/main" id="{1E3874E5-5A8B-47EF-92F7-9FE643974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20" name="Rectangle 10">
              <a:extLst>
                <a:ext uri="{FF2B5EF4-FFF2-40B4-BE49-F238E27FC236}">
                  <a16:creationId xmlns:a16="http://schemas.microsoft.com/office/drawing/2014/main" id="{87A61FB9-A770-47AF-9424-3B9400738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2180" name="Rectangle 13">
            <a:extLst>
              <a:ext uri="{FF2B5EF4-FFF2-40B4-BE49-F238E27FC236}">
                <a16:creationId xmlns:a16="http://schemas.microsoft.com/office/drawing/2014/main" id="{AEB0C4F5-17C5-48F1-8630-2696DEA1F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1" name="Rectangle 14">
            <a:extLst>
              <a:ext uri="{FF2B5EF4-FFF2-40B4-BE49-F238E27FC236}">
                <a16:creationId xmlns:a16="http://schemas.microsoft.com/office/drawing/2014/main" id="{7B0E1FFE-F42A-44F3-B262-C6E0F15B6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2" name="Rectangle 15">
            <a:extLst>
              <a:ext uri="{FF2B5EF4-FFF2-40B4-BE49-F238E27FC236}">
                <a16:creationId xmlns:a16="http://schemas.microsoft.com/office/drawing/2014/main" id="{3A7CCF4D-768C-449E-ACD3-95D4A19F8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3" name="Rectangle 16">
            <a:extLst>
              <a:ext uri="{FF2B5EF4-FFF2-40B4-BE49-F238E27FC236}">
                <a16:creationId xmlns:a16="http://schemas.microsoft.com/office/drawing/2014/main" id="{932B1A2E-F642-47E7-9CA2-8718E6735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4" name="Rectangle 17">
            <a:extLst>
              <a:ext uri="{FF2B5EF4-FFF2-40B4-BE49-F238E27FC236}">
                <a16:creationId xmlns:a16="http://schemas.microsoft.com/office/drawing/2014/main" id="{9F640C03-4E01-4217-B671-AA7FBD7E8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870200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5" name="Rectangle 19">
            <a:extLst>
              <a:ext uri="{FF2B5EF4-FFF2-40B4-BE49-F238E27FC236}">
                <a16:creationId xmlns:a16="http://schemas.microsoft.com/office/drawing/2014/main" id="{E193527D-7A5B-45FC-BF26-41D045DB1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6" name="Rectangle 21">
            <a:extLst>
              <a:ext uri="{FF2B5EF4-FFF2-40B4-BE49-F238E27FC236}">
                <a16:creationId xmlns:a16="http://schemas.microsoft.com/office/drawing/2014/main" id="{2F8B78EC-5DC1-413B-B031-D804E2A14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7" name="Rectangle 23">
            <a:extLst>
              <a:ext uri="{FF2B5EF4-FFF2-40B4-BE49-F238E27FC236}">
                <a16:creationId xmlns:a16="http://schemas.microsoft.com/office/drawing/2014/main" id="{5DD59EF8-D51A-4F01-9447-34BE6ABB1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188" name="Group 48">
            <a:extLst>
              <a:ext uri="{FF2B5EF4-FFF2-40B4-BE49-F238E27FC236}">
                <a16:creationId xmlns:a16="http://schemas.microsoft.com/office/drawing/2014/main" id="{C7B73136-4634-4814-B0B6-D82D5877ADB4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2057400"/>
            <a:ext cx="279400" cy="387350"/>
            <a:chOff x="3339" y="1451"/>
            <a:chExt cx="176" cy="244"/>
          </a:xfrm>
        </p:grpSpPr>
        <p:sp>
          <p:nvSpPr>
            <p:cNvPr id="92217" name="Rectangle 49">
              <a:extLst>
                <a:ext uri="{FF2B5EF4-FFF2-40B4-BE49-F238E27FC236}">
                  <a16:creationId xmlns:a16="http://schemas.microsoft.com/office/drawing/2014/main" id="{BFDDA8FF-186C-41CC-B33F-911DAA4FD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18" name="Rectangle 50">
              <a:extLst>
                <a:ext uri="{FF2B5EF4-FFF2-40B4-BE49-F238E27FC236}">
                  <a16:creationId xmlns:a16="http://schemas.microsoft.com/office/drawing/2014/main" id="{5E77F2E4-A3F2-47BF-8498-3F6C8F30B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45E9C49-A04C-3C45-A0DD-B523504B9F1D}"/>
              </a:ext>
            </a:extLst>
          </p:cNvPr>
          <p:cNvSpPr txBox="1"/>
          <p:nvPr/>
        </p:nvSpPr>
        <p:spPr>
          <a:xfrm>
            <a:off x="10795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E9191A-1A02-CD45-8035-2785E0B6B33B}"/>
              </a:ext>
            </a:extLst>
          </p:cNvPr>
          <p:cNvSpPr txBox="1"/>
          <p:nvPr/>
        </p:nvSpPr>
        <p:spPr>
          <a:xfrm>
            <a:off x="3760788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92191" name="Rectangle 42">
            <a:extLst>
              <a:ext uri="{FF2B5EF4-FFF2-40B4-BE49-F238E27FC236}">
                <a16:creationId xmlns:a16="http://schemas.microsoft.com/office/drawing/2014/main" id="{AB457457-75EA-404A-B4F5-1AB596E20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7225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2" name="Line 4">
            <a:extLst>
              <a:ext uri="{FF2B5EF4-FFF2-40B4-BE49-F238E27FC236}">
                <a16:creationId xmlns:a16="http://schemas.microsoft.com/office/drawing/2014/main" id="{1B210D6C-5571-490B-9ACB-F2A5A1032C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32924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3" name="Line 5">
            <a:extLst>
              <a:ext uri="{FF2B5EF4-FFF2-40B4-BE49-F238E27FC236}">
                <a16:creationId xmlns:a16="http://schemas.microsoft.com/office/drawing/2014/main" id="{63083186-7EDC-489B-93D0-EBCD638279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27225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4" name="Line 6">
            <a:extLst>
              <a:ext uri="{FF2B5EF4-FFF2-40B4-BE49-F238E27FC236}">
                <a16:creationId xmlns:a16="http://schemas.microsoft.com/office/drawing/2014/main" id="{B5ACE002-D86B-4E72-B4A9-14757590A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21526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195" name="Group 47">
            <a:extLst>
              <a:ext uri="{FF2B5EF4-FFF2-40B4-BE49-F238E27FC236}">
                <a16:creationId xmlns:a16="http://schemas.microsoft.com/office/drawing/2014/main" id="{B02762E6-4B29-4617-BC6E-0F1BE6DB6C5C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2233613"/>
            <a:ext cx="279400" cy="387350"/>
            <a:chOff x="3339" y="1451"/>
            <a:chExt cx="176" cy="244"/>
          </a:xfrm>
        </p:grpSpPr>
        <p:sp>
          <p:nvSpPr>
            <p:cNvPr id="92215" name="Rectangle 9">
              <a:extLst>
                <a:ext uri="{FF2B5EF4-FFF2-40B4-BE49-F238E27FC236}">
                  <a16:creationId xmlns:a16="http://schemas.microsoft.com/office/drawing/2014/main" id="{F4FA3E4A-F2A1-44C1-A1C9-79FE9EDD9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16" name="Rectangle 10">
              <a:extLst>
                <a:ext uri="{FF2B5EF4-FFF2-40B4-BE49-F238E27FC236}">
                  <a16:creationId xmlns:a16="http://schemas.microsoft.com/office/drawing/2014/main" id="{1C803CE9-32C1-49EF-BC0A-42ACBD4F6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2196" name="Rectangle 13">
            <a:extLst>
              <a:ext uri="{FF2B5EF4-FFF2-40B4-BE49-F238E27FC236}">
                <a16:creationId xmlns:a16="http://schemas.microsoft.com/office/drawing/2014/main" id="{10903AA3-EE0D-4143-BE06-7790DB393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7" name="Rectangle 14">
            <a:extLst>
              <a:ext uri="{FF2B5EF4-FFF2-40B4-BE49-F238E27FC236}">
                <a16:creationId xmlns:a16="http://schemas.microsoft.com/office/drawing/2014/main" id="{1BCAD717-0E34-42B1-89C2-A987BAEFB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8" name="Rectangle 15">
            <a:extLst>
              <a:ext uri="{FF2B5EF4-FFF2-40B4-BE49-F238E27FC236}">
                <a16:creationId xmlns:a16="http://schemas.microsoft.com/office/drawing/2014/main" id="{AC2633FF-2975-4331-AB35-454821DDD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9" name="Rectangle 16">
            <a:extLst>
              <a:ext uri="{FF2B5EF4-FFF2-40B4-BE49-F238E27FC236}">
                <a16:creationId xmlns:a16="http://schemas.microsoft.com/office/drawing/2014/main" id="{883C6500-696F-48C7-9608-AB9969772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0" name="Rectangle 17">
            <a:extLst>
              <a:ext uri="{FF2B5EF4-FFF2-40B4-BE49-F238E27FC236}">
                <a16:creationId xmlns:a16="http://schemas.microsoft.com/office/drawing/2014/main" id="{C6DED0CB-5FD5-4538-978C-6651A9FAC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1" name="Rectangle 19">
            <a:extLst>
              <a:ext uri="{FF2B5EF4-FFF2-40B4-BE49-F238E27FC236}">
                <a16:creationId xmlns:a16="http://schemas.microsoft.com/office/drawing/2014/main" id="{A04B6905-F9E9-4E68-91A0-D00A63BA2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2" name="Rectangle 21">
            <a:extLst>
              <a:ext uri="{FF2B5EF4-FFF2-40B4-BE49-F238E27FC236}">
                <a16:creationId xmlns:a16="http://schemas.microsoft.com/office/drawing/2014/main" id="{8964C2A2-200E-47AC-BC22-6A102F2A4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3" name="Rectangle 23">
            <a:extLst>
              <a:ext uri="{FF2B5EF4-FFF2-40B4-BE49-F238E27FC236}">
                <a16:creationId xmlns:a16="http://schemas.microsoft.com/office/drawing/2014/main" id="{0DB22367-B291-4672-AE30-605B7BCC6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204" name="Group 48">
            <a:extLst>
              <a:ext uri="{FF2B5EF4-FFF2-40B4-BE49-F238E27FC236}">
                <a16:creationId xmlns:a16="http://schemas.microsoft.com/office/drawing/2014/main" id="{005DD279-DA2F-43A6-954D-8195B14C7B99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2057400"/>
            <a:ext cx="279400" cy="387350"/>
            <a:chOff x="3339" y="1451"/>
            <a:chExt cx="176" cy="244"/>
          </a:xfrm>
        </p:grpSpPr>
        <p:sp>
          <p:nvSpPr>
            <p:cNvPr id="92213" name="Rectangle 49">
              <a:extLst>
                <a:ext uri="{FF2B5EF4-FFF2-40B4-BE49-F238E27FC236}">
                  <a16:creationId xmlns:a16="http://schemas.microsoft.com/office/drawing/2014/main" id="{3C0C785B-022C-479F-B2F8-68A24ECAA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14" name="Rectangle 50">
              <a:extLst>
                <a:ext uri="{FF2B5EF4-FFF2-40B4-BE49-F238E27FC236}">
                  <a16:creationId xmlns:a16="http://schemas.microsoft.com/office/drawing/2014/main" id="{702A9070-C37F-4DCD-A8BC-0975DB57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B087C45-5321-7B48-88EF-D249B27F2A64}"/>
              </a:ext>
            </a:extLst>
          </p:cNvPr>
          <p:cNvSpPr txBox="1"/>
          <p:nvPr/>
        </p:nvSpPr>
        <p:spPr>
          <a:xfrm>
            <a:off x="71374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1211E-D345-604C-956E-25B7DB8D1161}"/>
              </a:ext>
            </a:extLst>
          </p:cNvPr>
          <p:cNvSpPr txBox="1"/>
          <p:nvPr/>
        </p:nvSpPr>
        <p:spPr>
          <a:xfrm>
            <a:off x="29337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302D51-3E16-6640-884D-87427E266EBD}"/>
              </a:ext>
            </a:extLst>
          </p:cNvPr>
          <p:cNvSpPr txBox="1"/>
          <p:nvPr/>
        </p:nvSpPr>
        <p:spPr>
          <a:xfrm>
            <a:off x="2971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99FF13-C7CA-B546-A84F-787C83E6E482}"/>
              </a:ext>
            </a:extLst>
          </p:cNvPr>
          <p:cNvSpPr txBox="1"/>
          <p:nvPr/>
        </p:nvSpPr>
        <p:spPr>
          <a:xfrm>
            <a:off x="6019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2BEE93-B9C9-4042-A5EF-93248CFA66A0}"/>
              </a:ext>
            </a:extLst>
          </p:cNvPr>
          <p:cNvSpPr txBox="1"/>
          <p:nvPr/>
        </p:nvSpPr>
        <p:spPr>
          <a:xfrm>
            <a:off x="60198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92210" name="Title 1">
            <a:extLst>
              <a:ext uri="{FF2B5EF4-FFF2-40B4-BE49-F238E27FC236}">
                <a16:creationId xmlns:a16="http://schemas.microsoft.com/office/drawing/2014/main" id="{19C62377-39DB-4275-846D-51FD4E0E7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Grouping Example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7B578AF-6031-D54F-95E6-FF2F546E3DD6}"/>
              </a:ext>
            </a:extLst>
          </p:cNvPr>
          <p:cNvSpPr/>
          <p:nvPr/>
        </p:nvSpPr>
        <p:spPr bwMode="auto">
          <a:xfrm>
            <a:off x="1314450" y="2776538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7B531EB9-E29D-774F-8157-14EC7FFD0B14}"/>
              </a:ext>
            </a:extLst>
          </p:cNvPr>
          <p:cNvSpPr/>
          <p:nvPr/>
        </p:nvSpPr>
        <p:spPr bwMode="auto">
          <a:xfrm>
            <a:off x="4572000" y="277495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3">
            <a:extLst>
              <a:ext uri="{FF2B5EF4-FFF2-40B4-BE49-F238E27FC236}">
                <a16:creationId xmlns:a16="http://schemas.microsoft.com/office/drawing/2014/main" id="{D20A8E65-33E9-4C76-8822-29342B44B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86" name="Line 4">
            <a:extLst>
              <a:ext uri="{FF2B5EF4-FFF2-40B4-BE49-F238E27FC236}">
                <a16:creationId xmlns:a16="http://schemas.microsoft.com/office/drawing/2014/main" id="{53B4C3B4-7CF1-4E53-A723-B5DC829768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87" name="Line 5">
            <a:extLst>
              <a:ext uri="{FF2B5EF4-FFF2-40B4-BE49-F238E27FC236}">
                <a16:creationId xmlns:a16="http://schemas.microsoft.com/office/drawing/2014/main" id="{80D03914-3EA8-4C4F-A188-293CD026D2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88" name="Line 6">
            <a:extLst>
              <a:ext uri="{FF2B5EF4-FFF2-40B4-BE49-F238E27FC236}">
                <a16:creationId xmlns:a16="http://schemas.microsoft.com/office/drawing/2014/main" id="{AE33DB46-B526-4332-943D-FB7917176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3189" name="Group 47">
            <a:extLst>
              <a:ext uri="{FF2B5EF4-FFF2-40B4-BE49-F238E27FC236}">
                <a16:creationId xmlns:a16="http://schemas.microsoft.com/office/drawing/2014/main" id="{4293734E-8C5F-4752-B866-85604F274B6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33613"/>
            <a:ext cx="279400" cy="387350"/>
            <a:chOff x="3339" y="1451"/>
            <a:chExt cx="176" cy="244"/>
          </a:xfrm>
        </p:grpSpPr>
        <p:sp>
          <p:nvSpPr>
            <p:cNvPr id="93248" name="Rectangle 9">
              <a:extLst>
                <a:ext uri="{FF2B5EF4-FFF2-40B4-BE49-F238E27FC236}">
                  <a16:creationId xmlns:a16="http://schemas.microsoft.com/office/drawing/2014/main" id="{9941D244-4078-4EA6-8D91-442B6AB36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9" name="Rectangle 10">
              <a:extLst>
                <a:ext uri="{FF2B5EF4-FFF2-40B4-BE49-F238E27FC236}">
                  <a16:creationId xmlns:a16="http://schemas.microsoft.com/office/drawing/2014/main" id="{DB95429A-31E3-4947-B6C8-43E3D8A75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3190" name="Rectangle 13">
            <a:extLst>
              <a:ext uri="{FF2B5EF4-FFF2-40B4-BE49-F238E27FC236}">
                <a16:creationId xmlns:a16="http://schemas.microsoft.com/office/drawing/2014/main" id="{3BF0A251-9592-428B-AF10-6FC744DBB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1" name="Rectangle 14">
            <a:extLst>
              <a:ext uri="{FF2B5EF4-FFF2-40B4-BE49-F238E27FC236}">
                <a16:creationId xmlns:a16="http://schemas.microsoft.com/office/drawing/2014/main" id="{6C927762-01D1-46EC-8F9C-F43004D81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2" name="Rectangle 15">
            <a:extLst>
              <a:ext uri="{FF2B5EF4-FFF2-40B4-BE49-F238E27FC236}">
                <a16:creationId xmlns:a16="http://schemas.microsoft.com/office/drawing/2014/main" id="{6858EFB2-C034-499B-BBCA-37F8F7CC7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3" name="Rectangle 16">
            <a:extLst>
              <a:ext uri="{FF2B5EF4-FFF2-40B4-BE49-F238E27FC236}">
                <a16:creationId xmlns:a16="http://schemas.microsoft.com/office/drawing/2014/main" id="{A8E4F84C-C7E4-47EF-9D99-9AC568775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4" name="Rectangle 17">
            <a:extLst>
              <a:ext uri="{FF2B5EF4-FFF2-40B4-BE49-F238E27FC236}">
                <a16:creationId xmlns:a16="http://schemas.microsoft.com/office/drawing/2014/main" id="{10BDF491-44D0-4298-A7B0-195B19D82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5" name="Rectangle 19">
            <a:extLst>
              <a:ext uri="{FF2B5EF4-FFF2-40B4-BE49-F238E27FC236}">
                <a16:creationId xmlns:a16="http://schemas.microsoft.com/office/drawing/2014/main" id="{F587C71D-6B55-4AE2-9B73-1B52D2E5C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6" name="Rectangle 21">
            <a:extLst>
              <a:ext uri="{FF2B5EF4-FFF2-40B4-BE49-F238E27FC236}">
                <a16:creationId xmlns:a16="http://schemas.microsoft.com/office/drawing/2014/main" id="{01886137-9C7E-4CDA-AA95-1685A0BE2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97" name="Rectangle 23">
            <a:extLst>
              <a:ext uri="{FF2B5EF4-FFF2-40B4-BE49-F238E27FC236}">
                <a16:creationId xmlns:a16="http://schemas.microsoft.com/office/drawing/2014/main" id="{2D24378F-5A78-4A97-BAA3-EA6BB0247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3198" name="Group 48">
            <a:extLst>
              <a:ext uri="{FF2B5EF4-FFF2-40B4-BE49-F238E27FC236}">
                <a16:creationId xmlns:a16="http://schemas.microsoft.com/office/drawing/2014/main" id="{993BBC5B-C515-451B-AD5B-05B650A9C50B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057400"/>
            <a:ext cx="279400" cy="387350"/>
            <a:chOff x="3339" y="1451"/>
            <a:chExt cx="176" cy="244"/>
          </a:xfrm>
        </p:grpSpPr>
        <p:sp>
          <p:nvSpPr>
            <p:cNvPr id="93246" name="Rectangle 49">
              <a:extLst>
                <a:ext uri="{FF2B5EF4-FFF2-40B4-BE49-F238E27FC236}">
                  <a16:creationId xmlns:a16="http://schemas.microsoft.com/office/drawing/2014/main" id="{48342005-B657-4880-9511-95DB53CA8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7" name="Rectangle 50">
              <a:extLst>
                <a:ext uri="{FF2B5EF4-FFF2-40B4-BE49-F238E27FC236}">
                  <a16:creationId xmlns:a16="http://schemas.microsoft.com/office/drawing/2014/main" id="{7F4AD65E-9BB1-4F39-9FF3-E6F5E5589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3199" name="Rectangle 21">
            <a:extLst>
              <a:ext uri="{FF2B5EF4-FFF2-40B4-BE49-F238E27FC236}">
                <a16:creationId xmlns:a16="http://schemas.microsoft.com/office/drawing/2014/main" id="{7810CF94-7098-44CB-80FB-8430BEDD7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0" name="Line 4">
            <a:extLst>
              <a:ext uri="{FF2B5EF4-FFF2-40B4-BE49-F238E27FC236}">
                <a16:creationId xmlns:a16="http://schemas.microsoft.com/office/drawing/2014/main" id="{358ACC9F-07AB-47F8-8BF9-80ABC358BA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1" name="Line 5">
            <a:extLst>
              <a:ext uri="{FF2B5EF4-FFF2-40B4-BE49-F238E27FC236}">
                <a16:creationId xmlns:a16="http://schemas.microsoft.com/office/drawing/2014/main" id="{4EE2EFEC-6EDB-4B93-A6E5-840B4C23EB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2" name="Line 6">
            <a:extLst>
              <a:ext uri="{FF2B5EF4-FFF2-40B4-BE49-F238E27FC236}">
                <a16:creationId xmlns:a16="http://schemas.microsoft.com/office/drawing/2014/main" id="{F3D1643C-6052-4F49-8E6C-6824AD2D3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3203" name="Group 47">
            <a:extLst>
              <a:ext uri="{FF2B5EF4-FFF2-40B4-BE49-F238E27FC236}">
                <a16:creationId xmlns:a16="http://schemas.microsoft.com/office/drawing/2014/main" id="{039609E7-8B44-4AA3-B076-A967C84BAEE7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233613"/>
            <a:ext cx="279400" cy="387350"/>
            <a:chOff x="3339" y="1451"/>
            <a:chExt cx="176" cy="244"/>
          </a:xfrm>
        </p:grpSpPr>
        <p:sp>
          <p:nvSpPr>
            <p:cNvPr id="93244" name="Rectangle 9">
              <a:extLst>
                <a:ext uri="{FF2B5EF4-FFF2-40B4-BE49-F238E27FC236}">
                  <a16:creationId xmlns:a16="http://schemas.microsoft.com/office/drawing/2014/main" id="{130AF9AC-0426-4703-A04A-FFB44439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5" name="Rectangle 10">
              <a:extLst>
                <a:ext uri="{FF2B5EF4-FFF2-40B4-BE49-F238E27FC236}">
                  <a16:creationId xmlns:a16="http://schemas.microsoft.com/office/drawing/2014/main" id="{92BCEC8F-B054-437E-A463-B0935E14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3204" name="Rectangle 13">
            <a:extLst>
              <a:ext uri="{FF2B5EF4-FFF2-40B4-BE49-F238E27FC236}">
                <a16:creationId xmlns:a16="http://schemas.microsoft.com/office/drawing/2014/main" id="{3DB099FA-493B-4975-BAC5-5F73F6117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5" name="Rectangle 14">
            <a:extLst>
              <a:ext uri="{FF2B5EF4-FFF2-40B4-BE49-F238E27FC236}">
                <a16:creationId xmlns:a16="http://schemas.microsoft.com/office/drawing/2014/main" id="{8A42ED74-F78E-4A36-B034-9D40CB6A2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6" name="Rectangle 15">
            <a:extLst>
              <a:ext uri="{FF2B5EF4-FFF2-40B4-BE49-F238E27FC236}">
                <a16:creationId xmlns:a16="http://schemas.microsoft.com/office/drawing/2014/main" id="{A56D68E7-2851-4695-81E6-EA7BC59D8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7" name="Rectangle 16">
            <a:extLst>
              <a:ext uri="{FF2B5EF4-FFF2-40B4-BE49-F238E27FC236}">
                <a16:creationId xmlns:a16="http://schemas.microsoft.com/office/drawing/2014/main" id="{3F082E8B-8703-49B0-90A5-FCA23039A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8" name="Rectangle 17">
            <a:extLst>
              <a:ext uri="{FF2B5EF4-FFF2-40B4-BE49-F238E27FC236}">
                <a16:creationId xmlns:a16="http://schemas.microsoft.com/office/drawing/2014/main" id="{318533B4-DD83-4DF4-9442-6312C813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870200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09" name="Rectangle 19">
            <a:extLst>
              <a:ext uri="{FF2B5EF4-FFF2-40B4-BE49-F238E27FC236}">
                <a16:creationId xmlns:a16="http://schemas.microsoft.com/office/drawing/2014/main" id="{B93E908B-1FAB-4603-A2DD-CE620D705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10" name="Rectangle 21">
            <a:extLst>
              <a:ext uri="{FF2B5EF4-FFF2-40B4-BE49-F238E27FC236}">
                <a16:creationId xmlns:a16="http://schemas.microsoft.com/office/drawing/2014/main" id="{2F81CCFF-71AF-4865-9A75-4A92506B3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11" name="Rectangle 23">
            <a:extLst>
              <a:ext uri="{FF2B5EF4-FFF2-40B4-BE49-F238E27FC236}">
                <a16:creationId xmlns:a16="http://schemas.microsoft.com/office/drawing/2014/main" id="{308DD93A-93CD-4A71-A513-8C3BF5564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3212" name="Group 48">
            <a:extLst>
              <a:ext uri="{FF2B5EF4-FFF2-40B4-BE49-F238E27FC236}">
                <a16:creationId xmlns:a16="http://schemas.microsoft.com/office/drawing/2014/main" id="{09740407-1611-4857-844C-ABD499A3580C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2057400"/>
            <a:ext cx="279400" cy="387350"/>
            <a:chOff x="3339" y="1451"/>
            <a:chExt cx="176" cy="244"/>
          </a:xfrm>
        </p:grpSpPr>
        <p:sp>
          <p:nvSpPr>
            <p:cNvPr id="93242" name="Rectangle 49">
              <a:extLst>
                <a:ext uri="{FF2B5EF4-FFF2-40B4-BE49-F238E27FC236}">
                  <a16:creationId xmlns:a16="http://schemas.microsoft.com/office/drawing/2014/main" id="{D723DE5E-C33D-4EBB-BE32-09C70F751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3" name="Rectangle 50">
              <a:extLst>
                <a:ext uri="{FF2B5EF4-FFF2-40B4-BE49-F238E27FC236}">
                  <a16:creationId xmlns:a16="http://schemas.microsoft.com/office/drawing/2014/main" id="{4EE4C131-3D70-4439-853D-EB3DDACFC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D3F252E-075E-5242-ABCF-5F9785429E3C}"/>
              </a:ext>
            </a:extLst>
          </p:cNvPr>
          <p:cNvSpPr txBox="1"/>
          <p:nvPr/>
        </p:nvSpPr>
        <p:spPr>
          <a:xfrm>
            <a:off x="10795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57B427-88D1-524C-A27D-809E709C6388}"/>
              </a:ext>
            </a:extLst>
          </p:cNvPr>
          <p:cNvSpPr txBox="1"/>
          <p:nvPr/>
        </p:nvSpPr>
        <p:spPr>
          <a:xfrm>
            <a:off x="3760788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93215" name="Rectangle 42">
            <a:extLst>
              <a:ext uri="{FF2B5EF4-FFF2-40B4-BE49-F238E27FC236}">
                <a16:creationId xmlns:a16="http://schemas.microsoft.com/office/drawing/2014/main" id="{26CFCB40-0BAC-4EBC-B4E2-F755CE33A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7225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16" name="Line 4">
            <a:extLst>
              <a:ext uri="{FF2B5EF4-FFF2-40B4-BE49-F238E27FC236}">
                <a16:creationId xmlns:a16="http://schemas.microsoft.com/office/drawing/2014/main" id="{B4966168-2AD2-4AE5-AC38-3C61CBC8FF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32924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17" name="Line 5">
            <a:extLst>
              <a:ext uri="{FF2B5EF4-FFF2-40B4-BE49-F238E27FC236}">
                <a16:creationId xmlns:a16="http://schemas.microsoft.com/office/drawing/2014/main" id="{F2D00D1E-88EE-4471-B716-84D4B02190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27225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18" name="Line 6">
            <a:extLst>
              <a:ext uri="{FF2B5EF4-FFF2-40B4-BE49-F238E27FC236}">
                <a16:creationId xmlns:a16="http://schemas.microsoft.com/office/drawing/2014/main" id="{DBB0CA88-1845-4671-9F80-42D196E8F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21526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3219" name="Group 47">
            <a:extLst>
              <a:ext uri="{FF2B5EF4-FFF2-40B4-BE49-F238E27FC236}">
                <a16:creationId xmlns:a16="http://schemas.microsoft.com/office/drawing/2014/main" id="{AE1F8B5B-EB43-4496-B674-45092A6756E8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2233613"/>
            <a:ext cx="279400" cy="387350"/>
            <a:chOff x="3339" y="1451"/>
            <a:chExt cx="176" cy="244"/>
          </a:xfrm>
        </p:grpSpPr>
        <p:sp>
          <p:nvSpPr>
            <p:cNvPr id="93240" name="Rectangle 9">
              <a:extLst>
                <a:ext uri="{FF2B5EF4-FFF2-40B4-BE49-F238E27FC236}">
                  <a16:creationId xmlns:a16="http://schemas.microsoft.com/office/drawing/2014/main" id="{FCDF5C8E-C03A-40B3-A5B0-496B6FD2A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1" name="Rectangle 10">
              <a:extLst>
                <a:ext uri="{FF2B5EF4-FFF2-40B4-BE49-F238E27FC236}">
                  <a16:creationId xmlns:a16="http://schemas.microsoft.com/office/drawing/2014/main" id="{D536DD3F-7DE5-44F4-B4A7-34E9FB895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3220" name="Rectangle 13">
            <a:extLst>
              <a:ext uri="{FF2B5EF4-FFF2-40B4-BE49-F238E27FC236}">
                <a16:creationId xmlns:a16="http://schemas.microsoft.com/office/drawing/2014/main" id="{21A64634-FA17-4C70-8A89-EECEC8A4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1" name="Rectangle 14">
            <a:extLst>
              <a:ext uri="{FF2B5EF4-FFF2-40B4-BE49-F238E27FC236}">
                <a16:creationId xmlns:a16="http://schemas.microsoft.com/office/drawing/2014/main" id="{D691E43B-B498-4211-AA38-B0D59955E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2" name="Rectangle 15">
            <a:extLst>
              <a:ext uri="{FF2B5EF4-FFF2-40B4-BE49-F238E27FC236}">
                <a16:creationId xmlns:a16="http://schemas.microsoft.com/office/drawing/2014/main" id="{1FFD2398-1763-4606-8F52-0AEAC3D9E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3" name="Rectangle 16">
            <a:extLst>
              <a:ext uri="{FF2B5EF4-FFF2-40B4-BE49-F238E27FC236}">
                <a16:creationId xmlns:a16="http://schemas.microsoft.com/office/drawing/2014/main" id="{1323BF6C-91A5-43E7-826B-458A5CF8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4" name="Rectangle 17">
            <a:extLst>
              <a:ext uri="{FF2B5EF4-FFF2-40B4-BE49-F238E27FC236}">
                <a16:creationId xmlns:a16="http://schemas.microsoft.com/office/drawing/2014/main" id="{473FF9AB-BE49-474E-A284-FE3CA8041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8702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5" name="Rectangle 19">
            <a:extLst>
              <a:ext uri="{FF2B5EF4-FFF2-40B4-BE49-F238E27FC236}">
                <a16:creationId xmlns:a16="http://schemas.microsoft.com/office/drawing/2014/main" id="{56EBA78B-0E1E-4DDA-950F-C6521FF50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6" name="Rectangle 21">
            <a:extLst>
              <a:ext uri="{FF2B5EF4-FFF2-40B4-BE49-F238E27FC236}">
                <a16:creationId xmlns:a16="http://schemas.microsoft.com/office/drawing/2014/main" id="{EB9410C8-3682-4F5A-BA63-E891BBD87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227" name="Rectangle 23">
            <a:extLst>
              <a:ext uri="{FF2B5EF4-FFF2-40B4-BE49-F238E27FC236}">
                <a16:creationId xmlns:a16="http://schemas.microsoft.com/office/drawing/2014/main" id="{7C009C65-B207-47AA-AAD2-F0A733A35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3228" name="Group 48">
            <a:extLst>
              <a:ext uri="{FF2B5EF4-FFF2-40B4-BE49-F238E27FC236}">
                <a16:creationId xmlns:a16="http://schemas.microsoft.com/office/drawing/2014/main" id="{FC8C6D84-72E9-4E1C-A94F-AAD25A811558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2057400"/>
            <a:ext cx="279400" cy="387350"/>
            <a:chOff x="3339" y="1451"/>
            <a:chExt cx="176" cy="244"/>
          </a:xfrm>
        </p:grpSpPr>
        <p:sp>
          <p:nvSpPr>
            <p:cNvPr id="93238" name="Rectangle 49">
              <a:extLst>
                <a:ext uri="{FF2B5EF4-FFF2-40B4-BE49-F238E27FC236}">
                  <a16:creationId xmlns:a16="http://schemas.microsoft.com/office/drawing/2014/main" id="{8E56D3FF-3F43-487F-B6EA-2FE00EE47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9" name="Rectangle 50">
              <a:extLst>
                <a:ext uri="{FF2B5EF4-FFF2-40B4-BE49-F238E27FC236}">
                  <a16:creationId xmlns:a16="http://schemas.microsoft.com/office/drawing/2014/main" id="{4A99980C-5EC3-4C51-84B8-8B4C0AB38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20FE5D5-C745-3D4D-B102-8E2CC9F3BC73}"/>
              </a:ext>
            </a:extLst>
          </p:cNvPr>
          <p:cNvSpPr txBox="1"/>
          <p:nvPr/>
        </p:nvSpPr>
        <p:spPr>
          <a:xfrm>
            <a:off x="71374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EE8D-4229-CF42-AAA9-52E1FB14BCCC}"/>
              </a:ext>
            </a:extLst>
          </p:cNvPr>
          <p:cNvSpPr txBox="1"/>
          <p:nvPr/>
        </p:nvSpPr>
        <p:spPr>
          <a:xfrm>
            <a:off x="29337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CCE604-3E64-354B-B12E-95C01B4504D7}"/>
              </a:ext>
            </a:extLst>
          </p:cNvPr>
          <p:cNvSpPr txBox="1"/>
          <p:nvPr/>
        </p:nvSpPr>
        <p:spPr>
          <a:xfrm>
            <a:off x="2971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60F750-844B-7B44-A694-75FE04E0248D}"/>
              </a:ext>
            </a:extLst>
          </p:cNvPr>
          <p:cNvSpPr txBox="1"/>
          <p:nvPr/>
        </p:nvSpPr>
        <p:spPr>
          <a:xfrm>
            <a:off x="6019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75D3A2-871F-D840-8475-A2EB821F29F4}"/>
              </a:ext>
            </a:extLst>
          </p:cNvPr>
          <p:cNvSpPr txBox="1"/>
          <p:nvPr/>
        </p:nvSpPr>
        <p:spPr>
          <a:xfrm>
            <a:off x="60198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93234" name="Title 1">
            <a:extLst>
              <a:ext uri="{FF2B5EF4-FFF2-40B4-BE49-F238E27FC236}">
                <a16:creationId xmlns:a16="http://schemas.microsoft.com/office/drawing/2014/main" id="{7672FC76-E4F9-405A-B0C0-F47AF30D9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Grouping Example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07AC50B-1149-BE4E-B5CD-5BAD19D83661}"/>
              </a:ext>
            </a:extLst>
          </p:cNvPr>
          <p:cNvSpPr/>
          <p:nvPr/>
        </p:nvSpPr>
        <p:spPr bwMode="auto">
          <a:xfrm>
            <a:off x="1314450" y="2776538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71D9EA8-4899-C647-9FDD-7B2C8335A125}"/>
              </a:ext>
            </a:extLst>
          </p:cNvPr>
          <p:cNvSpPr/>
          <p:nvPr/>
        </p:nvSpPr>
        <p:spPr bwMode="auto">
          <a:xfrm>
            <a:off x="4572000" y="277495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58E49BF7-CBD3-604B-9754-047D632E738E}"/>
              </a:ext>
            </a:extLst>
          </p:cNvPr>
          <p:cNvSpPr/>
          <p:nvPr/>
        </p:nvSpPr>
        <p:spPr bwMode="auto">
          <a:xfrm>
            <a:off x="7358063" y="2779713"/>
            <a:ext cx="1058862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3">
            <a:extLst>
              <a:ext uri="{FF2B5EF4-FFF2-40B4-BE49-F238E27FC236}">
                <a16:creationId xmlns:a16="http://schemas.microsoft.com/office/drawing/2014/main" id="{D85B04C8-342C-40B9-8D52-75250EAD9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18081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0" name="Line 4">
            <a:extLst>
              <a:ext uri="{FF2B5EF4-FFF2-40B4-BE49-F238E27FC236}">
                <a16:creationId xmlns:a16="http://schemas.microsoft.com/office/drawing/2014/main" id="{34DA2269-2BD0-4596-9201-3780CEFDDA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23780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1" name="Line 5">
            <a:extLst>
              <a:ext uri="{FF2B5EF4-FFF2-40B4-BE49-F238E27FC236}">
                <a16:creationId xmlns:a16="http://schemas.microsoft.com/office/drawing/2014/main" id="{ECFFBAAF-F63A-4712-BBAE-11574CEFA2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8081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2" name="Line 6">
            <a:extLst>
              <a:ext uri="{FF2B5EF4-FFF2-40B4-BE49-F238E27FC236}">
                <a16:creationId xmlns:a16="http://schemas.microsoft.com/office/drawing/2014/main" id="{E5127198-B9FA-41FE-84E6-8ADA7BB52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12382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4213" name="Group 47">
            <a:extLst>
              <a:ext uri="{FF2B5EF4-FFF2-40B4-BE49-F238E27FC236}">
                <a16:creationId xmlns:a16="http://schemas.microsoft.com/office/drawing/2014/main" id="{BC7E75A1-0145-4508-BAE2-79A27EB27FE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19213"/>
            <a:ext cx="279400" cy="387350"/>
            <a:chOff x="3339" y="1451"/>
            <a:chExt cx="176" cy="244"/>
          </a:xfrm>
        </p:grpSpPr>
        <p:sp>
          <p:nvSpPr>
            <p:cNvPr id="94280" name="Rectangle 9">
              <a:extLst>
                <a:ext uri="{FF2B5EF4-FFF2-40B4-BE49-F238E27FC236}">
                  <a16:creationId xmlns:a16="http://schemas.microsoft.com/office/drawing/2014/main" id="{AC30F228-612F-4097-AA6D-4B8D1F358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281" name="Rectangle 10">
              <a:extLst>
                <a:ext uri="{FF2B5EF4-FFF2-40B4-BE49-F238E27FC236}">
                  <a16:creationId xmlns:a16="http://schemas.microsoft.com/office/drawing/2014/main" id="{1CA49999-B972-4D79-85F5-D3F6E455C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4214" name="Rectangle 13">
            <a:extLst>
              <a:ext uri="{FF2B5EF4-FFF2-40B4-BE49-F238E27FC236}">
                <a16:creationId xmlns:a16="http://schemas.microsoft.com/office/drawing/2014/main" id="{002984A2-4F5B-4FD2-9D01-3744218D9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9716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5" name="Rectangle 14">
            <a:extLst>
              <a:ext uri="{FF2B5EF4-FFF2-40B4-BE49-F238E27FC236}">
                <a16:creationId xmlns:a16="http://schemas.microsoft.com/office/drawing/2014/main" id="{C8C0460A-B799-4B01-BA81-77189DD2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25479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6" name="Rectangle 15">
            <a:extLst>
              <a:ext uri="{FF2B5EF4-FFF2-40B4-BE49-F238E27FC236}">
                <a16:creationId xmlns:a16="http://schemas.microsoft.com/office/drawing/2014/main" id="{9971DC4E-69FD-4F5D-BEFA-2F24F70D6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7" name="Rectangle 16">
            <a:extLst>
              <a:ext uri="{FF2B5EF4-FFF2-40B4-BE49-F238E27FC236}">
                <a16:creationId xmlns:a16="http://schemas.microsoft.com/office/drawing/2014/main" id="{E7F63CED-5270-4081-A5A4-61C712029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8" name="Rectangle 17">
            <a:extLst>
              <a:ext uri="{FF2B5EF4-FFF2-40B4-BE49-F238E27FC236}">
                <a16:creationId xmlns:a16="http://schemas.microsoft.com/office/drawing/2014/main" id="{4D75C8D1-9274-4664-B5A3-AF6EFCCA8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558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9" name="Rectangle 19">
            <a:extLst>
              <a:ext uri="{FF2B5EF4-FFF2-40B4-BE49-F238E27FC236}">
                <a16:creationId xmlns:a16="http://schemas.microsoft.com/office/drawing/2014/main" id="{E81F5D97-EC45-4D70-AD99-565726C5B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9558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0" name="Rectangle 21">
            <a:extLst>
              <a:ext uri="{FF2B5EF4-FFF2-40B4-BE49-F238E27FC236}">
                <a16:creationId xmlns:a16="http://schemas.microsoft.com/office/drawing/2014/main" id="{C410D592-5EBA-462A-A7B9-BAAA8516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5034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1" name="Rectangle 23">
            <a:extLst>
              <a:ext uri="{FF2B5EF4-FFF2-40B4-BE49-F238E27FC236}">
                <a16:creationId xmlns:a16="http://schemas.microsoft.com/office/drawing/2014/main" id="{81610B8E-5B25-476D-980B-52D62EF6D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25034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4222" name="Group 48">
            <a:extLst>
              <a:ext uri="{FF2B5EF4-FFF2-40B4-BE49-F238E27FC236}">
                <a16:creationId xmlns:a16="http://schemas.microsoft.com/office/drawing/2014/main" id="{BDD7A2F2-343E-41FD-A100-6CB8B02BC7E4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1143000"/>
            <a:ext cx="279400" cy="387350"/>
            <a:chOff x="3339" y="1451"/>
            <a:chExt cx="176" cy="244"/>
          </a:xfrm>
        </p:grpSpPr>
        <p:sp>
          <p:nvSpPr>
            <p:cNvPr id="94278" name="Rectangle 49">
              <a:extLst>
                <a:ext uri="{FF2B5EF4-FFF2-40B4-BE49-F238E27FC236}">
                  <a16:creationId xmlns:a16="http://schemas.microsoft.com/office/drawing/2014/main" id="{28F9867F-B901-4184-9A2E-222036C46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279" name="Rectangle 50">
              <a:extLst>
                <a:ext uri="{FF2B5EF4-FFF2-40B4-BE49-F238E27FC236}">
                  <a16:creationId xmlns:a16="http://schemas.microsoft.com/office/drawing/2014/main" id="{4762843D-7E76-4CF0-A39B-C231E9AAC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4223" name="Rectangle 21">
            <a:extLst>
              <a:ext uri="{FF2B5EF4-FFF2-40B4-BE49-F238E27FC236}">
                <a16:creationId xmlns:a16="http://schemas.microsoft.com/office/drawing/2014/main" id="{F230B577-5202-4D98-852F-09AA10783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8081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4" name="Line 4">
            <a:extLst>
              <a:ext uri="{FF2B5EF4-FFF2-40B4-BE49-F238E27FC236}">
                <a16:creationId xmlns:a16="http://schemas.microsoft.com/office/drawing/2014/main" id="{229CBC62-E7D8-40CF-9E97-872A618419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23780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5" name="Line 5">
            <a:extLst>
              <a:ext uri="{FF2B5EF4-FFF2-40B4-BE49-F238E27FC236}">
                <a16:creationId xmlns:a16="http://schemas.microsoft.com/office/drawing/2014/main" id="{19503497-8B01-4326-BA51-58DC6189D2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18081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6" name="Line 6">
            <a:extLst>
              <a:ext uri="{FF2B5EF4-FFF2-40B4-BE49-F238E27FC236}">
                <a16:creationId xmlns:a16="http://schemas.microsoft.com/office/drawing/2014/main" id="{85EBFBC8-CE86-40F8-84B2-95CB0C448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2382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4227" name="Group 47">
            <a:extLst>
              <a:ext uri="{FF2B5EF4-FFF2-40B4-BE49-F238E27FC236}">
                <a16:creationId xmlns:a16="http://schemas.microsoft.com/office/drawing/2014/main" id="{E2D46576-2B36-4EC4-86B3-3E5D8E399E1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319213"/>
            <a:ext cx="279400" cy="387350"/>
            <a:chOff x="3339" y="1451"/>
            <a:chExt cx="176" cy="244"/>
          </a:xfrm>
        </p:grpSpPr>
        <p:sp>
          <p:nvSpPr>
            <p:cNvPr id="94276" name="Rectangle 9">
              <a:extLst>
                <a:ext uri="{FF2B5EF4-FFF2-40B4-BE49-F238E27FC236}">
                  <a16:creationId xmlns:a16="http://schemas.microsoft.com/office/drawing/2014/main" id="{0283FAE6-6606-401F-A226-8A97D88F5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277" name="Rectangle 10">
              <a:extLst>
                <a:ext uri="{FF2B5EF4-FFF2-40B4-BE49-F238E27FC236}">
                  <a16:creationId xmlns:a16="http://schemas.microsoft.com/office/drawing/2014/main" id="{1D5C0CFA-A6F4-4AA4-970D-BAAE02A6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4228" name="Rectangle 13">
            <a:extLst>
              <a:ext uri="{FF2B5EF4-FFF2-40B4-BE49-F238E27FC236}">
                <a16:creationId xmlns:a16="http://schemas.microsoft.com/office/drawing/2014/main" id="{71318F29-84C4-49E3-A47B-51B857A69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9716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9" name="Rectangle 14">
            <a:extLst>
              <a:ext uri="{FF2B5EF4-FFF2-40B4-BE49-F238E27FC236}">
                <a16:creationId xmlns:a16="http://schemas.microsoft.com/office/drawing/2014/main" id="{A341CAB8-1288-4E0D-864B-FDCA19F4D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25479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0" name="Rectangle 15">
            <a:extLst>
              <a:ext uri="{FF2B5EF4-FFF2-40B4-BE49-F238E27FC236}">
                <a16:creationId xmlns:a16="http://schemas.microsoft.com/office/drawing/2014/main" id="{564B7B17-E785-4392-AF59-E81B20291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1" name="Rectangle 16">
            <a:extLst>
              <a:ext uri="{FF2B5EF4-FFF2-40B4-BE49-F238E27FC236}">
                <a16:creationId xmlns:a16="http://schemas.microsoft.com/office/drawing/2014/main" id="{818B9578-802B-45D3-8E27-E34CC3AE9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2" name="Rectangle 17">
            <a:extLst>
              <a:ext uri="{FF2B5EF4-FFF2-40B4-BE49-F238E27FC236}">
                <a16:creationId xmlns:a16="http://schemas.microsoft.com/office/drawing/2014/main" id="{A584DCD3-E894-4F95-AF76-92ED0AE0B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1955800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3" name="Rectangle 19">
            <a:extLst>
              <a:ext uri="{FF2B5EF4-FFF2-40B4-BE49-F238E27FC236}">
                <a16:creationId xmlns:a16="http://schemas.microsoft.com/office/drawing/2014/main" id="{9A5E4CA0-4196-418D-8600-F471D4994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4" name="Rectangle 21">
            <a:extLst>
              <a:ext uri="{FF2B5EF4-FFF2-40B4-BE49-F238E27FC236}">
                <a16:creationId xmlns:a16="http://schemas.microsoft.com/office/drawing/2014/main" id="{7B060D7B-E337-422C-9247-4B020E104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5034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5" name="Rectangle 23">
            <a:extLst>
              <a:ext uri="{FF2B5EF4-FFF2-40B4-BE49-F238E27FC236}">
                <a16:creationId xmlns:a16="http://schemas.microsoft.com/office/drawing/2014/main" id="{94F60869-0930-4733-90DE-3D8132A6E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5034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4236" name="Group 48">
            <a:extLst>
              <a:ext uri="{FF2B5EF4-FFF2-40B4-BE49-F238E27FC236}">
                <a16:creationId xmlns:a16="http://schemas.microsoft.com/office/drawing/2014/main" id="{D74705AF-4192-484F-AAB7-D1EE9BF6655D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1143000"/>
            <a:ext cx="279400" cy="387350"/>
            <a:chOff x="3339" y="1451"/>
            <a:chExt cx="176" cy="244"/>
          </a:xfrm>
        </p:grpSpPr>
        <p:sp>
          <p:nvSpPr>
            <p:cNvPr id="94274" name="Rectangle 49">
              <a:extLst>
                <a:ext uri="{FF2B5EF4-FFF2-40B4-BE49-F238E27FC236}">
                  <a16:creationId xmlns:a16="http://schemas.microsoft.com/office/drawing/2014/main" id="{81E84EDB-2BFF-4DE3-BCA8-C7F3A9D85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275" name="Rectangle 50">
              <a:extLst>
                <a:ext uri="{FF2B5EF4-FFF2-40B4-BE49-F238E27FC236}">
                  <a16:creationId xmlns:a16="http://schemas.microsoft.com/office/drawing/2014/main" id="{C0C3BBA3-4E68-4047-92E3-C9489668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634F6AB-F085-8F45-9DA4-129966FB891A}"/>
              </a:ext>
            </a:extLst>
          </p:cNvPr>
          <p:cNvSpPr txBox="1"/>
          <p:nvPr/>
        </p:nvSpPr>
        <p:spPr>
          <a:xfrm>
            <a:off x="1079500" y="34290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FBCF1A-89D2-1B40-A2AE-AE012DA244B9}"/>
              </a:ext>
            </a:extLst>
          </p:cNvPr>
          <p:cNvSpPr txBox="1"/>
          <p:nvPr/>
        </p:nvSpPr>
        <p:spPr>
          <a:xfrm>
            <a:off x="3760788" y="34290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94239" name="Rectangle 42">
            <a:extLst>
              <a:ext uri="{FF2B5EF4-FFF2-40B4-BE49-F238E27FC236}">
                <a16:creationId xmlns:a16="http://schemas.microsoft.com/office/drawing/2014/main" id="{51E47A25-B9E0-4733-AEE1-03FC933A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8081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0" name="Line 4">
            <a:extLst>
              <a:ext uri="{FF2B5EF4-FFF2-40B4-BE49-F238E27FC236}">
                <a16:creationId xmlns:a16="http://schemas.microsoft.com/office/drawing/2014/main" id="{011D2B20-8369-4888-AFC8-7B278578F5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23780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1" name="Line 5">
            <a:extLst>
              <a:ext uri="{FF2B5EF4-FFF2-40B4-BE49-F238E27FC236}">
                <a16:creationId xmlns:a16="http://schemas.microsoft.com/office/drawing/2014/main" id="{4F937821-9B56-4F54-AAA6-900F55A260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18081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2" name="Line 6">
            <a:extLst>
              <a:ext uri="{FF2B5EF4-FFF2-40B4-BE49-F238E27FC236}">
                <a16:creationId xmlns:a16="http://schemas.microsoft.com/office/drawing/2014/main" id="{868AA436-0C9F-4CC4-819E-C44C51D63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12382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4243" name="Group 47">
            <a:extLst>
              <a:ext uri="{FF2B5EF4-FFF2-40B4-BE49-F238E27FC236}">
                <a16:creationId xmlns:a16="http://schemas.microsoft.com/office/drawing/2014/main" id="{521A847C-1A84-49A4-829A-63D778282254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1319213"/>
            <a:ext cx="279400" cy="387350"/>
            <a:chOff x="3339" y="1451"/>
            <a:chExt cx="176" cy="244"/>
          </a:xfrm>
        </p:grpSpPr>
        <p:sp>
          <p:nvSpPr>
            <p:cNvPr id="94272" name="Rectangle 9">
              <a:extLst>
                <a:ext uri="{FF2B5EF4-FFF2-40B4-BE49-F238E27FC236}">
                  <a16:creationId xmlns:a16="http://schemas.microsoft.com/office/drawing/2014/main" id="{C07C0619-C95E-40AC-B316-CEB46E8B0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273" name="Rectangle 10">
              <a:extLst>
                <a:ext uri="{FF2B5EF4-FFF2-40B4-BE49-F238E27FC236}">
                  <a16:creationId xmlns:a16="http://schemas.microsoft.com/office/drawing/2014/main" id="{07A1F7B8-407C-4BDB-82FE-08A90AAB6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4244" name="Rectangle 13">
            <a:extLst>
              <a:ext uri="{FF2B5EF4-FFF2-40B4-BE49-F238E27FC236}">
                <a16:creationId xmlns:a16="http://schemas.microsoft.com/office/drawing/2014/main" id="{FA737455-1CE7-4841-908A-AEF359BE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19716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5" name="Rectangle 14">
            <a:extLst>
              <a:ext uri="{FF2B5EF4-FFF2-40B4-BE49-F238E27FC236}">
                <a16:creationId xmlns:a16="http://schemas.microsoft.com/office/drawing/2014/main" id="{A7557E31-21B6-4201-BDC5-8EF43738C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5479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6" name="Rectangle 15">
            <a:extLst>
              <a:ext uri="{FF2B5EF4-FFF2-40B4-BE49-F238E27FC236}">
                <a16:creationId xmlns:a16="http://schemas.microsoft.com/office/drawing/2014/main" id="{ED6539C7-A21D-4DD0-B14B-EF271EC72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7" name="Rectangle 16">
            <a:extLst>
              <a:ext uri="{FF2B5EF4-FFF2-40B4-BE49-F238E27FC236}">
                <a16:creationId xmlns:a16="http://schemas.microsoft.com/office/drawing/2014/main" id="{4E8F4230-EE49-4738-A43E-6B2C73B7A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8" name="Rectangle 17">
            <a:extLst>
              <a:ext uri="{FF2B5EF4-FFF2-40B4-BE49-F238E27FC236}">
                <a16:creationId xmlns:a16="http://schemas.microsoft.com/office/drawing/2014/main" id="{F662AB8F-6A1D-48DE-B49F-6E4451A7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1955800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9" name="Rectangle 19">
            <a:extLst>
              <a:ext uri="{FF2B5EF4-FFF2-40B4-BE49-F238E27FC236}">
                <a16:creationId xmlns:a16="http://schemas.microsoft.com/office/drawing/2014/main" id="{EC9D9EA8-7E0C-48C7-A33B-DFAACE9B8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50" name="Rectangle 21">
            <a:extLst>
              <a:ext uri="{FF2B5EF4-FFF2-40B4-BE49-F238E27FC236}">
                <a16:creationId xmlns:a16="http://schemas.microsoft.com/office/drawing/2014/main" id="{E5755CC4-4DBD-4765-BC42-160BB0FE5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5034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51" name="Rectangle 23">
            <a:extLst>
              <a:ext uri="{FF2B5EF4-FFF2-40B4-BE49-F238E27FC236}">
                <a16:creationId xmlns:a16="http://schemas.microsoft.com/office/drawing/2014/main" id="{0AFC9DBF-205B-4EBF-AA11-C5423B7E6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5034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4252" name="Group 48">
            <a:extLst>
              <a:ext uri="{FF2B5EF4-FFF2-40B4-BE49-F238E27FC236}">
                <a16:creationId xmlns:a16="http://schemas.microsoft.com/office/drawing/2014/main" id="{13AE4CF1-5E7D-49DE-9751-B0988B211894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143000"/>
            <a:ext cx="279400" cy="387350"/>
            <a:chOff x="3339" y="1451"/>
            <a:chExt cx="176" cy="244"/>
          </a:xfrm>
        </p:grpSpPr>
        <p:sp>
          <p:nvSpPr>
            <p:cNvPr id="94270" name="Rectangle 49">
              <a:extLst>
                <a:ext uri="{FF2B5EF4-FFF2-40B4-BE49-F238E27FC236}">
                  <a16:creationId xmlns:a16="http://schemas.microsoft.com/office/drawing/2014/main" id="{C67D4EBE-1EF5-4E8E-8B03-E9CA23841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271" name="Rectangle 50">
              <a:extLst>
                <a:ext uri="{FF2B5EF4-FFF2-40B4-BE49-F238E27FC236}">
                  <a16:creationId xmlns:a16="http://schemas.microsoft.com/office/drawing/2014/main" id="{9EE1103A-384C-49DA-B839-88345F655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77051B-5083-464C-A996-D1703D0EB043}"/>
              </a:ext>
            </a:extLst>
          </p:cNvPr>
          <p:cNvSpPr txBox="1"/>
          <p:nvPr/>
        </p:nvSpPr>
        <p:spPr>
          <a:xfrm>
            <a:off x="7137400" y="34290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2CDC9-3518-1C4A-9EC0-873A73CCE62B}"/>
              </a:ext>
            </a:extLst>
          </p:cNvPr>
          <p:cNvSpPr txBox="1"/>
          <p:nvPr/>
        </p:nvSpPr>
        <p:spPr>
          <a:xfrm>
            <a:off x="2933700" y="21478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252100-87F8-0C4C-85F7-6B88C32C7CE5}"/>
              </a:ext>
            </a:extLst>
          </p:cNvPr>
          <p:cNvSpPr txBox="1"/>
          <p:nvPr/>
        </p:nvSpPr>
        <p:spPr>
          <a:xfrm>
            <a:off x="2971800" y="34385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*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E0B593-81AC-5C48-90FF-F2A1CDB7820C}"/>
              </a:ext>
            </a:extLst>
          </p:cNvPr>
          <p:cNvSpPr txBox="1"/>
          <p:nvPr/>
        </p:nvSpPr>
        <p:spPr>
          <a:xfrm>
            <a:off x="6019800" y="34385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B8C092-22AB-D045-B658-97C07D718EE0}"/>
              </a:ext>
            </a:extLst>
          </p:cNvPr>
          <p:cNvSpPr txBox="1"/>
          <p:nvPr/>
        </p:nvSpPr>
        <p:spPr>
          <a:xfrm>
            <a:off x="6019800" y="21478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94258" name="Title 1">
            <a:extLst>
              <a:ext uri="{FF2B5EF4-FFF2-40B4-BE49-F238E27FC236}">
                <a16:creationId xmlns:a16="http://schemas.microsoft.com/office/drawing/2014/main" id="{53FBF9DC-9470-4327-927C-D399870FA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Grouping Example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2E16F36-C39F-CB4C-8776-B9ABE5684E7F}"/>
              </a:ext>
            </a:extLst>
          </p:cNvPr>
          <p:cNvSpPr/>
          <p:nvPr/>
        </p:nvSpPr>
        <p:spPr bwMode="auto">
          <a:xfrm>
            <a:off x="1314450" y="1862138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61FC1B1-6F77-1340-A17A-F0CC5E039CFA}"/>
              </a:ext>
            </a:extLst>
          </p:cNvPr>
          <p:cNvSpPr/>
          <p:nvPr/>
        </p:nvSpPr>
        <p:spPr bwMode="auto">
          <a:xfrm>
            <a:off x="4572000" y="186055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941FBA0-FEFF-0347-B952-E1B1F1C7D0DB}"/>
              </a:ext>
            </a:extLst>
          </p:cNvPr>
          <p:cNvSpPr/>
          <p:nvPr/>
        </p:nvSpPr>
        <p:spPr bwMode="auto">
          <a:xfrm>
            <a:off x="7358063" y="1865313"/>
            <a:ext cx="1058862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/>
              <a:cs typeface="+mn-cs"/>
            </a:endParaRPr>
          </a:p>
        </p:txBody>
      </p:sp>
      <p:grpSp>
        <p:nvGrpSpPr>
          <p:cNvPr id="94262" name="Group 1">
            <a:extLst>
              <a:ext uri="{FF2B5EF4-FFF2-40B4-BE49-F238E27FC236}">
                <a16:creationId xmlns:a16="http://schemas.microsoft.com/office/drawing/2014/main" id="{FE2EFF84-F5E8-4903-8B3A-4A85ABD26B2D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4157663"/>
            <a:ext cx="7197725" cy="800100"/>
            <a:chOff x="1103313" y="5071380"/>
            <a:chExt cx="7197047" cy="80078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A9F84A-78DE-5C41-82E7-32F106F41B85}"/>
                </a:ext>
              </a:extLst>
            </p:cNvPr>
            <p:cNvSpPr txBox="1"/>
            <p:nvPr/>
          </p:nvSpPr>
          <p:spPr>
            <a:xfrm>
              <a:off x="2971624" y="5409807"/>
              <a:ext cx="266675" cy="46236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*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2C9FC6B-37F3-914C-B0AB-248EF075B429}"/>
                </a:ext>
              </a:extLst>
            </p:cNvPr>
            <p:cNvSpPr txBox="1"/>
            <p:nvPr/>
          </p:nvSpPr>
          <p:spPr>
            <a:xfrm>
              <a:off x="1103313" y="5409807"/>
              <a:ext cx="1549254" cy="4003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( 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1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+ 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2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9DBBDA0-C991-2241-904F-5A1BAD3A7F52}"/>
                </a:ext>
              </a:extLst>
            </p:cNvPr>
            <p:cNvSpPr txBox="1"/>
            <p:nvPr/>
          </p:nvSpPr>
          <p:spPr>
            <a:xfrm>
              <a:off x="3795459" y="5409807"/>
              <a:ext cx="1549254" cy="4003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( 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+ 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2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3EE522D-970F-7446-AFA9-5461BA69272B}"/>
                </a:ext>
              </a:extLst>
            </p:cNvPr>
            <p:cNvSpPr txBox="1"/>
            <p:nvPr/>
          </p:nvSpPr>
          <p:spPr bwMode="auto">
            <a:xfrm>
              <a:off x="6019337" y="5409807"/>
              <a:ext cx="266675" cy="46236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=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8FE8306-7B64-924A-B371-F13F671C35C5}"/>
                </a:ext>
              </a:extLst>
            </p:cNvPr>
            <p:cNvSpPr txBox="1"/>
            <p:nvPr/>
          </p:nvSpPr>
          <p:spPr bwMode="auto">
            <a:xfrm>
              <a:off x="6751106" y="5433641"/>
              <a:ext cx="1549254" cy="4003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46D08FF-6BEB-474F-87DF-0F2C813E2A08}"/>
                </a:ext>
              </a:extLst>
            </p:cNvPr>
            <p:cNvSpPr txBox="1"/>
            <p:nvPr/>
          </p:nvSpPr>
          <p:spPr bwMode="auto">
            <a:xfrm>
              <a:off x="4133565" y="5071380"/>
              <a:ext cx="317470" cy="46235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S PGothic" panose="020B0600070205080204" pitchFamily="34" charset="-128"/>
                  <a:cs typeface="+mn-cs"/>
                </a:rPr>
                <a:t>_</a:t>
              </a:r>
            </a:p>
          </p:txBody>
        </p:sp>
      </p:grpSp>
      <p:sp>
        <p:nvSpPr>
          <p:cNvPr id="94263" name="TextBox 3">
            <a:extLst>
              <a:ext uri="{FF2B5EF4-FFF2-40B4-BE49-F238E27FC236}">
                <a16:creationId xmlns:a16="http://schemas.microsoft.com/office/drawing/2014/main" id="{AD98E4BF-1848-4114-8423-6C56107A1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396038"/>
            <a:ext cx="3586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Property 14b (Combining)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4C54AF-8BDC-47DB-BEC5-FED1F9030E1C}"/>
                  </a:ext>
                </a:extLst>
              </p14:cNvPr>
              <p14:cNvContentPartPr/>
              <p14:nvPr/>
            </p14:nvContentPartPr>
            <p14:xfrm>
              <a:off x="1702440" y="5044680"/>
              <a:ext cx="314280" cy="21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4C54AF-8BDC-47DB-BEC5-FED1F9030E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3080" y="5035320"/>
                <a:ext cx="333000" cy="22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ABB284AF-FD2D-402E-8FA0-58223423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95275"/>
          </a:xfrm>
        </p:spPr>
        <p:txBody>
          <a:bodyPr/>
          <a:lstStyle/>
          <a:p>
            <a:r>
              <a:rPr lang="en-US" altLang="en-US" sz="3400" dirty="0"/>
              <a:t>Step-By-Step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682E6-A4C9-4039-9437-82FAC58D03A6}"/>
              </a:ext>
            </a:extLst>
          </p:cNvPr>
          <p:cNvGrpSpPr/>
          <p:nvPr/>
        </p:nvGrpSpPr>
        <p:grpSpPr>
          <a:xfrm>
            <a:off x="457200" y="1219200"/>
            <a:ext cx="1328737" cy="2114550"/>
            <a:chOff x="457200" y="1219200"/>
            <a:chExt cx="1328737" cy="211455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8560B3-E6B0-4A8B-961B-289DABB9221A}"/>
                </a:ext>
              </a:extLst>
            </p:cNvPr>
            <p:cNvGrpSpPr/>
            <p:nvPr/>
          </p:nvGrpSpPr>
          <p:grpSpPr>
            <a:xfrm>
              <a:off x="457200" y="1219200"/>
              <a:ext cx="1328737" cy="2114550"/>
              <a:chOff x="3963988" y="2576513"/>
              <a:chExt cx="1328737" cy="2114550"/>
            </a:xfrm>
          </p:grpSpPr>
          <p:sp>
            <p:nvSpPr>
              <p:cNvPr id="43010" name="Line 24">
                <a:extLst>
                  <a:ext uri="{FF2B5EF4-FFF2-40B4-BE49-F238E27FC236}">
                    <a16:creationId xmlns:a16="http://schemas.microsoft.com/office/drawing/2014/main" id="{F2298062-E42F-4D8D-BE7E-70643A7A3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3988" y="3024188"/>
                <a:ext cx="132873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1" name="Line 25">
                <a:extLst>
                  <a:ext uri="{FF2B5EF4-FFF2-40B4-BE49-F238E27FC236}">
                    <a16:creationId xmlns:a16="http://schemas.microsoft.com/office/drawing/2014/main" id="{CBB6DCEE-331F-4376-BEB7-97768C31B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22813" y="2576513"/>
                <a:ext cx="1587" cy="211455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2" name="Rectangle 27">
                <a:extLst>
                  <a:ext uri="{FF2B5EF4-FFF2-40B4-BE49-F238E27FC236}">
                    <a16:creationId xmlns:a16="http://schemas.microsoft.com/office/drawing/2014/main" id="{3678AA5A-DEF6-4BDE-88F6-96FA85940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625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3" name="Rectangle 28">
                <a:extLst>
                  <a:ext uri="{FF2B5EF4-FFF2-40B4-BE49-F238E27FC236}">
                    <a16:creationId xmlns:a16="http://schemas.microsoft.com/office/drawing/2014/main" id="{EA7BEB24-FFFA-4D67-8457-5CC58844D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688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4" name="Rectangle 29">
                <a:extLst>
                  <a:ext uri="{FF2B5EF4-FFF2-40B4-BE49-F238E27FC236}">
                    <a16:creationId xmlns:a16="http://schemas.microsoft.com/office/drawing/2014/main" id="{63A37437-3C1D-4B56-8662-5DED61997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400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5" name="Rectangle 30">
                <a:extLst>
                  <a:ext uri="{FF2B5EF4-FFF2-40B4-BE49-F238E27FC236}">
                    <a16:creationId xmlns:a16="http://schemas.microsoft.com/office/drawing/2014/main" id="{24A06A1C-9AA8-4484-9EBB-FCDF63D1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0875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6" name="Rectangle 31">
                <a:extLst>
                  <a:ext uri="{FF2B5EF4-FFF2-40B4-BE49-F238E27FC236}">
                    <a16:creationId xmlns:a16="http://schemas.microsoft.com/office/drawing/2014/main" id="{A0A73DF2-D4EE-4FBC-8129-69E2B0BBF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7" name="Rectangle 32">
                <a:extLst>
                  <a:ext uri="{FF2B5EF4-FFF2-40B4-BE49-F238E27FC236}">
                    <a16:creationId xmlns:a16="http://schemas.microsoft.com/office/drawing/2014/main" id="{72D70845-A162-4931-96F5-6925CF32B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8" name="Rectangle 33">
                <a:extLst>
                  <a:ext uri="{FF2B5EF4-FFF2-40B4-BE49-F238E27FC236}">
                    <a16:creationId xmlns:a16="http://schemas.microsoft.com/office/drawing/2014/main" id="{001CEFB9-9F3A-4C0F-97AD-0C6ACB134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Rectangle 34">
                <a:extLst>
                  <a:ext uri="{FF2B5EF4-FFF2-40B4-BE49-F238E27FC236}">
                    <a16:creationId xmlns:a16="http://schemas.microsoft.com/office/drawing/2014/main" id="{369ABCB3-2E4B-4106-8880-2BEAFB0C6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Rectangle 35">
                <a:extLst>
                  <a:ext uri="{FF2B5EF4-FFF2-40B4-BE49-F238E27FC236}">
                    <a16:creationId xmlns:a16="http://schemas.microsoft.com/office/drawing/2014/main" id="{0887C753-E6BC-4A1B-A226-373D97D5C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Rectangle 36">
                <a:extLst>
                  <a:ext uri="{FF2B5EF4-FFF2-40B4-BE49-F238E27FC236}">
                    <a16:creationId xmlns:a16="http://schemas.microsoft.com/office/drawing/2014/main" id="{C49BBD1F-3D44-4F21-8C5E-009F78DD5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Rectangle 37">
                <a:extLst>
                  <a:ext uri="{FF2B5EF4-FFF2-40B4-BE49-F238E27FC236}">
                    <a16:creationId xmlns:a16="http://schemas.microsoft.com/office/drawing/2014/main" id="{DDE868DF-DBB7-4BA6-91DC-1296C0721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Rectangle 38">
                <a:extLst>
                  <a:ext uri="{FF2B5EF4-FFF2-40B4-BE49-F238E27FC236}">
                    <a16:creationId xmlns:a16="http://schemas.microsoft.com/office/drawing/2014/main" id="{3EAF1277-F712-43F0-B20E-D560CE813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39">
                <a:extLst>
                  <a:ext uri="{FF2B5EF4-FFF2-40B4-BE49-F238E27FC236}">
                    <a16:creationId xmlns:a16="http://schemas.microsoft.com/office/drawing/2014/main" id="{2DC9A40A-E4BE-489B-95DB-CE03617AC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100388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41">
                <a:extLst>
                  <a:ext uri="{FF2B5EF4-FFF2-40B4-BE49-F238E27FC236}">
                    <a16:creationId xmlns:a16="http://schemas.microsoft.com/office/drawing/2014/main" id="{1FE6FD38-E6B1-47E9-827F-F9848EC0E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481388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43">
                <a:extLst>
                  <a:ext uri="{FF2B5EF4-FFF2-40B4-BE49-F238E27FC236}">
                    <a16:creationId xmlns:a16="http://schemas.microsoft.com/office/drawing/2014/main" id="{8009F02D-5286-4F4C-9494-F40841F84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4252913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45">
                <a:extLst>
                  <a:ext uri="{FF2B5EF4-FFF2-40B4-BE49-F238E27FC236}">
                    <a16:creationId xmlns:a16="http://schemas.microsoft.com/office/drawing/2014/main" id="{0E0F2FDA-1316-4EF6-9F0F-6D04BC30B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865563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A0B14E65-2EAF-457E-AD48-A11AE77DF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4" y="1287462"/>
              <a:ext cx="142668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E2108BD-54D6-45D4-9F01-7C83F1E7EB88}"/>
              </a:ext>
            </a:extLst>
          </p:cNvPr>
          <p:cNvSpPr/>
          <p:nvPr/>
        </p:nvSpPr>
        <p:spPr>
          <a:xfrm>
            <a:off x="2438400" y="716862"/>
            <a:ext cx="2367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1. Draw The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E6B36-43C3-4504-A893-8FB53DDCE6AF}"/>
              </a:ext>
            </a:extLst>
          </p:cNvPr>
          <p:cNvSpPr/>
          <p:nvPr/>
        </p:nvSpPr>
        <p:spPr>
          <a:xfrm>
            <a:off x="2514600" y="2438400"/>
            <a:ext cx="2109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2. Fill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F91E2-08B3-4F18-9D04-E84E53C40330}"/>
              </a:ext>
            </a:extLst>
          </p:cNvPr>
          <p:cNvSpPr/>
          <p:nvPr/>
        </p:nvSpPr>
        <p:spPr>
          <a:xfrm>
            <a:off x="2514600" y="3700433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3. Grouping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B7A32-1FD9-414D-8EA5-3FA6A8A9D56D}"/>
              </a:ext>
            </a:extLst>
          </p:cNvPr>
          <p:cNvSpPr/>
          <p:nvPr/>
        </p:nvSpPr>
        <p:spPr>
          <a:xfrm>
            <a:off x="2514600" y="4731633"/>
            <a:ext cx="3166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4. Write The Expression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1394F8-AACF-4B5C-B473-DFBF324C0E1B}"/>
              </a:ext>
            </a:extLst>
          </p:cNvPr>
          <p:cNvGrpSpPr/>
          <p:nvPr/>
        </p:nvGrpSpPr>
        <p:grpSpPr>
          <a:xfrm>
            <a:off x="6400800" y="532587"/>
            <a:ext cx="1828800" cy="1804988"/>
            <a:chOff x="5216525" y="813271"/>
            <a:chExt cx="1828800" cy="1804988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A908AD6D-E0D2-4E6A-8FCE-E732093D5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512" y="1478434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B886B4CD-12EE-434C-9FEF-08F2478EB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78512" y="2048346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CDD5F766-E2D3-474A-B683-3EBCE21C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8425" y="1478434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481D5D2D-500B-4A2A-B839-65B4700E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8600" y="908521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8B3DCE9D-9FC5-4736-BDF9-CB9CA4FC6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25" y="989484"/>
              <a:ext cx="279400" cy="387350"/>
              <a:chOff x="3339" y="1451"/>
              <a:chExt cx="176" cy="244"/>
            </a:xfrm>
          </p:grpSpPr>
          <p:sp>
            <p:nvSpPr>
              <p:cNvPr id="33" name="Rectangle 9">
                <a:extLst>
                  <a:ext uri="{FF2B5EF4-FFF2-40B4-BE49-F238E27FC236}">
                    <a16:creationId xmlns:a16="http://schemas.microsoft.com/office/drawing/2014/main" id="{8CD3CBDF-F90A-4341-8584-3D23F209B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10">
                <a:extLst>
                  <a:ext uri="{FF2B5EF4-FFF2-40B4-BE49-F238E27FC236}">
                    <a16:creationId xmlns:a16="http://schemas.microsoft.com/office/drawing/2014/main" id="{7DF1E922-DF00-4608-8926-9D97196DF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95A2BD6C-CCAD-41B4-9AD9-071738406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7212" y="1530516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Rectangle 14">
              <a:extLst>
                <a:ext uri="{FF2B5EF4-FFF2-40B4-BE49-F238E27FC236}">
                  <a16:creationId xmlns:a16="http://schemas.microsoft.com/office/drawing/2014/main" id="{A56D4CBB-027E-41DF-B48C-2844A570E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4" y="2106779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85A6337-0A91-4821-AE14-B1FE5D168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05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7050D96-1A50-40AB-8A27-3BE03C61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290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A2F63335-86E2-434C-B9D4-7790CC12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18">
              <a:extLst>
                <a:ext uri="{FF2B5EF4-FFF2-40B4-BE49-F238E27FC236}">
                  <a16:creationId xmlns:a16="http://schemas.microsoft.com/office/drawing/2014/main" id="{17E6028E-A470-4889-ABF8-F020B8C2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1721321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D020A1B2-F3B8-4E0E-95A3-6B18D40B6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6A984944-B89D-4103-857B-F7077F5FA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1721321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93865143-109F-4235-8BAC-754E501A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22E46E9E-0A84-4446-983D-9E21F4616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295996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B80F5D6F-B93F-4DB0-8BB7-B6B2D7582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26">
              <a:extLst>
                <a:ext uri="{FF2B5EF4-FFF2-40B4-BE49-F238E27FC236}">
                  <a16:creationId xmlns:a16="http://schemas.microsoft.com/office/drawing/2014/main" id="{A14976C4-4013-4CF8-9B18-50F8C0252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2295996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7" name="Group 48">
              <a:extLst>
                <a:ext uri="{FF2B5EF4-FFF2-40B4-BE49-F238E27FC236}">
                  <a16:creationId xmlns:a16="http://schemas.microsoft.com/office/drawing/2014/main" id="{A962565E-9D80-4E5E-8A95-B4CB13464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6262" y="813271"/>
              <a:ext cx="279400" cy="387350"/>
              <a:chOff x="3339" y="1451"/>
              <a:chExt cx="176" cy="244"/>
            </a:xfrm>
          </p:grpSpPr>
          <p:sp>
            <p:nvSpPr>
              <p:cNvPr id="48" name="Rectangle 49">
                <a:extLst>
                  <a:ext uri="{FF2B5EF4-FFF2-40B4-BE49-F238E27FC236}">
                    <a16:creationId xmlns:a16="http://schemas.microsoft.com/office/drawing/2014/main" id="{B1B3D27C-F5B0-4FE1-8408-9F4DDE9D4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50">
                <a:extLst>
                  <a:ext uri="{FF2B5EF4-FFF2-40B4-BE49-F238E27FC236}">
                    <a16:creationId xmlns:a16="http://schemas.microsoft.com/office/drawing/2014/main" id="{9B17121A-568A-4D98-B1CB-16970FAA3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79315DE-9F5A-4584-8148-6297A8F972B4}"/>
              </a:ext>
            </a:extLst>
          </p:cNvPr>
          <p:cNvGrpSpPr/>
          <p:nvPr/>
        </p:nvGrpSpPr>
        <p:grpSpPr>
          <a:xfrm>
            <a:off x="6384925" y="2438400"/>
            <a:ext cx="1828800" cy="1804988"/>
            <a:chOff x="5168900" y="3031312"/>
            <a:chExt cx="1828800" cy="1804988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69B45BBB-B23F-48C1-A68B-771EF3669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7" y="3696475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Line 4">
              <a:extLst>
                <a:ext uri="{FF2B5EF4-FFF2-40B4-BE49-F238E27FC236}">
                  <a16:creationId xmlns:a16="http://schemas.microsoft.com/office/drawing/2014/main" id="{1CB34381-44C7-4D14-B709-8CC04E15D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0887" y="4266387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Line 5">
              <a:extLst>
                <a:ext uri="{FF2B5EF4-FFF2-40B4-BE49-F238E27FC236}">
                  <a16:creationId xmlns:a16="http://schemas.microsoft.com/office/drawing/2014/main" id="{20822A95-D040-4B53-A95A-7D7DDC70D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0800" y="3696475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Line 6">
              <a:extLst>
                <a:ext uri="{FF2B5EF4-FFF2-40B4-BE49-F238E27FC236}">
                  <a16:creationId xmlns:a16="http://schemas.microsoft.com/office/drawing/2014/main" id="{783A9540-0FFB-44C7-A015-B65386FB6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975" y="3126562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54" name="Group 47">
              <a:extLst>
                <a:ext uri="{FF2B5EF4-FFF2-40B4-BE49-F238E27FC236}">
                  <a16:creationId xmlns:a16="http://schemas.microsoft.com/office/drawing/2014/main" id="{47AE58C4-9B0B-4DCB-951F-77EE2891C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8900" y="3207525"/>
              <a:ext cx="279400" cy="387350"/>
              <a:chOff x="3339" y="1451"/>
              <a:chExt cx="176" cy="244"/>
            </a:xfrm>
          </p:grpSpPr>
          <p:sp>
            <p:nvSpPr>
              <p:cNvPr id="55" name="Rectangle 9">
                <a:extLst>
                  <a:ext uri="{FF2B5EF4-FFF2-40B4-BE49-F238E27FC236}">
                    <a16:creationId xmlns:a16="http://schemas.microsoft.com/office/drawing/2014/main" id="{D71102C6-C886-4AED-92B2-B5128F426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10">
                <a:extLst>
                  <a:ext uri="{FF2B5EF4-FFF2-40B4-BE49-F238E27FC236}">
                    <a16:creationId xmlns:a16="http://schemas.microsoft.com/office/drawing/2014/main" id="{143F9992-5E94-4D92-8915-6154CD4C1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F53BA347-09CC-4FC7-90CB-89CAE090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425" y="385998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C8FEC37E-A90E-4839-8275-F354FB8AB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7" y="4436250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61DBBCE-B786-48B7-B9E2-C3FBA33E0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42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99B193AD-7098-45EF-9303-DBA39A878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" name="Rectangle 17">
              <a:extLst>
                <a:ext uri="{FF2B5EF4-FFF2-40B4-BE49-F238E27FC236}">
                  <a16:creationId xmlns:a16="http://schemas.microsoft.com/office/drawing/2014/main" id="{04BCAB44-4ABB-4FE1-95DF-1A47F3540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E9E8A9F5-269C-436A-BE3A-69579CF0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3" name="Rectangle 21">
              <a:extLst>
                <a:ext uri="{FF2B5EF4-FFF2-40B4-BE49-F238E27FC236}">
                  <a16:creationId xmlns:a16="http://schemas.microsoft.com/office/drawing/2014/main" id="{28AFC3A3-D3BB-4021-86DC-7442B50A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" name="Rectangle 23">
              <a:extLst>
                <a:ext uri="{FF2B5EF4-FFF2-40B4-BE49-F238E27FC236}">
                  <a16:creationId xmlns:a16="http://schemas.microsoft.com/office/drawing/2014/main" id="{AA44A8F9-944B-40F5-9565-45019C254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5" name="Group 48">
              <a:extLst>
                <a:ext uri="{FF2B5EF4-FFF2-40B4-BE49-F238E27FC236}">
                  <a16:creationId xmlns:a16="http://schemas.microsoft.com/office/drawing/2014/main" id="{07910745-2E51-4C6A-BA37-2CC62A844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8637" y="3031312"/>
              <a:ext cx="279400" cy="387350"/>
              <a:chOff x="3339" y="1451"/>
              <a:chExt cx="176" cy="244"/>
            </a:xfrm>
          </p:grpSpPr>
          <p:sp>
            <p:nvSpPr>
              <p:cNvPr id="66" name="Rectangle 49">
                <a:extLst>
                  <a:ext uri="{FF2B5EF4-FFF2-40B4-BE49-F238E27FC236}">
                    <a16:creationId xmlns:a16="http://schemas.microsoft.com/office/drawing/2014/main" id="{C1214232-C144-4958-A1F0-4DD3E231E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Rectangle 50">
                <a:extLst>
                  <a:ext uri="{FF2B5EF4-FFF2-40B4-BE49-F238E27FC236}">
                    <a16:creationId xmlns:a16="http://schemas.microsoft.com/office/drawing/2014/main" id="{1A2FD6DC-97EA-4EBD-836A-B02A49478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7406D2F3-2098-43B3-A7B7-E1BE8FA5A388}"/>
              </a:ext>
            </a:extLst>
          </p:cNvPr>
          <p:cNvSpPr/>
          <p:nvPr/>
        </p:nvSpPr>
        <p:spPr>
          <a:xfrm>
            <a:off x="2917812" y="5359893"/>
            <a:ext cx="4786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Note: Find which variable is constant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A398A06-A1FA-4AD9-AFC4-2E24DBA568CB}"/>
                  </a:ext>
                </a:extLst>
              </p14:cNvPr>
              <p14:cNvContentPartPr/>
              <p14:nvPr/>
            </p14:nvContentPartPr>
            <p14:xfrm>
              <a:off x="7798680" y="2461320"/>
              <a:ext cx="1279800" cy="1128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A398A06-A1FA-4AD9-AFC4-2E24DBA568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9320" y="2451960"/>
                <a:ext cx="1298520" cy="11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498302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ABB284AF-FD2D-402E-8FA0-58223423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95275"/>
          </a:xfrm>
        </p:spPr>
        <p:txBody>
          <a:bodyPr/>
          <a:lstStyle/>
          <a:p>
            <a:r>
              <a:rPr lang="en-US" altLang="en-US" sz="3400" dirty="0"/>
              <a:t>Step-By-Step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682E6-A4C9-4039-9437-82FAC58D03A6}"/>
              </a:ext>
            </a:extLst>
          </p:cNvPr>
          <p:cNvGrpSpPr/>
          <p:nvPr/>
        </p:nvGrpSpPr>
        <p:grpSpPr>
          <a:xfrm>
            <a:off x="457200" y="1219200"/>
            <a:ext cx="1328737" cy="2114550"/>
            <a:chOff x="457200" y="1219200"/>
            <a:chExt cx="1328737" cy="211455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8560B3-E6B0-4A8B-961B-289DABB9221A}"/>
                </a:ext>
              </a:extLst>
            </p:cNvPr>
            <p:cNvGrpSpPr/>
            <p:nvPr/>
          </p:nvGrpSpPr>
          <p:grpSpPr>
            <a:xfrm>
              <a:off x="457200" y="1219200"/>
              <a:ext cx="1328737" cy="2114550"/>
              <a:chOff x="3963988" y="2576513"/>
              <a:chExt cx="1328737" cy="2114550"/>
            </a:xfrm>
          </p:grpSpPr>
          <p:sp>
            <p:nvSpPr>
              <p:cNvPr id="43010" name="Line 24">
                <a:extLst>
                  <a:ext uri="{FF2B5EF4-FFF2-40B4-BE49-F238E27FC236}">
                    <a16:creationId xmlns:a16="http://schemas.microsoft.com/office/drawing/2014/main" id="{F2298062-E42F-4D8D-BE7E-70643A7A3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3988" y="3024188"/>
                <a:ext cx="132873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1" name="Line 25">
                <a:extLst>
                  <a:ext uri="{FF2B5EF4-FFF2-40B4-BE49-F238E27FC236}">
                    <a16:creationId xmlns:a16="http://schemas.microsoft.com/office/drawing/2014/main" id="{CBB6DCEE-331F-4376-BEB7-97768C31B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22813" y="2576513"/>
                <a:ext cx="1587" cy="211455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2" name="Rectangle 27">
                <a:extLst>
                  <a:ext uri="{FF2B5EF4-FFF2-40B4-BE49-F238E27FC236}">
                    <a16:creationId xmlns:a16="http://schemas.microsoft.com/office/drawing/2014/main" id="{3678AA5A-DEF6-4BDE-88F6-96FA85940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625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3" name="Rectangle 28">
                <a:extLst>
                  <a:ext uri="{FF2B5EF4-FFF2-40B4-BE49-F238E27FC236}">
                    <a16:creationId xmlns:a16="http://schemas.microsoft.com/office/drawing/2014/main" id="{EA7BEB24-FFFA-4D67-8457-5CC58844D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688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4" name="Rectangle 29">
                <a:extLst>
                  <a:ext uri="{FF2B5EF4-FFF2-40B4-BE49-F238E27FC236}">
                    <a16:creationId xmlns:a16="http://schemas.microsoft.com/office/drawing/2014/main" id="{63A37437-3C1D-4B56-8662-5DED61997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400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5" name="Rectangle 30">
                <a:extLst>
                  <a:ext uri="{FF2B5EF4-FFF2-40B4-BE49-F238E27FC236}">
                    <a16:creationId xmlns:a16="http://schemas.microsoft.com/office/drawing/2014/main" id="{24A06A1C-9AA8-4484-9EBB-FCDF63D1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0875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6" name="Rectangle 31">
                <a:extLst>
                  <a:ext uri="{FF2B5EF4-FFF2-40B4-BE49-F238E27FC236}">
                    <a16:creationId xmlns:a16="http://schemas.microsoft.com/office/drawing/2014/main" id="{A0A73DF2-D4EE-4FBC-8129-69E2B0BBF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7" name="Rectangle 32">
                <a:extLst>
                  <a:ext uri="{FF2B5EF4-FFF2-40B4-BE49-F238E27FC236}">
                    <a16:creationId xmlns:a16="http://schemas.microsoft.com/office/drawing/2014/main" id="{72D70845-A162-4931-96F5-6925CF32B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8" name="Rectangle 33">
                <a:extLst>
                  <a:ext uri="{FF2B5EF4-FFF2-40B4-BE49-F238E27FC236}">
                    <a16:creationId xmlns:a16="http://schemas.microsoft.com/office/drawing/2014/main" id="{001CEFB9-9F3A-4C0F-97AD-0C6ACB134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Rectangle 34">
                <a:extLst>
                  <a:ext uri="{FF2B5EF4-FFF2-40B4-BE49-F238E27FC236}">
                    <a16:creationId xmlns:a16="http://schemas.microsoft.com/office/drawing/2014/main" id="{369ABCB3-2E4B-4106-8880-2BEAFB0C6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Rectangle 35">
                <a:extLst>
                  <a:ext uri="{FF2B5EF4-FFF2-40B4-BE49-F238E27FC236}">
                    <a16:creationId xmlns:a16="http://schemas.microsoft.com/office/drawing/2014/main" id="{0887C753-E6BC-4A1B-A226-373D97D5C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Rectangle 36">
                <a:extLst>
                  <a:ext uri="{FF2B5EF4-FFF2-40B4-BE49-F238E27FC236}">
                    <a16:creationId xmlns:a16="http://schemas.microsoft.com/office/drawing/2014/main" id="{C49BBD1F-3D44-4F21-8C5E-009F78DD5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Rectangle 37">
                <a:extLst>
                  <a:ext uri="{FF2B5EF4-FFF2-40B4-BE49-F238E27FC236}">
                    <a16:creationId xmlns:a16="http://schemas.microsoft.com/office/drawing/2014/main" id="{DDE868DF-DBB7-4BA6-91DC-1296C0721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Rectangle 38">
                <a:extLst>
                  <a:ext uri="{FF2B5EF4-FFF2-40B4-BE49-F238E27FC236}">
                    <a16:creationId xmlns:a16="http://schemas.microsoft.com/office/drawing/2014/main" id="{3EAF1277-F712-43F0-B20E-D560CE813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39">
                <a:extLst>
                  <a:ext uri="{FF2B5EF4-FFF2-40B4-BE49-F238E27FC236}">
                    <a16:creationId xmlns:a16="http://schemas.microsoft.com/office/drawing/2014/main" id="{2DC9A40A-E4BE-489B-95DB-CE03617AC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100388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41">
                <a:extLst>
                  <a:ext uri="{FF2B5EF4-FFF2-40B4-BE49-F238E27FC236}">
                    <a16:creationId xmlns:a16="http://schemas.microsoft.com/office/drawing/2014/main" id="{1FE6FD38-E6B1-47E9-827F-F9848EC0E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481388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43">
                <a:extLst>
                  <a:ext uri="{FF2B5EF4-FFF2-40B4-BE49-F238E27FC236}">
                    <a16:creationId xmlns:a16="http://schemas.microsoft.com/office/drawing/2014/main" id="{8009F02D-5286-4F4C-9494-F40841F84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4252913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45">
                <a:extLst>
                  <a:ext uri="{FF2B5EF4-FFF2-40B4-BE49-F238E27FC236}">
                    <a16:creationId xmlns:a16="http://schemas.microsoft.com/office/drawing/2014/main" id="{0E0F2FDA-1316-4EF6-9F0F-6D04BC30B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865563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A0B14E65-2EAF-457E-AD48-A11AE77DF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4" y="1287462"/>
              <a:ext cx="142668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E2108BD-54D6-45D4-9F01-7C83F1E7EB88}"/>
              </a:ext>
            </a:extLst>
          </p:cNvPr>
          <p:cNvSpPr/>
          <p:nvPr/>
        </p:nvSpPr>
        <p:spPr>
          <a:xfrm>
            <a:off x="2438400" y="716862"/>
            <a:ext cx="2367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1. Draw The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E6B36-43C3-4504-A893-8FB53DDCE6AF}"/>
              </a:ext>
            </a:extLst>
          </p:cNvPr>
          <p:cNvSpPr/>
          <p:nvPr/>
        </p:nvSpPr>
        <p:spPr>
          <a:xfrm>
            <a:off x="2514600" y="2438400"/>
            <a:ext cx="2109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2. Fill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F91E2-08B3-4F18-9D04-E84E53C40330}"/>
              </a:ext>
            </a:extLst>
          </p:cNvPr>
          <p:cNvSpPr/>
          <p:nvPr/>
        </p:nvSpPr>
        <p:spPr>
          <a:xfrm>
            <a:off x="2514600" y="3700433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3. Grouping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B7A32-1FD9-414D-8EA5-3FA6A8A9D56D}"/>
              </a:ext>
            </a:extLst>
          </p:cNvPr>
          <p:cNvSpPr/>
          <p:nvPr/>
        </p:nvSpPr>
        <p:spPr>
          <a:xfrm>
            <a:off x="2514600" y="4731633"/>
            <a:ext cx="3166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4. Write The Expression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1394F8-AACF-4B5C-B473-DFBF324C0E1B}"/>
              </a:ext>
            </a:extLst>
          </p:cNvPr>
          <p:cNvGrpSpPr/>
          <p:nvPr/>
        </p:nvGrpSpPr>
        <p:grpSpPr>
          <a:xfrm>
            <a:off x="6400800" y="532587"/>
            <a:ext cx="1828800" cy="1804988"/>
            <a:chOff x="5216525" y="813271"/>
            <a:chExt cx="1828800" cy="1804988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A908AD6D-E0D2-4E6A-8FCE-E732093D5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512" y="1478434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B886B4CD-12EE-434C-9FEF-08F2478EB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78512" y="2048346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CDD5F766-E2D3-474A-B683-3EBCE21C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8425" y="1478434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481D5D2D-500B-4A2A-B839-65B4700E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8600" y="908521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8B3DCE9D-9FC5-4736-BDF9-CB9CA4FC6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25" y="989484"/>
              <a:ext cx="279400" cy="387350"/>
              <a:chOff x="3339" y="1451"/>
              <a:chExt cx="176" cy="244"/>
            </a:xfrm>
          </p:grpSpPr>
          <p:sp>
            <p:nvSpPr>
              <p:cNvPr id="33" name="Rectangle 9">
                <a:extLst>
                  <a:ext uri="{FF2B5EF4-FFF2-40B4-BE49-F238E27FC236}">
                    <a16:creationId xmlns:a16="http://schemas.microsoft.com/office/drawing/2014/main" id="{8CD3CBDF-F90A-4341-8584-3D23F209B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10">
                <a:extLst>
                  <a:ext uri="{FF2B5EF4-FFF2-40B4-BE49-F238E27FC236}">
                    <a16:creationId xmlns:a16="http://schemas.microsoft.com/office/drawing/2014/main" id="{7DF1E922-DF00-4608-8926-9D97196DF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95A2BD6C-CCAD-41B4-9AD9-071738406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7212" y="1530516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Rectangle 14">
              <a:extLst>
                <a:ext uri="{FF2B5EF4-FFF2-40B4-BE49-F238E27FC236}">
                  <a16:creationId xmlns:a16="http://schemas.microsoft.com/office/drawing/2014/main" id="{A56D4CBB-027E-41DF-B48C-2844A570E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4" y="2106779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85A6337-0A91-4821-AE14-B1FE5D168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05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7050D96-1A50-40AB-8A27-3BE03C61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290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A2F63335-86E2-434C-B9D4-7790CC12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18">
              <a:extLst>
                <a:ext uri="{FF2B5EF4-FFF2-40B4-BE49-F238E27FC236}">
                  <a16:creationId xmlns:a16="http://schemas.microsoft.com/office/drawing/2014/main" id="{17E6028E-A470-4889-ABF8-F020B8C2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1721321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D020A1B2-F3B8-4E0E-95A3-6B18D40B6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6A984944-B89D-4103-857B-F7077F5FA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1721321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93865143-109F-4235-8BAC-754E501A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22E46E9E-0A84-4446-983D-9E21F4616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295996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B80F5D6F-B93F-4DB0-8BB7-B6B2D7582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26">
              <a:extLst>
                <a:ext uri="{FF2B5EF4-FFF2-40B4-BE49-F238E27FC236}">
                  <a16:creationId xmlns:a16="http://schemas.microsoft.com/office/drawing/2014/main" id="{A14976C4-4013-4CF8-9B18-50F8C0252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2295996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7" name="Group 48">
              <a:extLst>
                <a:ext uri="{FF2B5EF4-FFF2-40B4-BE49-F238E27FC236}">
                  <a16:creationId xmlns:a16="http://schemas.microsoft.com/office/drawing/2014/main" id="{A962565E-9D80-4E5E-8A95-B4CB13464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6262" y="813271"/>
              <a:ext cx="279400" cy="387350"/>
              <a:chOff x="3339" y="1451"/>
              <a:chExt cx="176" cy="244"/>
            </a:xfrm>
          </p:grpSpPr>
          <p:sp>
            <p:nvSpPr>
              <p:cNvPr id="48" name="Rectangle 49">
                <a:extLst>
                  <a:ext uri="{FF2B5EF4-FFF2-40B4-BE49-F238E27FC236}">
                    <a16:creationId xmlns:a16="http://schemas.microsoft.com/office/drawing/2014/main" id="{B1B3D27C-F5B0-4FE1-8408-9F4DDE9D4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50">
                <a:extLst>
                  <a:ext uri="{FF2B5EF4-FFF2-40B4-BE49-F238E27FC236}">
                    <a16:creationId xmlns:a16="http://schemas.microsoft.com/office/drawing/2014/main" id="{9B17121A-568A-4D98-B1CB-16970FAA3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79315DE-9F5A-4584-8148-6297A8F972B4}"/>
              </a:ext>
            </a:extLst>
          </p:cNvPr>
          <p:cNvGrpSpPr/>
          <p:nvPr/>
        </p:nvGrpSpPr>
        <p:grpSpPr>
          <a:xfrm>
            <a:off x="6384925" y="2438400"/>
            <a:ext cx="1828800" cy="1804988"/>
            <a:chOff x="5168900" y="3031312"/>
            <a:chExt cx="1828800" cy="1804988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69B45BBB-B23F-48C1-A68B-771EF3669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7" y="3696475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Line 4">
              <a:extLst>
                <a:ext uri="{FF2B5EF4-FFF2-40B4-BE49-F238E27FC236}">
                  <a16:creationId xmlns:a16="http://schemas.microsoft.com/office/drawing/2014/main" id="{1CB34381-44C7-4D14-B709-8CC04E15D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0887" y="4266387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Line 5">
              <a:extLst>
                <a:ext uri="{FF2B5EF4-FFF2-40B4-BE49-F238E27FC236}">
                  <a16:creationId xmlns:a16="http://schemas.microsoft.com/office/drawing/2014/main" id="{20822A95-D040-4B53-A95A-7D7DDC70D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0800" y="3696475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Line 6">
              <a:extLst>
                <a:ext uri="{FF2B5EF4-FFF2-40B4-BE49-F238E27FC236}">
                  <a16:creationId xmlns:a16="http://schemas.microsoft.com/office/drawing/2014/main" id="{783A9540-0FFB-44C7-A015-B65386FB6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975" y="3126562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54" name="Group 47">
              <a:extLst>
                <a:ext uri="{FF2B5EF4-FFF2-40B4-BE49-F238E27FC236}">
                  <a16:creationId xmlns:a16="http://schemas.microsoft.com/office/drawing/2014/main" id="{47AE58C4-9B0B-4DCB-951F-77EE2891C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8900" y="3207525"/>
              <a:ext cx="279400" cy="387350"/>
              <a:chOff x="3339" y="1451"/>
              <a:chExt cx="176" cy="244"/>
            </a:xfrm>
          </p:grpSpPr>
          <p:sp>
            <p:nvSpPr>
              <p:cNvPr id="55" name="Rectangle 9">
                <a:extLst>
                  <a:ext uri="{FF2B5EF4-FFF2-40B4-BE49-F238E27FC236}">
                    <a16:creationId xmlns:a16="http://schemas.microsoft.com/office/drawing/2014/main" id="{D71102C6-C886-4AED-92B2-B5128F426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10">
                <a:extLst>
                  <a:ext uri="{FF2B5EF4-FFF2-40B4-BE49-F238E27FC236}">
                    <a16:creationId xmlns:a16="http://schemas.microsoft.com/office/drawing/2014/main" id="{143F9992-5E94-4D92-8915-6154CD4C1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F53BA347-09CC-4FC7-90CB-89CAE090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425" y="385998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C8FEC37E-A90E-4839-8275-F354FB8AB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7" y="4436250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61DBBCE-B786-48B7-B9E2-C3FBA33E0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42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99B193AD-7098-45EF-9303-DBA39A878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" name="Rectangle 17">
              <a:extLst>
                <a:ext uri="{FF2B5EF4-FFF2-40B4-BE49-F238E27FC236}">
                  <a16:creationId xmlns:a16="http://schemas.microsoft.com/office/drawing/2014/main" id="{04BCAB44-4ABB-4FE1-95DF-1A47F3540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E9E8A9F5-269C-436A-BE3A-69579CF0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3" name="Rectangle 21">
              <a:extLst>
                <a:ext uri="{FF2B5EF4-FFF2-40B4-BE49-F238E27FC236}">
                  <a16:creationId xmlns:a16="http://schemas.microsoft.com/office/drawing/2014/main" id="{28AFC3A3-D3BB-4021-86DC-7442B50A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" name="Rectangle 23">
              <a:extLst>
                <a:ext uri="{FF2B5EF4-FFF2-40B4-BE49-F238E27FC236}">
                  <a16:creationId xmlns:a16="http://schemas.microsoft.com/office/drawing/2014/main" id="{AA44A8F9-944B-40F5-9565-45019C254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5" name="Group 48">
              <a:extLst>
                <a:ext uri="{FF2B5EF4-FFF2-40B4-BE49-F238E27FC236}">
                  <a16:creationId xmlns:a16="http://schemas.microsoft.com/office/drawing/2014/main" id="{07910745-2E51-4C6A-BA37-2CC62A844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8637" y="3031312"/>
              <a:ext cx="279400" cy="387350"/>
              <a:chOff x="3339" y="1451"/>
              <a:chExt cx="176" cy="244"/>
            </a:xfrm>
          </p:grpSpPr>
          <p:sp>
            <p:nvSpPr>
              <p:cNvPr id="66" name="Rectangle 49">
                <a:extLst>
                  <a:ext uri="{FF2B5EF4-FFF2-40B4-BE49-F238E27FC236}">
                    <a16:creationId xmlns:a16="http://schemas.microsoft.com/office/drawing/2014/main" id="{C1214232-C144-4958-A1F0-4DD3E231E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Rectangle 50">
                <a:extLst>
                  <a:ext uri="{FF2B5EF4-FFF2-40B4-BE49-F238E27FC236}">
                    <a16:creationId xmlns:a16="http://schemas.microsoft.com/office/drawing/2014/main" id="{1A2FD6DC-97EA-4EBD-836A-B02A49478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70" name="Rounded Rectangle 2">
            <a:extLst>
              <a:ext uri="{FF2B5EF4-FFF2-40B4-BE49-F238E27FC236}">
                <a16:creationId xmlns:a16="http://schemas.microsoft.com/office/drawing/2014/main" id="{ED7810DB-AD00-48A7-976E-E48087CD858D}"/>
              </a:ext>
            </a:extLst>
          </p:cNvPr>
          <p:cNvSpPr/>
          <p:nvPr/>
        </p:nvSpPr>
        <p:spPr bwMode="auto">
          <a:xfrm>
            <a:off x="7696200" y="3155249"/>
            <a:ext cx="457200" cy="42059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98163E-387C-44C5-B021-6EC17453A5D0}"/>
              </a:ext>
            </a:extLst>
          </p:cNvPr>
          <p:cNvGrpSpPr/>
          <p:nvPr/>
        </p:nvGrpSpPr>
        <p:grpSpPr>
          <a:xfrm>
            <a:off x="6654006" y="4463256"/>
            <a:ext cx="1957387" cy="727168"/>
            <a:chOff x="6654006" y="4640243"/>
            <a:chExt cx="1957387" cy="727168"/>
          </a:xfrm>
        </p:grpSpPr>
        <p:sp>
          <p:nvSpPr>
            <p:cNvPr id="72" name="TextBox 11">
              <a:extLst>
                <a:ext uri="{FF2B5EF4-FFF2-40B4-BE49-F238E27FC236}">
                  <a16:creationId xmlns:a16="http://schemas.microsoft.com/office/drawing/2014/main" id="{67077FA6-87FC-446D-9D77-8438A7502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006" y="4905448"/>
              <a:ext cx="19573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</a:t>
              </a: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4B97E956-629B-4F17-910B-F772B510A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937" y="4640243"/>
              <a:ext cx="3048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_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7406D2F3-2098-43B3-A7B7-E1BE8FA5A388}"/>
              </a:ext>
            </a:extLst>
          </p:cNvPr>
          <p:cNvSpPr/>
          <p:nvPr/>
        </p:nvSpPr>
        <p:spPr>
          <a:xfrm>
            <a:off x="2917812" y="5359893"/>
            <a:ext cx="4786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Note: Find which variable is constant</a:t>
            </a:r>
          </a:p>
        </p:txBody>
      </p:sp>
    </p:spTree>
    <p:extLst>
      <p:ext uri="{BB962C8B-B14F-4D97-AF65-F5344CB8AC3E}">
        <p14:creationId xmlns:p14="http://schemas.microsoft.com/office/powerpoint/2010/main" val="324296362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Box 125">
            <a:extLst>
              <a:ext uri="{FF2B5EF4-FFF2-40B4-BE49-F238E27FC236}">
                <a16:creationId xmlns:a16="http://schemas.microsoft.com/office/drawing/2014/main" id="{4C8B7D98-F292-465E-B785-9D6E536CA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2.60 from the textbook ]</a:t>
            </a:r>
          </a:p>
        </p:txBody>
      </p:sp>
      <p:sp>
        <p:nvSpPr>
          <p:cNvPr id="95235" name="Title 1">
            <a:extLst>
              <a:ext uri="{FF2B5EF4-FFF2-40B4-BE49-F238E27FC236}">
                <a16:creationId xmlns:a16="http://schemas.microsoft.com/office/drawing/2014/main" id="{094DF84E-1441-4354-BCFE-6A826D977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POS minimization of  f (x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= ∏ M(4, 5, 6)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1E24A-309A-4142-AF41-5D12AFFAB9A4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1447800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9E62B224-95D0-4051-ADF5-636BCBEBD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5487" y="8778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7E2D2D9-75E2-4B29-9D7E-750E39730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2232" y="862013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CBA8FE89-5AEC-42E3-BCF7-C6CE18790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975" y="6858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F5E0C-0905-44E5-98CA-19C4E297C194}"/>
              </a:ext>
            </a:extLst>
          </p:cNvPr>
          <p:cNvSpPr txBox="1"/>
          <p:nvPr/>
        </p:nvSpPr>
        <p:spPr>
          <a:xfrm>
            <a:off x="5256341" y="10516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39D31-7C28-4A18-AA6D-75D72D564F29}"/>
              </a:ext>
            </a:extLst>
          </p:cNvPr>
          <p:cNvSpPr txBox="1"/>
          <p:nvPr/>
        </p:nvSpPr>
        <p:spPr>
          <a:xfrm>
            <a:off x="4805126" y="1559054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6184AA-5713-4F89-8F0A-C5DF8E76509C}"/>
              </a:ext>
            </a:extLst>
          </p:cNvPr>
          <p:cNvGrpSpPr/>
          <p:nvPr/>
        </p:nvGrpSpPr>
        <p:grpSpPr>
          <a:xfrm>
            <a:off x="147775" y="837356"/>
            <a:ext cx="3797463" cy="2972644"/>
            <a:chOff x="1524000" y="1905000"/>
            <a:chExt cx="2819400" cy="2579132"/>
          </a:xfrm>
        </p:grpSpPr>
        <p:pic>
          <p:nvPicPr>
            <p:cNvPr id="14" name="Picture 26" descr="Screen shot 2013-09-23 at 3.02.25 PM.png">
              <a:extLst>
                <a:ext uri="{FF2B5EF4-FFF2-40B4-BE49-F238E27FC236}">
                  <a16:creationId xmlns:a16="http://schemas.microsoft.com/office/drawing/2014/main" id="{57483AE5-DD4C-4FFF-85D9-09573BB6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9050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D3415644-1C30-4386-B2D5-7DBC6FE28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4114800"/>
              <a:ext cx="1905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Adjacent columns</a:t>
              </a:r>
            </a:p>
          </p:txBody>
        </p:sp>
        <p:cxnSp>
          <p:nvCxnSpPr>
            <p:cNvPr id="16" name="Straight Arrow Connector 29">
              <a:extLst>
                <a:ext uri="{FF2B5EF4-FFF2-40B4-BE49-F238E27FC236}">
                  <a16:creationId xmlns:a16="http://schemas.microsoft.com/office/drawing/2014/main" id="{F143B8DE-E79E-42D6-B0BF-622D3A6301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438400" y="3657600"/>
              <a:ext cx="533400" cy="457200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Arrow Connector 30">
              <a:extLst>
                <a:ext uri="{FF2B5EF4-FFF2-40B4-BE49-F238E27FC236}">
                  <a16:creationId xmlns:a16="http://schemas.microsoft.com/office/drawing/2014/main" id="{F3576DE4-DF85-4C51-8B45-6C8D54EAA0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55975" y="3657600"/>
              <a:ext cx="530225" cy="496888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D5C7A4-59C8-4153-93A6-E7A511980E8E}"/>
                  </a:ext>
                </a:extLst>
              </p14:cNvPr>
              <p14:cNvContentPartPr/>
              <p14:nvPr/>
            </p14:nvContentPartPr>
            <p14:xfrm>
              <a:off x="4660200" y="606960"/>
              <a:ext cx="3773160" cy="4822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D5C7A4-59C8-4153-93A6-E7A511980E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0840" y="597600"/>
                <a:ext cx="3791880" cy="484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9637042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3" name="Picture 3" descr="F:\LogicBook\PowerPoint\chapter4\figure4.13.wmf">
            <a:extLst>
              <a:ext uri="{FF2B5EF4-FFF2-40B4-BE49-F238E27FC236}">
                <a16:creationId xmlns:a16="http://schemas.microsoft.com/office/drawing/2014/main" id="{310003A3-A766-4813-8076-A066E1B60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762000"/>
            <a:ext cx="5551488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4" name="TextBox 125">
            <a:extLst>
              <a:ext uri="{FF2B5EF4-FFF2-40B4-BE49-F238E27FC236}">
                <a16:creationId xmlns:a16="http://schemas.microsoft.com/office/drawing/2014/main" id="{4C8B7D98-F292-465E-B785-9D6E536CA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2.60 from the textbook ]</a:t>
            </a:r>
          </a:p>
        </p:txBody>
      </p:sp>
      <p:sp>
        <p:nvSpPr>
          <p:cNvPr id="95235" name="Title 1">
            <a:extLst>
              <a:ext uri="{FF2B5EF4-FFF2-40B4-BE49-F238E27FC236}">
                <a16:creationId xmlns:a16="http://schemas.microsoft.com/office/drawing/2014/main" id="{094DF84E-1441-4354-BCFE-6A826D977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POS minimization of  f (x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= ∏ M(4, 5, 6)</a:t>
            </a:r>
          </a:p>
        </p:txBody>
      </p:sp>
    </p:spTree>
    <p:extLst>
      <p:ext uri="{BB962C8B-B14F-4D97-AF65-F5344CB8AC3E}">
        <p14:creationId xmlns:p14="http://schemas.microsoft.com/office/powerpoint/2010/main" val="3947504741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Box 125">
            <a:extLst>
              <a:ext uri="{FF2B5EF4-FFF2-40B4-BE49-F238E27FC236}">
                <a16:creationId xmlns:a16="http://schemas.microsoft.com/office/drawing/2014/main" id="{2F8FB39A-D6C2-46DC-9A57-132EF99A2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2.61 from the textbook ]</a:t>
            </a:r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FC1ECE8F-CC53-1A47-85A3-39D890D37067}"/>
              </a:ext>
            </a:extLst>
          </p:cNvPr>
          <p:cNvSpPr txBox="1">
            <a:spLocks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POS minimization of  f ( x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,…, x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=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∏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M(0, 1, 4, 8, 9, 12, 15)</a:t>
            </a: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DD9DB21-BCED-4F61-BBAD-F400E9A289B3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327764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91" name="Line 6">
            <a:extLst>
              <a:ext uri="{FF2B5EF4-FFF2-40B4-BE49-F238E27FC236}">
                <a16:creationId xmlns:a16="http://schemas.microsoft.com/office/drawing/2014/main" id="{012BD942-BD1B-40AF-BA23-136D5915C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487" y="757851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" name="Rectangle 49">
            <a:extLst>
              <a:ext uri="{FF2B5EF4-FFF2-40B4-BE49-F238E27FC236}">
                <a16:creationId xmlns:a16="http://schemas.microsoft.com/office/drawing/2014/main" id="{E02637D7-C795-4F53-9CB0-2797866FF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975" y="565764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A08640-A8AA-4C28-B918-F30FF72823E7}"/>
              </a:ext>
            </a:extLst>
          </p:cNvPr>
          <p:cNvSpPr txBox="1"/>
          <p:nvPr/>
        </p:nvSpPr>
        <p:spPr>
          <a:xfrm>
            <a:off x="4875341" y="931568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02E3228-C7AA-491C-90F5-80C63867EC75}"/>
              </a:ext>
            </a:extLst>
          </p:cNvPr>
          <p:cNvSpPr txBox="1"/>
          <p:nvPr/>
        </p:nvSpPr>
        <p:spPr>
          <a:xfrm>
            <a:off x="4183319" y="1483026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97" name="Rectangle 49">
            <a:extLst>
              <a:ext uri="{FF2B5EF4-FFF2-40B4-BE49-F238E27FC236}">
                <a16:creationId xmlns:a16="http://schemas.microsoft.com/office/drawing/2014/main" id="{3936F7D4-4A1C-4E47-8D36-E2CD227F7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309" y="768859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13D2E-743C-409A-8160-A2352B1DE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899396"/>
            <a:ext cx="3938670" cy="38824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5112A6-BE31-4BFA-B406-C92EFED3AB9D}"/>
                  </a:ext>
                </a:extLst>
              </p14:cNvPr>
              <p14:cNvContentPartPr/>
              <p14:nvPr/>
            </p14:nvContentPartPr>
            <p14:xfrm>
              <a:off x="4481280" y="599040"/>
              <a:ext cx="4383000" cy="469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5112A6-BE31-4BFA-B406-C92EFED3AB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71920" y="589680"/>
                <a:ext cx="4401720" cy="471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7" name="Group 1">
            <a:extLst>
              <a:ext uri="{FF2B5EF4-FFF2-40B4-BE49-F238E27FC236}">
                <a16:creationId xmlns:a16="http://schemas.microsoft.com/office/drawing/2014/main" id="{68564EA7-E45B-4A8C-AF65-C6FB57FA1786}"/>
              </a:ext>
            </a:extLst>
          </p:cNvPr>
          <p:cNvGrpSpPr>
            <a:grpSpLocks/>
          </p:cNvGrpSpPr>
          <p:nvPr/>
        </p:nvGrpSpPr>
        <p:grpSpPr bwMode="auto">
          <a:xfrm>
            <a:off x="2390775" y="762000"/>
            <a:ext cx="5381625" cy="4233863"/>
            <a:chOff x="2055813" y="1046163"/>
            <a:chExt cx="5381625" cy="4233862"/>
          </a:xfrm>
        </p:grpSpPr>
        <p:sp>
          <p:nvSpPr>
            <p:cNvPr id="96260" name="Rectangle 4">
              <a:extLst>
                <a:ext uri="{FF2B5EF4-FFF2-40B4-BE49-F238E27FC236}">
                  <a16:creationId xmlns:a16="http://schemas.microsoft.com/office/drawing/2014/main" id="{EB2E917E-2011-4EB4-A9FC-852229FF5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1" y="1854201"/>
              <a:ext cx="1274762" cy="12446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1" name="Rectangle 16">
              <a:extLst>
                <a:ext uri="{FF2B5EF4-FFF2-40B4-BE49-F238E27FC236}">
                  <a16:creationId xmlns:a16="http://schemas.microsoft.com/office/drawing/2014/main" id="{B3C0A67B-9F03-48AA-BC33-923CCF2CD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463" y="1854201"/>
              <a:ext cx="1244600" cy="12446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2" name="Freeform 48">
              <a:extLst>
                <a:ext uri="{FF2B5EF4-FFF2-40B4-BE49-F238E27FC236}">
                  <a16:creationId xmlns:a16="http://schemas.microsoft.com/office/drawing/2014/main" id="{B009AAF3-55AB-4B70-A066-E9C76B13B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501" y="1971676"/>
              <a:ext cx="2193925" cy="385762"/>
            </a:xfrm>
            <a:custGeom>
              <a:avLst/>
              <a:gdLst>
                <a:gd name="T0" fmla="*/ 0 w 2763"/>
                <a:gd name="T1" fmla="*/ 2147483646 h 486"/>
                <a:gd name="T2" fmla="*/ 2147483646 w 2763"/>
                <a:gd name="T3" fmla="*/ 2147483646 h 486"/>
                <a:gd name="T4" fmla="*/ 2147483646 w 2763"/>
                <a:gd name="T5" fmla="*/ 2147483646 h 486"/>
                <a:gd name="T6" fmla="*/ 2147483646 w 2763"/>
                <a:gd name="T7" fmla="*/ 2147483646 h 486"/>
                <a:gd name="T8" fmla="*/ 2147483646 w 2763"/>
                <a:gd name="T9" fmla="*/ 2147483646 h 486"/>
                <a:gd name="T10" fmla="*/ 2147483646 w 2763"/>
                <a:gd name="T11" fmla="*/ 2147483646 h 486"/>
                <a:gd name="T12" fmla="*/ 2147483646 w 2763"/>
                <a:gd name="T13" fmla="*/ 2147483646 h 486"/>
                <a:gd name="T14" fmla="*/ 2147483646 w 2763"/>
                <a:gd name="T15" fmla="*/ 2147483646 h 486"/>
                <a:gd name="T16" fmla="*/ 2147483646 w 2763"/>
                <a:gd name="T17" fmla="*/ 2147483646 h 486"/>
                <a:gd name="T18" fmla="*/ 2147483646 w 2763"/>
                <a:gd name="T19" fmla="*/ 2147483646 h 486"/>
                <a:gd name="T20" fmla="*/ 2147483646 w 2763"/>
                <a:gd name="T21" fmla="*/ 2147483646 h 486"/>
                <a:gd name="T22" fmla="*/ 2147483646 w 2763"/>
                <a:gd name="T23" fmla="*/ 0 h 486"/>
                <a:gd name="T24" fmla="*/ 2147483646 w 2763"/>
                <a:gd name="T25" fmla="*/ 2147483646 h 486"/>
                <a:gd name="T26" fmla="*/ 2147483646 w 2763"/>
                <a:gd name="T27" fmla="*/ 2147483646 h 486"/>
                <a:gd name="T28" fmla="*/ 2147483646 w 2763"/>
                <a:gd name="T29" fmla="*/ 2147483646 h 486"/>
                <a:gd name="T30" fmla="*/ 2147483646 w 2763"/>
                <a:gd name="T31" fmla="*/ 2147483646 h 486"/>
                <a:gd name="T32" fmla="*/ 2147483646 w 2763"/>
                <a:gd name="T33" fmla="*/ 2147483646 h 486"/>
                <a:gd name="T34" fmla="*/ 2147483646 w 2763"/>
                <a:gd name="T35" fmla="*/ 2147483646 h 486"/>
                <a:gd name="T36" fmla="*/ 2147483646 w 2763"/>
                <a:gd name="T37" fmla="*/ 2147483646 h 486"/>
                <a:gd name="T38" fmla="*/ 2147483646 w 2763"/>
                <a:gd name="T39" fmla="*/ 2147483646 h 486"/>
                <a:gd name="T40" fmla="*/ 2147483646 w 2763"/>
                <a:gd name="T41" fmla="*/ 2147483646 h 486"/>
                <a:gd name="T42" fmla="*/ 2147483646 w 2763"/>
                <a:gd name="T43" fmla="*/ 2147483646 h 486"/>
                <a:gd name="T44" fmla="*/ 2147483646 w 2763"/>
                <a:gd name="T45" fmla="*/ 2147483646 h 486"/>
                <a:gd name="T46" fmla="*/ 2147483646 w 2763"/>
                <a:gd name="T47" fmla="*/ 2147483646 h 486"/>
                <a:gd name="T48" fmla="*/ 2147483646 w 2763"/>
                <a:gd name="T49" fmla="*/ 2147483646 h 486"/>
                <a:gd name="T50" fmla="*/ 2147483646 w 2763"/>
                <a:gd name="T51" fmla="*/ 2147483646 h 486"/>
                <a:gd name="T52" fmla="*/ 2147483646 w 2763"/>
                <a:gd name="T53" fmla="*/ 2147483646 h 486"/>
                <a:gd name="T54" fmla="*/ 2147483646 w 2763"/>
                <a:gd name="T55" fmla="*/ 2147483646 h 486"/>
                <a:gd name="T56" fmla="*/ 2147483646 w 2763"/>
                <a:gd name="T57" fmla="*/ 2147483646 h 486"/>
                <a:gd name="T58" fmla="*/ 2147483646 w 2763"/>
                <a:gd name="T59" fmla="*/ 2147483646 h 486"/>
                <a:gd name="T60" fmla="*/ 2147483646 w 2763"/>
                <a:gd name="T61" fmla="*/ 2147483646 h 486"/>
                <a:gd name="T62" fmla="*/ 2147483646 w 2763"/>
                <a:gd name="T63" fmla="*/ 2147483646 h 486"/>
                <a:gd name="T64" fmla="*/ 2147483646 w 2763"/>
                <a:gd name="T65" fmla="*/ 2147483646 h 486"/>
                <a:gd name="T66" fmla="*/ 2147483646 w 2763"/>
                <a:gd name="T67" fmla="*/ 2147483646 h 486"/>
                <a:gd name="T68" fmla="*/ 2147483646 w 2763"/>
                <a:gd name="T69" fmla="*/ 2147483646 h 486"/>
                <a:gd name="T70" fmla="*/ 2147483646 w 2763"/>
                <a:gd name="T71" fmla="*/ 2147483646 h 486"/>
                <a:gd name="T72" fmla="*/ 2147483646 w 2763"/>
                <a:gd name="T73" fmla="*/ 2147483646 h 486"/>
                <a:gd name="T74" fmla="*/ 2147483646 w 2763"/>
                <a:gd name="T75" fmla="*/ 2147483646 h 486"/>
                <a:gd name="T76" fmla="*/ 2147483646 w 2763"/>
                <a:gd name="T77" fmla="*/ 2147483646 h 486"/>
                <a:gd name="T78" fmla="*/ 2147483646 w 2763"/>
                <a:gd name="T79" fmla="*/ 2147483646 h 486"/>
                <a:gd name="T80" fmla="*/ 2147483646 w 2763"/>
                <a:gd name="T81" fmla="*/ 2147483646 h 486"/>
                <a:gd name="T82" fmla="*/ 2147483646 w 2763"/>
                <a:gd name="T83" fmla="*/ 2147483646 h 486"/>
                <a:gd name="T84" fmla="*/ 2147483646 w 2763"/>
                <a:gd name="T85" fmla="*/ 2147483646 h 486"/>
                <a:gd name="T86" fmla="*/ 2147483646 w 2763"/>
                <a:gd name="T87" fmla="*/ 2147483646 h 486"/>
                <a:gd name="T88" fmla="*/ 2147483646 w 2763"/>
                <a:gd name="T89" fmla="*/ 2147483646 h 486"/>
                <a:gd name="T90" fmla="*/ 2147483646 w 2763"/>
                <a:gd name="T91" fmla="*/ 2147483646 h 486"/>
                <a:gd name="T92" fmla="*/ 2147483646 w 2763"/>
                <a:gd name="T93" fmla="*/ 2147483646 h 486"/>
                <a:gd name="T94" fmla="*/ 2147483646 w 2763"/>
                <a:gd name="T95" fmla="*/ 2147483646 h 486"/>
                <a:gd name="T96" fmla="*/ 2147483646 w 2763"/>
                <a:gd name="T97" fmla="*/ 2147483646 h 486"/>
                <a:gd name="T98" fmla="*/ 2147483646 w 2763"/>
                <a:gd name="T99" fmla="*/ 2147483646 h 486"/>
                <a:gd name="T100" fmla="*/ 2147483646 w 2763"/>
                <a:gd name="T101" fmla="*/ 2147483646 h 486"/>
                <a:gd name="T102" fmla="*/ 2147483646 w 2763"/>
                <a:gd name="T103" fmla="*/ 2147483646 h 486"/>
                <a:gd name="T104" fmla="*/ 2147483646 w 2763"/>
                <a:gd name="T105" fmla="*/ 2147483646 h 486"/>
                <a:gd name="T106" fmla="*/ 2147483646 w 2763"/>
                <a:gd name="T107" fmla="*/ 2147483646 h 486"/>
                <a:gd name="T108" fmla="*/ 2147483646 w 2763"/>
                <a:gd name="T109" fmla="*/ 2147483646 h 486"/>
                <a:gd name="T110" fmla="*/ 0 w 2763"/>
                <a:gd name="T111" fmla="*/ 2147483646 h 48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763" h="486">
                  <a:moveTo>
                    <a:pt x="0" y="235"/>
                  </a:moveTo>
                  <a:lnTo>
                    <a:pt x="0" y="252"/>
                  </a:lnTo>
                  <a:lnTo>
                    <a:pt x="0" y="239"/>
                  </a:lnTo>
                  <a:lnTo>
                    <a:pt x="2" y="226"/>
                  </a:lnTo>
                  <a:lnTo>
                    <a:pt x="4" y="215"/>
                  </a:lnTo>
                  <a:lnTo>
                    <a:pt x="5" y="202"/>
                  </a:lnTo>
                  <a:lnTo>
                    <a:pt x="9" y="189"/>
                  </a:lnTo>
                  <a:lnTo>
                    <a:pt x="11" y="177"/>
                  </a:lnTo>
                  <a:lnTo>
                    <a:pt x="15" y="166"/>
                  </a:lnTo>
                  <a:lnTo>
                    <a:pt x="20" y="155"/>
                  </a:lnTo>
                  <a:lnTo>
                    <a:pt x="26" y="144"/>
                  </a:lnTo>
                  <a:lnTo>
                    <a:pt x="32" y="133"/>
                  </a:lnTo>
                  <a:lnTo>
                    <a:pt x="37" y="121"/>
                  </a:lnTo>
                  <a:lnTo>
                    <a:pt x="43" y="112"/>
                  </a:lnTo>
                  <a:lnTo>
                    <a:pt x="50" y="103"/>
                  </a:lnTo>
                  <a:lnTo>
                    <a:pt x="58" y="91"/>
                  </a:lnTo>
                  <a:lnTo>
                    <a:pt x="65" y="84"/>
                  </a:lnTo>
                  <a:lnTo>
                    <a:pt x="74" y="75"/>
                  </a:lnTo>
                  <a:lnTo>
                    <a:pt x="82" y="65"/>
                  </a:lnTo>
                  <a:lnTo>
                    <a:pt x="91" y="58"/>
                  </a:lnTo>
                  <a:lnTo>
                    <a:pt x="101" y="50"/>
                  </a:lnTo>
                  <a:lnTo>
                    <a:pt x="112" y="43"/>
                  </a:lnTo>
                  <a:lnTo>
                    <a:pt x="121" y="37"/>
                  </a:lnTo>
                  <a:lnTo>
                    <a:pt x="132" y="32"/>
                  </a:lnTo>
                  <a:lnTo>
                    <a:pt x="144" y="26"/>
                  </a:lnTo>
                  <a:lnTo>
                    <a:pt x="153" y="21"/>
                  </a:lnTo>
                  <a:lnTo>
                    <a:pt x="166" y="17"/>
                  </a:lnTo>
                  <a:lnTo>
                    <a:pt x="177" y="11"/>
                  </a:lnTo>
                  <a:lnTo>
                    <a:pt x="188" y="9"/>
                  </a:lnTo>
                  <a:lnTo>
                    <a:pt x="201" y="6"/>
                  </a:lnTo>
                  <a:lnTo>
                    <a:pt x="213" y="4"/>
                  </a:lnTo>
                  <a:lnTo>
                    <a:pt x="226" y="2"/>
                  </a:lnTo>
                  <a:lnTo>
                    <a:pt x="239" y="2"/>
                  </a:lnTo>
                  <a:lnTo>
                    <a:pt x="252" y="0"/>
                  </a:lnTo>
                  <a:lnTo>
                    <a:pt x="2512" y="0"/>
                  </a:lnTo>
                  <a:lnTo>
                    <a:pt x="2525" y="2"/>
                  </a:lnTo>
                  <a:lnTo>
                    <a:pt x="2537" y="2"/>
                  </a:lnTo>
                  <a:lnTo>
                    <a:pt x="2550" y="4"/>
                  </a:lnTo>
                  <a:lnTo>
                    <a:pt x="2563" y="6"/>
                  </a:lnTo>
                  <a:lnTo>
                    <a:pt x="2574" y="9"/>
                  </a:lnTo>
                  <a:lnTo>
                    <a:pt x="2587" y="11"/>
                  </a:lnTo>
                  <a:lnTo>
                    <a:pt x="2598" y="17"/>
                  </a:lnTo>
                  <a:lnTo>
                    <a:pt x="2609" y="21"/>
                  </a:lnTo>
                  <a:lnTo>
                    <a:pt x="2621" y="26"/>
                  </a:lnTo>
                  <a:lnTo>
                    <a:pt x="2632" y="32"/>
                  </a:lnTo>
                  <a:lnTo>
                    <a:pt x="2641" y="37"/>
                  </a:lnTo>
                  <a:lnTo>
                    <a:pt x="2652" y="43"/>
                  </a:lnTo>
                  <a:lnTo>
                    <a:pt x="2662" y="50"/>
                  </a:lnTo>
                  <a:lnTo>
                    <a:pt x="2671" y="58"/>
                  </a:lnTo>
                  <a:lnTo>
                    <a:pt x="2680" y="65"/>
                  </a:lnTo>
                  <a:lnTo>
                    <a:pt x="2690" y="75"/>
                  </a:lnTo>
                  <a:lnTo>
                    <a:pt x="2697" y="84"/>
                  </a:lnTo>
                  <a:lnTo>
                    <a:pt x="2707" y="91"/>
                  </a:lnTo>
                  <a:lnTo>
                    <a:pt x="2714" y="103"/>
                  </a:lnTo>
                  <a:lnTo>
                    <a:pt x="2720" y="112"/>
                  </a:lnTo>
                  <a:lnTo>
                    <a:pt x="2727" y="121"/>
                  </a:lnTo>
                  <a:lnTo>
                    <a:pt x="2733" y="133"/>
                  </a:lnTo>
                  <a:lnTo>
                    <a:pt x="2738" y="144"/>
                  </a:lnTo>
                  <a:lnTo>
                    <a:pt x="2744" y="155"/>
                  </a:lnTo>
                  <a:lnTo>
                    <a:pt x="2748" y="166"/>
                  </a:lnTo>
                  <a:lnTo>
                    <a:pt x="2751" y="177"/>
                  </a:lnTo>
                  <a:lnTo>
                    <a:pt x="2755" y="189"/>
                  </a:lnTo>
                  <a:lnTo>
                    <a:pt x="2759" y="202"/>
                  </a:lnTo>
                  <a:lnTo>
                    <a:pt x="2761" y="215"/>
                  </a:lnTo>
                  <a:lnTo>
                    <a:pt x="2763" y="226"/>
                  </a:lnTo>
                  <a:lnTo>
                    <a:pt x="2763" y="239"/>
                  </a:lnTo>
                  <a:lnTo>
                    <a:pt x="2763" y="252"/>
                  </a:lnTo>
                  <a:lnTo>
                    <a:pt x="2763" y="235"/>
                  </a:lnTo>
                  <a:lnTo>
                    <a:pt x="2763" y="248"/>
                  </a:lnTo>
                  <a:lnTo>
                    <a:pt x="2763" y="261"/>
                  </a:lnTo>
                  <a:lnTo>
                    <a:pt x="2761" y="273"/>
                  </a:lnTo>
                  <a:lnTo>
                    <a:pt x="2759" y="286"/>
                  </a:lnTo>
                  <a:lnTo>
                    <a:pt x="2755" y="297"/>
                  </a:lnTo>
                  <a:lnTo>
                    <a:pt x="2751" y="310"/>
                  </a:lnTo>
                  <a:lnTo>
                    <a:pt x="2748" y="321"/>
                  </a:lnTo>
                  <a:lnTo>
                    <a:pt x="2744" y="332"/>
                  </a:lnTo>
                  <a:lnTo>
                    <a:pt x="2738" y="344"/>
                  </a:lnTo>
                  <a:lnTo>
                    <a:pt x="2733" y="355"/>
                  </a:lnTo>
                  <a:lnTo>
                    <a:pt x="2727" y="366"/>
                  </a:lnTo>
                  <a:lnTo>
                    <a:pt x="2720" y="375"/>
                  </a:lnTo>
                  <a:lnTo>
                    <a:pt x="2714" y="385"/>
                  </a:lnTo>
                  <a:lnTo>
                    <a:pt x="2707" y="394"/>
                  </a:lnTo>
                  <a:lnTo>
                    <a:pt x="2697" y="403"/>
                  </a:lnTo>
                  <a:lnTo>
                    <a:pt x="2690" y="413"/>
                  </a:lnTo>
                  <a:lnTo>
                    <a:pt x="2680" y="420"/>
                  </a:lnTo>
                  <a:lnTo>
                    <a:pt x="2671" y="429"/>
                  </a:lnTo>
                  <a:lnTo>
                    <a:pt x="2662" y="437"/>
                  </a:lnTo>
                  <a:lnTo>
                    <a:pt x="2652" y="443"/>
                  </a:lnTo>
                  <a:lnTo>
                    <a:pt x="2641" y="450"/>
                  </a:lnTo>
                  <a:lnTo>
                    <a:pt x="2632" y="456"/>
                  </a:lnTo>
                  <a:lnTo>
                    <a:pt x="2621" y="461"/>
                  </a:lnTo>
                  <a:lnTo>
                    <a:pt x="2609" y="467"/>
                  </a:lnTo>
                  <a:lnTo>
                    <a:pt x="2598" y="471"/>
                  </a:lnTo>
                  <a:lnTo>
                    <a:pt x="2587" y="474"/>
                  </a:lnTo>
                  <a:lnTo>
                    <a:pt x="2574" y="478"/>
                  </a:lnTo>
                  <a:lnTo>
                    <a:pt x="2563" y="482"/>
                  </a:lnTo>
                  <a:lnTo>
                    <a:pt x="2550" y="484"/>
                  </a:lnTo>
                  <a:lnTo>
                    <a:pt x="2537" y="486"/>
                  </a:lnTo>
                  <a:lnTo>
                    <a:pt x="2525" y="486"/>
                  </a:lnTo>
                  <a:lnTo>
                    <a:pt x="2512" y="486"/>
                  </a:lnTo>
                  <a:lnTo>
                    <a:pt x="252" y="486"/>
                  </a:lnTo>
                  <a:lnTo>
                    <a:pt x="239" y="486"/>
                  </a:lnTo>
                  <a:lnTo>
                    <a:pt x="226" y="486"/>
                  </a:lnTo>
                  <a:lnTo>
                    <a:pt x="213" y="484"/>
                  </a:lnTo>
                  <a:lnTo>
                    <a:pt x="201" y="482"/>
                  </a:lnTo>
                  <a:lnTo>
                    <a:pt x="188" y="478"/>
                  </a:lnTo>
                  <a:lnTo>
                    <a:pt x="177" y="474"/>
                  </a:lnTo>
                  <a:lnTo>
                    <a:pt x="166" y="471"/>
                  </a:lnTo>
                  <a:lnTo>
                    <a:pt x="153" y="467"/>
                  </a:lnTo>
                  <a:lnTo>
                    <a:pt x="144" y="461"/>
                  </a:lnTo>
                  <a:lnTo>
                    <a:pt x="132" y="456"/>
                  </a:lnTo>
                  <a:lnTo>
                    <a:pt x="121" y="450"/>
                  </a:lnTo>
                  <a:lnTo>
                    <a:pt x="112" y="443"/>
                  </a:lnTo>
                  <a:lnTo>
                    <a:pt x="101" y="437"/>
                  </a:lnTo>
                  <a:lnTo>
                    <a:pt x="91" y="429"/>
                  </a:lnTo>
                  <a:lnTo>
                    <a:pt x="82" y="420"/>
                  </a:lnTo>
                  <a:lnTo>
                    <a:pt x="74" y="413"/>
                  </a:lnTo>
                  <a:lnTo>
                    <a:pt x="65" y="403"/>
                  </a:lnTo>
                  <a:lnTo>
                    <a:pt x="58" y="394"/>
                  </a:lnTo>
                  <a:lnTo>
                    <a:pt x="50" y="385"/>
                  </a:lnTo>
                  <a:lnTo>
                    <a:pt x="43" y="375"/>
                  </a:lnTo>
                  <a:lnTo>
                    <a:pt x="37" y="366"/>
                  </a:lnTo>
                  <a:lnTo>
                    <a:pt x="32" y="355"/>
                  </a:lnTo>
                  <a:lnTo>
                    <a:pt x="26" y="344"/>
                  </a:lnTo>
                  <a:lnTo>
                    <a:pt x="20" y="332"/>
                  </a:lnTo>
                  <a:lnTo>
                    <a:pt x="15" y="321"/>
                  </a:lnTo>
                  <a:lnTo>
                    <a:pt x="11" y="310"/>
                  </a:lnTo>
                  <a:lnTo>
                    <a:pt x="9" y="297"/>
                  </a:lnTo>
                  <a:lnTo>
                    <a:pt x="5" y="286"/>
                  </a:lnTo>
                  <a:lnTo>
                    <a:pt x="4" y="273"/>
                  </a:lnTo>
                  <a:lnTo>
                    <a:pt x="2" y="261"/>
                  </a:lnTo>
                  <a:lnTo>
                    <a:pt x="0" y="248"/>
                  </a:lnTo>
                  <a:lnTo>
                    <a:pt x="0" y="235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3" name="Rectangle 34">
              <a:extLst>
                <a:ext uri="{FF2B5EF4-FFF2-40B4-BE49-F238E27FC236}">
                  <a16:creationId xmlns:a16="http://schemas.microsoft.com/office/drawing/2014/main" id="{6D1E2A50-B31F-4AC3-B0EC-B2A494421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463" y="3098801"/>
              <a:ext cx="1244600" cy="127476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4" name="Freeform 51">
              <a:extLst>
                <a:ext uri="{FF2B5EF4-FFF2-40B4-BE49-F238E27FC236}">
                  <a16:creationId xmlns:a16="http://schemas.microsoft.com/office/drawing/2014/main" id="{86AD2C11-EAB3-462E-ABE8-95137390D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363" y="3217862"/>
              <a:ext cx="444500" cy="414338"/>
            </a:xfrm>
            <a:custGeom>
              <a:avLst/>
              <a:gdLst>
                <a:gd name="T0" fmla="*/ 0 w 560"/>
                <a:gd name="T1" fmla="*/ 2147483646 h 522"/>
                <a:gd name="T2" fmla="*/ 2147483646 w 560"/>
                <a:gd name="T3" fmla="*/ 2147483646 h 522"/>
                <a:gd name="T4" fmla="*/ 2147483646 w 560"/>
                <a:gd name="T5" fmla="*/ 2147483646 h 522"/>
                <a:gd name="T6" fmla="*/ 2147483646 w 560"/>
                <a:gd name="T7" fmla="*/ 2147483646 h 522"/>
                <a:gd name="T8" fmla="*/ 2147483646 w 560"/>
                <a:gd name="T9" fmla="*/ 2147483646 h 522"/>
                <a:gd name="T10" fmla="*/ 2147483646 w 560"/>
                <a:gd name="T11" fmla="*/ 2147483646 h 522"/>
                <a:gd name="T12" fmla="*/ 2147483646 w 560"/>
                <a:gd name="T13" fmla="*/ 2147483646 h 522"/>
                <a:gd name="T14" fmla="*/ 2147483646 w 560"/>
                <a:gd name="T15" fmla="*/ 2147483646 h 522"/>
                <a:gd name="T16" fmla="*/ 2147483646 w 560"/>
                <a:gd name="T17" fmla="*/ 2147483646 h 522"/>
                <a:gd name="T18" fmla="*/ 2147483646 w 560"/>
                <a:gd name="T19" fmla="*/ 2147483646 h 522"/>
                <a:gd name="T20" fmla="*/ 2147483646 w 560"/>
                <a:gd name="T21" fmla="*/ 2147483646 h 522"/>
                <a:gd name="T22" fmla="*/ 2147483646 w 560"/>
                <a:gd name="T23" fmla="*/ 0 h 522"/>
                <a:gd name="T24" fmla="*/ 2147483646 w 560"/>
                <a:gd name="T25" fmla="*/ 2147483646 h 522"/>
                <a:gd name="T26" fmla="*/ 2147483646 w 560"/>
                <a:gd name="T27" fmla="*/ 2147483646 h 522"/>
                <a:gd name="T28" fmla="*/ 2147483646 w 560"/>
                <a:gd name="T29" fmla="*/ 2147483646 h 522"/>
                <a:gd name="T30" fmla="*/ 2147483646 w 560"/>
                <a:gd name="T31" fmla="*/ 2147483646 h 522"/>
                <a:gd name="T32" fmla="*/ 2147483646 w 560"/>
                <a:gd name="T33" fmla="*/ 2147483646 h 522"/>
                <a:gd name="T34" fmla="*/ 2147483646 w 560"/>
                <a:gd name="T35" fmla="*/ 2147483646 h 522"/>
                <a:gd name="T36" fmla="*/ 2147483646 w 560"/>
                <a:gd name="T37" fmla="*/ 2147483646 h 522"/>
                <a:gd name="T38" fmla="*/ 2147483646 w 560"/>
                <a:gd name="T39" fmla="*/ 2147483646 h 522"/>
                <a:gd name="T40" fmla="*/ 2147483646 w 560"/>
                <a:gd name="T41" fmla="*/ 2147483646 h 522"/>
                <a:gd name="T42" fmla="*/ 2147483646 w 560"/>
                <a:gd name="T43" fmla="*/ 2147483646 h 522"/>
                <a:gd name="T44" fmla="*/ 2147483646 w 560"/>
                <a:gd name="T45" fmla="*/ 2147483646 h 522"/>
                <a:gd name="T46" fmla="*/ 2147483646 w 560"/>
                <a:gd name="T47" fmla="*/ 2147483646 h 522"/>
                <a:gd name="T48" fmla="*/ 2147483646 w 560"/>
                <a:gd name="T49" fmla="*/ 2147483646 h 522"/>
                <a:gd name="T50" fmla="*/ 2147483646 w 560"/>
                <a:gd name="T51" fmla="*/ 2147483646 h 522"/>
                <a:gd name="T52" fmla="*/ 2147483646 w 560"/>
                <a:gd name="T53" fmla="*/ 2147483646 h 522"/>
                <a:gd name="T54" fmla="*/ 2147483646 w 560"/>
                <a:gd name="T55" fmla="*/ 2147483646 h 522"/>
                <a:gd name="T56" fmla="*/ 2147483646 w 560"/>
                <a:gd name="T57" fmla="*/ 2147483646 h 522"/>
                <a:gd name="T58" fmla="*/ 2147483646 w 560"/>
                <a:gd name="T59" fmla="*/ 2147483646 h 522"/>
                <a:gd name="T60" fmla="*/ 2147483646 w 560"/>
                <a:gd name="T61" fmla="*/ 2147483646 h 522"/>
                <a:gd name="T62" fmla="*/ 2147483646 w 560"/>
                <a:gd name="T63" fmla="*/ 2147483646 h 522"/>
                <a:gd name="T64" fmla="*/ 2147483646 w 560"/>
                <a:gd name="T65" fmla="*/ 2147483646 h 522"/>
                <a:gd name="T66" fmla="*/ 2147483646 w 560"/>
                <a:gd name="T67" fmla="*/ 2147483646 h 522"/>
                <a:gd name="T68" fmla="*/ 2147483646 w 560"/>
                <a:gd name="T69" fmla="*/ 2147483646 h 522"/>
                <a:gd name="T70" fmla="*/ 2147483646 w 560"/>
                <a:gd name="T71" fmla="*/ 2147483646 h 522"/>
                <a:gd name="T72" fmla="*/ 2147483646 w 560"/>
                <a:gd name="T73" fmla="*/ 2147483646 h 522"/>
                <a:gd name="T74" fmla="*/ 2147483646 w 560"/>
                <a:gd name="T75" fmla="*/ 2147483646 h 522"/>
                <a:gd name="T76" fmla="*/ 2147483646 w 560"/>
                <a:gd name="T77" fmla="*/ 2147483646 h 522"/>
                <a:gd name="T78" fmla="*/ 2147483646 w 560"/>
                <a:gd name="T79" fmla="*/ 2147483646 h 522"/>
                <a:gd name="T80" fmla="*/ 2147483646 w 560"/>
                <a:gd name="T81" fmla="*/ 2147483646 h 522"/>
                <a:gd name="T82" fmla="*/ 2147483646 w 560"/>
                <a:gd name="T83" fmla="*/ 2147483646 h 522"/>
                <a:gd name="T84" fmla="*/ 2147483646 w 560"/>
                <a:gd name="T85" fmla="*/ 2147483646 h 522"/>
                <a:gd name="T86" fmla="*/ 2147483646 w 560"/>
                <a:gd name="T87" fmla="*/ 2147483646 h 522"/>
                <a:gd name="T88" fmla="*/ 2147483646 w 560"/>
                <a:gd name="T89" fmla="*/ 2147483646 h 522"/>
                <a:gd name="T90" fmla="*/ 2147483646 w 560"/>
                <a:gd name="T91" fmla="*/ 2147483646 h 522"/>
                <a:gd name="T92" fmla="*/ 2147483646 w 560"/>
                <a:gd name="T93" fmla="*/ 2147483646 h 522"/>
                <a:gd name="T94" fmla="*/ 2147483646 w 560"/>
                <a:gd name="T95" fmla="*/ 2147483646 h 522"/>
                <a:gd name="T96" fmla="*/ 2147483646 w 560"/>
                <a:gd name="T97" fmla="*/ 2147483646 h 522"/>
                <a:gd name="T98" fmla="*/ 2147483646 w 560"/>
                <a:gd name="T99" fmla="*/ 2147483646 h 522"/>
                <a:gd name="T100" fmla="*/ 2147483646 w 560"/>
                <a:gd name="T101" fmla="*/ 2147483646 h 522"/>
                <a:gd name="T102" fmla="*/ 2147483646 w 560"/>
                <a:gd name="T103" fmla="*/ 2147483646 h 522"/>
                <a:gd name="T104" fmla="*/ 2147483646 w 560"/>
                <a:gd name="T105" fmla="*/ 2147483646 h 522"/>
                <a:gd name="T106" fmla="*/ 2147483646 w 560"/>
                <a:gd name="T107" fmla="*/ 2147483646 h 522"/>
                <a:gd name="T108" fmla="*/ 2147483646 w 560"/>
                <a:gd name="T109" fmla="*/ 2147483646 h 522"/>
                <a:gd name="T110" fmla="*/ 0 w 560"/>
                <a:gd name="T111" fmla="*/ 2147483646 h 52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60" h="522">
                  <a:moveTo>
                    <a:pt x="0" y="259"/>
                  </a:moveTo>
                  <a:lnTo>
                    <a:pt x="0" y="265"/>
                  </a:lnTo>
                  <a:lnTo>
                    <a:pt x="0" y="252"/>
                  </a:lnTo>
                  <a:lnTo>
                    <a:pt x="2" y="239"/>
                  </a:lnTo>
                  <a:lnTo>
                    <a:pt x="4" y="226"/>
                  </a:lnTo>
                  <a:lnTo>
                    <a:pt x="6" y="212"/>
                  </a:lnTo>
                  <a:lnTo>
                    <a:pt x="10" y="199"/>
                  </a:lnTo>
                  <a:lnTo>
                    <a:pt x="13" y="186"/>
                  </a:lnTo>
                  <a:lnTo>
                    <a:pt x="17" y="173"/>
                  </a:lnTo>
                  <a:lnTo>
                    <a:pt x="21" y="162"/>
                  </a:lnTo>
                  <a:lnTo>
                    <a:pt x="26" y="151"/>
                  </a:lnTo>
                  <a:lnTo>
                    <a:pt x="32" y="140"/>
                  </a:lnTo>
                  <a:lnTo>
                    <a:pt x="39" y="128"/>
                  </a:lnTo>
                  <a:lnTo>
                    <a:pt x="47" y="117"/>
                  </a:lnTo>
                  <a:lnTo>
                    <a:pt x="52" y="106"/>
                  </a:lnTo>
                  <a:lnTo>
                    <a:pt x="62" y="97"/>
                  </a:lnTo>
                  <a:lnTo>
                    <a:pt x="69" y="87"/>
                  </a:lnTo>
                  <a:lnTo>
                    <a:pt x="79" y="78"/>
                  </a:lnTo>
                  <a:lnTo>
                    <a:pt x="88" y="69"/>
                  </a:lnTo>
                  <a:lnTo>
                    <a:pt x="97" y="61"/>
                  </a:lnTo>
                  <a:lnTo>
                    <a:pt x="107" y="54"/>
                  </a:lnTo>
                  <a:lnTo>
                    <a:pt x="118" y="46"/>
                  </a:lnTo>
                  <a:lnTo>
                    <a:pt x="129" y="39"/>
                  </a:lnTo>
                  <a:lnTo>
                    <a:pt x="138" y="33"/>
                  </a:lnTo>
                  <a:lnTo>
                    <a:pt x="151" y="26"/>
                  </a:lnTo>
                  <a:lnTo>
                    <a:pt x="163" y="22"/>
                  </a:lnTo>
                  <a:lnTo>
                    <a:pt x="174" y="16"/>
                  </a:lnTo>
                  <a:lnTo>
                    <a:pt x="187" y="13"/>
                  </a:lnTo>
                  <a:lnTo>
                    <a:pt x="200" y="9"/>
                  </a:lnTo>
                  <a:lnTo>
                    <a:pt x="213" y="5"/>
                  </a:lnTo>
                  <a:lnTo>
                    <a:pt x="224" y="3"/>
                  </a:lnTo>
                  <a:lnTo>
                    <a:pt x="239" y="1"/>
                  </a:lnTo>
                  <a:lnTo>
                    <a:pt x="252" y="1"/>
                  </a:lnTo>
                  <a:lnTo>
                    <a:pt x="265" y="0"/>
                  </a:lnTo>
                  <a:lnTo>
                    <a:pt x="295" y="0"/>
                  </a:lnTo>
                  <a:lnTo>
                    <a:pt x="310" y="1"/>
                  </a:lnTo>
                  <a:lnTo>
                    <a:pt x="323" y="1"/>
                  </a:lnTo>
                  <a:lnTo>
                    <a:pt x="336" y="3"/>
                  </a:lnTo>
                  <a:lnTo>
                    <a:pt x="349" y="5"/>
                  </a:lnTo>
                  <a:lnTo>
                    <a:pt x="362" y="9"/>
                  </a:lnTo>
                  <a:lnTo>
                    <a:pt x="375" y="13"/>
                  </a:lnTo>
                  <a:lnTo>
                    <a:pt x="387" y="16"/>
                  </a:lnTo>
                  <a:lnTo>
                    <a:pt x="400" y="22"/>
                  </a:lnTo>
                  <a:lnTo>
                    <a:pt x="411" y="26"/>
                  </a:lnTo>
                  <a:lnTo>
                    <a:pt x="422" y="33"/>
                  </a:lnTo>
                  <a:lnTo>
                    <a:pt x="433" y="39"/>
                  </a:lnTo>
                  <a:lnTo>
                    <a:pt x="444" y="46"/>
                  </a:lnTo>
                  <a:lnTo>
                    <a:pt x="454" y="54"/>
                  </a:lnTo>
                  <a:lnTo>
                    <a:pt x="465" y="61"/>
                  </a:lnTo>
                  <a:lnTo>
                    <a:pt x="474" y="69"/>
                  </a:lnTo>
                  <a:lnTo>
                    <a:pt x="484" y="78"/>
                  </a:lnTo>
                  <a:lnTo>
                    <a:pt x="491" y="87"/>
                  </a:lnTo>
                  <a:lnTo>
                    <a:pt x="500" y="97"/>
                  </a:lnTo>
                  <a:lnTo>
                    <a:pt x="508" y="106"/>
                  </a:lnTo>
                  <a:lnTo>
                    <a:pt x="515" y="117"/>
                  </a:lnTo>
                  <a:lnTo>
                    <a:pt x="523" y="128"/>
                  </a:lnTo>
                  <a:lnTo>
                    <a:pt x="528" y="140"/>
                  </a:lnTo>
                  <a:lnTo>
                    <a:pt x="534" y="151"/>
                  </a:lnTo>
                  <a:lnTo>
                    <a:pt x="540" y="162"/>
                  </a:lnTo>
                  <a:lnTo>
                    <a:pt x="545" y="173"/>
                  </a:lnTo>
                  <a:lnTo>
                    <a:pt x="549" y="186"/>
                  </a:lnTo>
                  <a:lnTo>
                    <a:pt x="553" y="199"/>
                  </a:lnTo>
                  <a:lnTo>
                    <a:pt x="555" y="212"/>
                  </a:lnTo>
                  <a:lnTo>
                    <a:pt x="558" y="226"/>
                  </a:lnTo>
                  <a:lnTo>
                    <a:pt x="560" y="239"/>
                  </a:lnTo>
                  <a:lnTo>
                    <a:pt x="560" y="252"/>
                  </a:lnTo>
                  <a:lnTo>
                    <a:pt x="560" y="265"/>
                  </a:lnTo>
                  <a:lnTo>
                    <a:pt x="560" y="259"/>
                  </a:lnTo>
                  <a:lnTo>
                    <a:pt x="560" y="272"/>
                  </a:lnTo>
                  <a:lnTo>
                    <a:pt x="560" y="285"/>
                  </a:lnTo>
                  <a:lnTo>
                    <a:pt x="558" y="298"/>
                  </a:lnTo>
                  <a:lnTo>
                    <a:pt x="555" y="311"/>
                  </a:lnTo>
                  <a:lnTo>
                    <a:pt x="553" y="325"/>
                  </a:lnTo>
                  <a:lnTo>
                    <a:pt x="549" y="338"/>
                  </a:lnTo>
                  <a:lnTo>
                    <a:pt x="545" y="349"/>
                  </a:lnTo>
                  <a:lnTo>
                    <a:pt x="540" y="362"/>
                  </a:lnTo>
                  <a:lnTo>
                    <a:pt x="534" y="373"/>
                  </a:lnTo>
                  <a:lnTo>
                    <a:pt x="528" y="384"/>
                  </a:lnTo>
                  <a:lnTo>
                    <a:pt x="523" y="395"/>
                  </a:lnTo>
                  <a:lnTo>
                    <a:pt x="515" y="407"/>
                  </a:lnTo>
                  <a:lnTo>
                    <a:pt x="508" y="416"/>
                  </a:lnTo>
                  <a:lnTo>
                    <a:pt x="500" y="427"/>
                  </a:lnTo>
                  <a:lnTo>
                    <a:pt x="491" y="437"/>
                  </a:lnTo>
                  <a:lnTo>
                    <a:pt x="484" y="446"/>
                  </a:lnTo>
                  <a:lnTo>
                    <a:pt x="474" y="455"/>
                  </a:lnTo>
                  <a:lnTo>
                    <a:pt x="465" y="463"/>
                  </a:lnTo>
                  <a:lnTo>
                    <a:pt x="454" y="470"/>
                  </a:lnTo>
                  <a:lnTo>
                    <a:pt x="444" y="478"/>
                  </a:lnTo>
                  <a:lnTo>
                    <a:pt x="433" y="485"/>
                  </a:lnTo>
                  <a:lnTo>
                    <a:pt x="422" y="491"/>
                  </a:lnTo>
                  <a:lnTo>
                    <a:pt x="411" y="496"/>
                  </a:lnTo>
                  <a:lnTo>
                    <a:pt x="400" y="502"/>
                  </a:lnTo>
                  <a:lnTo>
                    <a:pt x="387" y="508"/>
                  </a:lnTo>
                  <a:lnTo>
                    <a:pt x="375" y="511"/>
                  </a:lnTo>
                  <a:lnTo>
                    <a:pt x="362" y="515"/>
                  </a:lnTo>
                  <a:lnTo>
                    <a:pt x="349" y="519"/>
                  </a:lnTo>
                  <a:lnTo>
                    <a:pt x="336" y="521"/>
                  </a:lnTo>
                  <a:lnTo>
                    <a:pt x="323" y="522"/>
                  </a:lnTo>
                  <a:lnTo>
                    <a:pt x="310" y="522"/>
                  </a:lnTo>
                  <a:lnTo>
                    <a:pt x="295" y="522"/>
                  </a:lnTo>
                  <a:lnTo>
                    <a:pt x="265" y="522"/>
                  </a:lnTo>
                  <a:lnTo>
                    <a:pt x="252" y="522"/>
                  </a:lnTo>
                  <a:lnTo>
                    <a:pt x="239" y="522"/>
                  </a:lnTo>
                  <a:lnTo>
                    <a:pt x="224" y="521"/>
                  </a:lnTo>
                  <a:lnTo>
                    <a:pt x="213" y="519"/>
                  </a:lnTo>
                  <a:lnTo>
                    <a:pt x="200" y="515"/>
                  </a:lnTo>
                  <a:lnTo>
                    <a:pt x="187" y="511"/>
                  </a:lnTo>
                  <a:lnTo>
                    <a:pt x="174" y="508"/>
                  </a:lnTo>
                  <a:lnTo>
                    <a:pt x="163" y="502"/>
                  </a:lnTo>
                  <a:lnTo>
                    <a:pt x="151" y="496"/>
                  </a:lnTo>
                  <a:lnTo>
                    <a:pt x="138" y="491"/>
                  </a:lnTo>
                  <a:lnTo>
                    <a:pt x="129" y="485"/>
                  </a:lnTo>
                  <a:lnTo>
                    <a:pt x="118" y="478"/>
                  </a:lnTo>
                  <a:lnTo>
                    <a:pt x="107" y="470"/>
                  </a:lnTo>
                  <a:lnTo>
                    <a:pt x="97" y="463"/>
                  </a:lnTo>
                  <a:lnTo>
                    <a:pt x="88" y="455"/>
                  </a:lnTo>
                  <a:lnTo>
                    <a:pt x="79" y="446"/>
                  </a:lnTo>
                  <a:lnTo>
                    <a:pt x="69" y="437"/>
                  </a:lnTo>
                  <a:lnTo>
                    <a:pt x="62" y="427"/>
                  </a:lnTo>
                  <a:lnTo>
                    <a:pt x="52" y="416"/>
                  </a:lnTo>
                  <a:lnTo>
                    <a:pt x="47" y="407"/>
                  </a:lnTo>
                  <a:lnTo>
                    <a:pt x="39" y="395"/>
                  </a:lnTo>
                  <a:lnTo>
                    <a:pt x="32" y="384"/>
                  </a:lnTo>
                  <a:lnTo>
                    <a:pt x="26" y="373"/>
                  </a:lnTo>
                  <a:lnTo>
                    <a:pt x="21" y="362"/>
                  </a:lnTo>
                  <a:lnTo>
                    <a:pt x="17" y="349"/>
                  </a:lnTo>
                  <a:lnTo>
                    <a:pt x="13" y="338"/>
                  </a:lnTo>
                  <a:lnTo>
                    <a:pt x="10" y="325"/>
                  </a:lnTo>
                  <a:lnTo>
                    <a:pt x="6" y="311"/>
                  </a:lnTo>
                  <a:lnTo>
                    <a:pt x="4" y="298"/>
                  </a:lnTo>
                  <a:lnTo>
                    <a:pt x="2" y="285"/>
                  </a:lnTo>
                  <a:lnTo>
                    <a:pt x="0" y="272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00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5" name="Line 5">
              <a:extLst>
                <a:ext uri="{FF2B5EF4-FFF2-40B4-BE49-F238E27FC236}">
                  <a16:creationId xmlns:a16="http://schemas.microsoft.com/office/drawing/2014/main" id="{17EB5FA6-A597-48C4-B561-6DA32F1E7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0701" y="2476501"/>
              <a:ext cx="1274762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6" name="Line 6">
              <a:extLst>
                <a:ext uri="{FF2B5EF4-FFF2-40B4-BE49-F238E27FC236}">
                  <a16:creationId xmlns:a16="http://schemas.microsoft.com/office/drawing/2014/main" id="{41E962D9-E6C0-45F7-8589-FB6FE9245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3163" y="1854201"/>
              <a:ext cx="1588" cy="12446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7" name="Line 7">
              <a:extLst>
                <a:ext uri="{FF2B5EF4-FFF2-40B4-BE49-F238E27FC236}">
                  <a16:creationId xmlns:a16="http://schemas.microsoft.com/office/drawing/2014/main" id="{7C9DECF3-EFCD-453A-8AE2-F3F6C5D58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1" y="1231901"/>
              <a:ext cx="622300" cy="6223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8" name="Rectangle 8">
              <a:extLst>
                <a:ext uri="{FF2B5EF4-FFF2-40B4-BE49-F238E27FC236}">
                  <a16:creationId xmlns:a16="http://schemas.microsoft.com/office/drawing/2014/main" id="{9E02A5A3-F9B5-4D49-9136-57C9BB392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776" y="1046163"/>
              <a:ext cx="304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69" name="Rectangle 9">
              <a:extLst>
                <a:ext uri="{FF2B5EF4-FFF2-40B4-BE49-F238E27FC236}">
                  <a16:creationId xmlns:a16="http://schemas.microsoft.com/office/drawing/2014/main" id="{6D3517F4-FE33-46A4-AF9F-2E16839AE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363" y="1187451"/>
              <a:ext cx="277813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0" name="Rectangle 10">
              <a:extLst>
                <a:ext uri="{FF2B5EF4-FFF2-40B4-BE49-F238E27FC236}">
                  <a16:creationId xmlns:a16="http://schemas.microsoft.com/office/drawing/2014/main" id="{043B31B5-4884-4566-B622-6C16D8CB8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238" y="1046163"/>
              <a:ext cx="304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1" name="Rectangle 11">
              <a:extLst>
                <a:ext uri="{FF2B5EF4-FFF2-40B4-BE49-F238E27FC236}">
                  <a16:creationId xmlns:a16="http://schemas.microsoft.com/office/drawing/2014/main" id="{52529015-3CF1-4498-A7C0-394675A12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826" y="1187451"/>
              <a:ext cx="27781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2" name="Rectangle 12">
              <a:extLst>
                <a:ext uri="{FF2B5EF4-FFF2-40B4-BE49-F238E27FC236}">
                  <a16:creationId xmlns:a16="http://schemas.microsoft.com/office/drawing/2014/main" id="{E355A675-86A9-4A0C-BCA1-263E8AB04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813" y="1303338"/>
              <a:ext cx="304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3" name="Rectangle 13">
              <a:extLst>
                <a:ext uri="{FF2B5EF4-FFF2-40B4-BE49-F238E27FC236}">
                  <a16:creationId xmlns:a16="http://schemas.microsoft.com/office/drawing/2014/main" id="{D59AF3E9-8D40-40DB-9328-F417E831B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988" y="1444626"/>
              <a:ext cx="277813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4" name="Rectangle 14">
              <a:extLst>
                <a:ext uri="{FF2B5EF4-FFF2-40B4-BE49-F238E27FC236}">
                  <a16:creationId xmlns:a16="http://schemas.microsoft.com/office/drawing/2014/main" id="{08AE979D-060A-41E4-B9C8-8A08A9DE0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688" y="1303338"/>
              <a:ext cx="304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5" name="Rectangle 15">
              <a:extLst>
                <a:ext uri="{FF2B5EF4-FFF2-40B4-BE49-F238E27FC236}">
                  <a16:creationId xmlns:a16="http://schemas.microsoft.com/office/drawing/2014/main" id="{B0C79EA5-35C1-43D3-9E55-276E1055D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863" y="1444626"/>
              <a:ext cx="277813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6" name="Line 17">
              <a:extLst>
                <a:ext uri="{FF2B5EF4-FFF2-40B4-BE49-F238E27FC236}">
                  <a16:creationId xmlns:a16="http://schemas.microsoft.com/office/drawing/2014/main" id="{77994307-B58E-4A89-B4B7-ADE175391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5463" y="2476501"/>
              <a:ext cx="1244600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7" name="Line 18">
              <a:extLst>
                <a:ext uri="{FF2B5EF4-FFF2-40B4-BE49-F238E27FC236}">
                  <a16:creationId xmlns:a16="http://schemas.microsoft.com/office/drawing/2014/main" id="{D95993BD-FAF2-4910-BA76-0632C55C5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7763" y="1854201"/>
              <a:ext cx="1588" cy="12446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8" name="Rectangle 19">
              <a:extLst>
                <a:ext uri="{FF2B5EF4-FFF2-40B4-BE49-F238E27FC236}">
                  <a16:creationId xmlns:a16="http://schemas.microsoft.com/office/drawing/2014/main" id="{B969FCCE-A7F9-4657-BD89-336690E89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463" y="2033588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79" name="Rectangle 20">
              <a:extLst>
                <a:ext uri="{FF2B5EF4-FFF2-40B4-BE49-F238E27FC236}">
                  <a16:creationId xmlns:a16="http://schemas.microsoft.com/office/drawing/2014/main" id="{4FCEA63D-A62F-4C91-8FFF-F1BB3E183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788" y="1495426"/>
              <a:ext cx="388938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0" name="Rectangle 21">
              <a:extLst>
                <a:ext uri="{FF2B5EF4-FFF2-40B4-BE49-F238E27FC236}">
                  <a16:creationId xmlns:a16="http://schemas.microsoft.com/office/drawing/2014/main" id="{96FF7AF1-FFF5-4083-912F-2A0281E43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438" y="1495426"/>
              <a:ext cx="388938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1" name="Rectangle 22">
              <a:extLst>
                <a:ext uri="{FF2B5EF4-FFF2-40B4-BE49-F238E27FC236}">
                  <a16:creationId xmlns:a16="http://schemas.microsoft.com/office/drawing/2014/main" id="{D79A2571-F4D8-4C9A-9A79-98D134ED3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676" y="1495426"/>
              <a:ext cx="388937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2" name="Rectangle 23">
              <a:extLst>
                <a:ext uri="{FF2B5EF4-FFF2-40B4-BE49-F238E27FC236}">
                  <a16:creationId xmlns:a16="http://schemas.microsoft.com/office/drawing/2014/main" id="{8CCB03D7-21D6-418D-B5DD-31A369B4C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1495426"/>
              <a:ext cx="388938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3" name="Rectangle 24">
              <a:extLst>
                <a:ext uri="{FF2B5EF4-FFF2-40B4-BE49-F238E27FC236}">
                  <a16:creationId xmlns:a16="http://schemas.microsoft.com/office/drawing/2014/main" id="{87612937-29AD-4CED-890C-99656E8B6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2033588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4" name="Rectangle 25">
              <a:extLst>
                <a:ext uri="{FF2B5EF4-FFF2-40B4-BE49-F238E27FC236}">
                  <a16:creationId xmlns:a16="http://schemas.microsoft.com/office/drawing/2014/main" id="{C172C962-F978-4E1C-A991-FC9253F7B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351" y="2033588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5" name="Rectangle 26">
              <a:extLst>
                <a:ext uri="{FF2B5EF4-FFF2-40B4-BE49-F238E27FC236}">
                  <a16:creationId xmlns:a16="http://schemas.microsoft.com/office/drawing/2014/main" id="{52827C6B-E68D-4252-8514-0DDA6755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2033588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6" name="Rectangle 27">
              <a:extLst>
                <a:ext uri="{FF2B5EF4-FFF2-40B4-BE49-F238E27FC236}">
                  <a16:creationId xmlns:a16="http://schemas.microsoft.com/office/drawing/2014/main" id="{255F34AC-DBB3-49A0-8468-9E8FE1209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463" y="2663826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7" name="Rectangle 28">
              <a:extLst>
                <a:ext uri="{FF2B5EF4-FFF2-40B4-BE49-F238E27FC236}">
                  <a16:creationId xmlns:a16="http://schemas.microsoft.com/office/drawing/2014/main" id="{15CADEAD-EFAD-4E2D-9466-01E65F75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2663826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8" name="Rectangle 29">
              <a:extLst>
                <a:ext uri="{FF2B5EF4-FFF2-40B4-BE49-F238E27FC236}">
                  <a16:creationId xmlns:a16="http://schemas.microsoft.com/office/drawing/2014/main" id="{A0C49A11-BA64-4AF0-BE5C-F4A1BDAAE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351" y="2663826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89" name="Rectangle 30">
              <a:extLst>
                <a:ext uri="{FF2B5EF4-FFF2-40B4-BE49-F238E27FC236}">
                  <a16:creationId xmlns:a16="http://schemas.microsoft.com/office/drawing/2014/main" id="{19A04433-81A5-4FFC-956F-0D2EBD900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1" y="3098801"/>
              <a:ext cx="1274762" cy="127476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0" name="Line 31">
              <a:extLst>
                <a:ext uri="{FF2B5EF4-FFF2-40B4-BE49-F238E27FC236}">
                  <a16:creationId xmlns:a16="http://schemas.microsoft.com/office/drawing/2014/main" id="{04815B84-8D4A-400B-8702-0F0447C6C6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0701" y="3751262"/>
              <a:ext cx="1274762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1" name="Line 32">
              <a:extLst>
                <a:ext uri="{FF2B5EF4-FFF2-40B4-BE49-F238E27FC236}">
                  <a16:creationId xmlns:a16="http://schemas.microsoft.com/office/drawing/2014/main" id="{14996612-CBB0-4083-AF74-EEB33979C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3163" y="3098801"/>
              <a:ext cx="1588" cy="12747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2" name="Rectangle 33">
              <a:extLst>
                <a:ext uri="{FF2B5EF4-FFF2-40B4-BE49-F238E27FC236}">
                  <a16:creationId xmlns:a16="http://schemas.microsoft.com/office/drawing/2014/main" id="{FB0D25B1-FA91-46C4-B7EF-6C8ED08C9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2663826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3" name="Line 35">
              <a:extLst>
                <a:ext uri="{FF2B5EF4-FFF2-40B4-BE49-F238E27FC236}">
                  <a16:creationId xmlns:a16="http://schemas.microsoft.com/office/drawing/2014/main" id="{665F08C2-B139-4889-A45F-358407BD61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5463" y="3751262"/>
              <a:ext cx="1244600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4" name="Line 36">
              <a:extLst>
                <a:ext uri="{FF2B5EF4-FFF2-40B4-BE49-F238E27FC236}">
                  <a16:creationId xmlns:a16="http://schemas.microsoft.com/office/drawing/2014/main" id="{5A4ACA35-0A58-4930-85AB-1DDC167FED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7763" y="3098801"/>
              <a:ext cx="1588" cy="127476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5" name="Rectangle 37">
              <a:extLst>
                <a:ext uri="{FF2B5EF4-FFF2-40B4-BE49-F238E27FC236}">
                  <a16:creationId xmlns:a16="http://schemas.microsoft.com/office/drawing/2014/main" id="{AD377315-6696-47B5-9FE8-F8BD6CD53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463" y="3292475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6" name="Rectangle 38">
              <a:extLst>
                <a:ext uri="{FF2B5EF4-FFF2-40B4-BE49-F238E27FC236}">
                  <a16:creationId xmlns:a16="http://schemas.microsoft.com/office/drawing/2014/main" id="{521D5554-330C-47D9-819F-DD33C8834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3292475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7" name="Rectangle 39">
              <a:extLst>
                <a:ext uri="{FF2B5EF4-FFF2-40B4-BE49-F238E27FC236}">
                  <a16:creationId xmlns:a16="http://schemas.microsoft.com/office/drawing/2014/main" id="{D9BB2156-468F-47EA-8229-F23542BA1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351" y="3292475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8" name="Rectangle 40">
              <a:extLst>
                <a:ext uri="{FF2B5EF4-FFF2-40B4-BE49-F238E27FC236}">
                  <a16:creationId xmlns:a16="http://schemas.microsoft.com/office/drawing/2014/main" id="{EAEF0F81-D270-40ED-BA8F-94E4DDF70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3292475"/>
              <a:ext cx="3206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299" name="Rectangle 41">
              <a:extLst>
                <a:ext uri="{FF2B5EF4-FFF2-40B4-BE49-F238E27FC236}">
                  <a16:creationId xmlns:a16="http://schemas.microsoft.com/office/drawing/2014/main" id="{7C8B91E6-720E-4E2C-9F92-1271C2B6B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463" y="3922712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0" name="Rectangle 42">
              <a:extLst>
                <a:ext uri="{FF2B5EF4-FFF2-40B4-BE49-F238E27FC236}">
                  <a16:creationId xmlns:a16="http://schemas.microsoft.com/office/drawing/2014/main" id="{560ED2D4-D4EA-45CB-A175-8BC821A6B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3922712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1" name="Rectangle 43">
              <a:extLst>
                <a:ext uri="{FF2B5EF4-FFF2-40B4-BE49-F238E27FC236}">
                  <a16:creationId xmlns:a16="http://schemas.microsoft.com/office/drawing/2014/main" id="{774A2E5F-EA68-4C2F-ABE5-F500B98A1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351" y="3922712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2" name="Rectangle 44">
              <a:extLst>
                <a:ext uri="{FF2B5EF4-FFF2-40B4-BE49-F238E27FC236}">
                  <a16:creationId xmlns:a16="http://schemas.microsoft.com/office/drawing/2014/main" id="{D5B72D68-84C2-45D3-9061-DF879619E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3922712"/>
              <a:ext cx="320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3" name="Rectangle 45">
              <a:extLst>
                <a:ext uri="{FF2B5EF4-FFF2-40B4-BE49-F238E27FC236}">
                  <a16:creationId xmlns:a16="http://schemas.microsoft.com/office/drawing/2014/main" id="{769FA0B7-939E-45CA-9D48-B1633BA3A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1" y="2033588"/>
              <a:ext cx="388937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4" name="Rectangle 46">
              <a:extLst>
                <a:ext uri="{FF2B5EF4-FFF2-40B4-BE49-F238E27FC236}">
                  <a16:creationId xmlns:a16="http://schemas.microsoft.com/office/drawing/2014/main" id="{F2E27ACE-4E11-4623-939A-8C237A105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1" y="2663826"/>
              <a:ext cx="388937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5" name="Rectangle 47">
              <a:extLst>
                <a:ext uri="{FF2B5EF4-FFF2-40B4-BE49-F238E27FC236}">
                  <a16:creationId xmlns:a16="http://schemas.microsoft.com/office/drawing/2014/main" id="{B955255C-2242-4858-92FB-4C849EF82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1" y="3292475"/>
              <a:ext cx="388937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6" name="Freeform 49">
              <a:extLst>
                <a:ext uri="{FF2B5EF4-FFF2-40B4-BE49-F238E27FC236}">
                  <a16:creationId xmlns:a16="http://schemas.microsoft.com/office/drawing/2014/main" id="{AD5B2D3F-8AAB-4932-B801-E1444A560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088" y="1901826"/>
              <a:ext cx="735013" cy="1154112"/>
            </a:xfrm>
            <a:custGeom>
              <a:avLst/>
              <a:gdLst>
                <a:gd name="T0" fmla="*/ 2147483646 w 926"/>
                <a:gd name="T1" fmla="*/ 0 h 1455"/>
                <a:gd name="T2" fmla="*/ 2147483646 w 926"/>
                <a:gd name="T3" fmla="*/ 0 h 1455"/>
                <a:gd name="T4" fmla="*/ 2147483646 w 926"/>
                <a:gd name="T5" fmla="*/ 0 h 1455"/>
                <a:gd name="T6" fmla="*/ 2147483646 w 926"/>
                <a:gd name="T7" fmla="*/ 0 h 1455"/>
                <a:gd name="T8" fmla="*/ 2147483646 w 926"/>
                <a:gd name="T9" fmla="*/ 0 h 1455"/>
                <a:gd name="T10" fmla="*/ 2147483646 w 926"/>
                <a:gd name="T11" fmla="*/ 0 h 1455"/>
                <a:gd name="T12" fmla="*/ 2147483646 w 926"/>
                <a:gd name="T13" fmla="*/ 0 h 1455"/>
                <a:gd name="T14" fmla="*/ 2147483646 w 926"/>
                <a:gd name="T15" fmla="*/ 2147483646 h 1455"/>
                <a:gd name="T16" fmla="*/ 2147483646 w 926"/>
                <a:gd name="T17" fmla="*/ 2147483646 h 1455"/>
                <a:gd name="T18" fmla="*/ 2147483646 w 926"/>
                <a:gd name="T19" fmla="*/ 2147483646 h 1455"/>
                <a:gd name="T20" fmla="*/ 2147483646 w 926"/>
                <a:gd name="T21" fmla="*/ 2147483646 h 1455"/>
                <a:gd name="T22" fmla="*/ 2147483646 w 926"/>
                <a:gd name="T23" fmla="*/ 2147483646 h 1455"/>
                <a:gd name="T24" fmla="*/ 2147483646 w 926"/>
                <a:gd name="T25" fmla="*/ 2147483646 h 1455"/>
                <a:gd name="T26" fmla="*/ 2147483646 w 926"/>
                <a:gd name="T27" fmla="*/ 2147483646 h 1455"/>
                <a:gd name="T28" fmla="*/ 2147483646 w 926"/>
                <a:gd name="T29" fmla="*/ 2147483646 h 1455"/>
                <a:gd name="T30" fmla="*/ 2147483646 w 926"/>
                <a:gd name="T31" fmla="*/ 2147483646 h 1455"/>
                <a:gd name="T32" fmla="*/ 2147483646 w 926"/>
                <a:gd name="T33" fmla="*/ 2147483646 h 1455"/>
                <a:gd name="T34" fmla="*/ 2147483646 w 926"/>
                <a:gd name="T35" fmla="*/ 2147483646 h 1455"/>
                <a:gd name="T36" fmla="*/ 2147483646 w 926"/>
                <a:gd name="T37" fmla="*/ 2147483646 h 1455"/>
                <a:gd name="T38" fmla="*/ 2147483646 w 926"/>
                <a:gd name="T39" fmla="*/ 2147483646 h 1455"/>
                <a:gd name="T40" fmla="*/ 2147483646 w 926"/>
                <a:gd name="T41" fmla="*/ 2147483646 h 1455"/>
                <a:gd name="T42" fmla="*/ 2147483646 w 926"/>
                <a:gd name="T43" fmla="*/ 2147483646 h 1455"/>
                <a:gd name="T44" fmla="*/ 2147483646 w 926"/>
                <a:gd name="T45" fmla="*/ 2147483646 h 1455"/>
                <a:gd name="T46" fmla="*/ 2147483646 w 926"/>
                <a:gd name="T47" fmla="*/ 2147483646 h 1455"/>
                <a:gd name="T48" fmla="*/ 2147483646 w 926"/>
                <a:gd name="T49" fmla="*/ 2147483646 h 1455"/>
                <a:gd name="T50" fmla="*/ 2147483646 w 926"/>
                <a:gd name="T51" fmla="*/ 2147483646 h 1455"/>
                <a:gd name="T52" fmla="*/ 2147483646 w 926"/>
                <a:gd name="T53" fmla="*/ 2147483646 h 1455"/>
                <a:gd name="T54" fmla="*/ 2147483646 w 926"/>
                <a:gd name="T55" fmla="*/ 2147483646 h 1455"/>
                <a:gd name="T56" fmla="*/ 2147483646 w 926"/>
                <a:gd name="T57" fmla="*/ 2147483646 h 1455"/>
                <a:gd name="T58" fmla="*/ 2147483646 w 926"/>
                <a:gd name="T59" fmla="*/ 2147483646 h 1455"/>
                <a:gd name="T60" fmla="*/ 2147483646 w 926"/>
                <a:gd name="T61" fmla="*/ 2147483646 h 1455"/>
                <a:gd name="T62" fmla="*/ 2147483646 w 926"/>
                <a:gd name="T63" fmla="*/ 2147483646 h 1455"/>
                <a:gd name="T64" fmla="*/ 2147483646 w 926"/>
                <a:gd name="T65" fmla="*/ 2147483646 h 1455"/>
                <a:gd name="T66" fmla="*/ 2147483646 w 926"/>
                <a:gd name="T67" fmla="*/ 2147483646 h 1455"/>
                <a:gd name="T68" fmla="*/ 2147483646 w 926"/>
                <a:gd name="T69" fmla="*/ 2147483646 h 1455"/>
                <a:gd name="T70" fmla="*/ 2147483646 w 926"/>
                <a:gd name="T71" fmla="*/ 2147483646 h 1455"/>
                <a:gd name="T72" fmla="*/ 2147483646 w 926"/>
                <a:gd name="T73" fmla="*/ 2147483646 h 1455"/>
                <a:gd name="T74" fmla="*/ 2147483646 w 926"/>
                <a:gd name="T75" fmla="*/ 2147483646 h 1455"/>
                <a:gd name="T76" fmla="*/ 2147483646 w 926"/>
                <a:gd name="T77" fmla="*/ 2147483646 h 1455"/>
                <a:gd name="T78" fmla="*/ 2147483646 w 926"/>
                <a:gd name="T79" fmla="*/ 2147483646 h 1455"/>
                <a:gd name="T80" fmla="*/ 2147483646 w 926"/>
                <a:gd name="T81" fmla="*/ 2147483646 h 1455"/>
                <a:gd name="T82" fmla="*/ 2147483646 w 926"/>
                <a:gd name="T83" fmla="*/ 2147483646 h 1455"/>
                <a:gd name="T84" fmla="*/ 2147483646 w 926"/>
                <a:gd name="T85" fmla="*/ 2147483646 h 1455"/>
                <a:gd name="T86" fmla="*/ 2147483646 w 926"/>
                <a:gd name="T87" fmla="*/ 2147483646 h 1455"/>
                <a:gd name="T88" fmla="*/ 2147483646 w 926"/>
                <a:gd name="T89" fmla="*/ 2147483646 h 1455"/>
                <a:gd name="T90" fmla="*/ 2147483646 w 926"/>
                <a:gd name="T91" fmla="*/ 2147483646 h 1455"/>
                <a:gd name="T92" fmla="*/ 2147483646 w 926"/>
                <a:gd name="T93" fmla="*/ 2147483646 h 1455"/>
                <a:gd name="T94" fmla="*/ 2147483646 w 926"/>
                <a:gd name="T95" fmla="*/ 2147483646 h 1455"/>
                <a:gd name="T96" fmla="*/ 2147483646 w 926"/>
                <a:gd name="T97" fmla="*/ 2147483646 h 1455"/>
                <a:gd name="T98" fmla="*/ 2147483646 w 926"/>
                <a:gd name="T99" fmla="*/ 2147483646 h 1455"/>
                <a:gd name="T100" fmla="*/ 2147483646 w 926"/>
                <a:gd name="T101" fmla="*/ 2147483646 h 1455"/>
                <a:gd name="T102" fmla="*/ 2147483646 w 926"/>
                <a:gd name="T103" fmla="*/ 2147483646 h 1455"/>
                <a:gd name="T104" fmla="*/ 2147483646 w 926"/>
                <a:gd name="T105" fmla="*/ 2147483646 h 1455"/>
                <a:gd name="T106" fmla="*/ 2147483646 w 926"/>
                <a:gd name="T107" fmla="*/ 2147483646 h 1455"/>
                <a:gd name="T108" fmla="*/ 0 w 926"/>
                <a:gd name="T109" fmla="*/ 2147483646 h 145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26" h="1455">
                  <a:moveTo>
                    <a:pt x="0" y="0"/>
                  </a:moveTo>
                  <a:lnTo>
                    <a:pt x="60" y="0"/>
                  </a:lnTo>
                  <a:lnTo>
                    <a:pt x="118" y="0"/>
                  </a:lnTo>
                  <a:lnTo>
                    <a:pt x="170" y="0"/>
                  </a:lnTo>
                  <a:lnTo>
                    <a:pt x="218" y="0"/>
                  </a:lnTo>
                  <a:lnTo>
                    <a:pt x="265" y="0"/>
                  </a:lnTo>
                  <a:lnTo>
                    <a:pt x="308" y="0"/>
                  </a:lnTo>
                  <a:lnTo>
                    <a:pt x="347" y="0"/>
                  </a:lnTo>
                  <a:lnTo>
                    <a:pt x="384" y="0"/>
                  </a:lnTo>
                  <a:lnTo>
                    <a:pt x="418" y="0"/>
                  </a:lnTo>
                  <a:lnTo>
                    <a:pt x="450" y="0"/>
                  </a:lnTo>
                  <a:lnTo>
                    <a:pt x="478" y="0"/>
                  </a:lnTo>
                  <a:lnTo>
                    <a:pt x="504" y="0"/>
                  </a:lnTo>
                  <a:lnTo>
                    <a:pt x="528" y="0"/>
                  </a:lnTo>
                  <a:lnTo>
                    <a:pt x="551" y="0"/>
                  </a:lnTo>
                  <a:lnTo>
                    <a:pt x="569" y="0"/>
                  </a:lnTo>
                  <a:lnTo>
                    <a:pt x="588" y="0"/>
                  </a:lnTo>
                  <a:lnTo>
                    <a:pt x="603" y="0"/>
                  </a:lnTo>
                  <a:lnTo>
                    <a:pt x="618" y="0"/>
                  </a:lnTo>
                  <a:lnTo>
                    <a:pt x="631" y="0"/>
                  </a:lnTo>
                  <a:lnTo>
                    <a:pt x="644" y="0"/>
                  </a:lnTo>
                  <a:lnTo>
                    <a:pt x="653" y="0"/>
                  </a:lnTo>
                  <a:lnTo>
                    <a:pt x="663" y="0"/>
                  </a:lnTo>
                  <a:lnTo>
                    <a:pt x="672" y="0"/>
                  </a:lnTo>
                  <a:lnTo>
                    <a:pt x="679" y="0"/>
                  </a:lnTo>
                  <a:lnTo>
                    <a:pt x="687" y="0"/>
                  </a:lnTo>
                  <a:lnTo>
                    <a:pt x="693" y="0"/>
                  </a:lnTo>
                  <a:lnTo>
                    <a:pt x="700" y="0"/>
                  </a:lnTo>
                  <a:lnTo>
                    <a:pt x="706" y="0"/>
                  </a:lnTo>
                  <a:lnTo>
                    <a:pt x="711" y="0"/>
                  </a:lnTo>
                  <a:lnTo>
                    <a:pt x="717" y="0"/>
                  </a:lnTo>
                  <a:lnTo>
                    <a:pt x="722" y="0"/>
                  </a:lnTo>
                  <a:lnTo>
                    <a:pt x="728" y="0"/>
                  </a:lnTo>
                  <a:lnTo>
                    <a:pt x="734" y="0"/>
                  </a:lnTo>
                  <a:lnTo>
                    <a:pt x="739" y="0"/>
                  </a:lnTo>
                  <a:lnTo>
                    <a:pt x="745" y="0"/>
                  </a:lnTo>
                  <a:lnTo>
                    <a:pt x="750" y="0"/>
                  </a:lnTo>
                  <a:lnTo>
                    <a:pt x="754" y="0"/>
                  </a:lnTo>
                  <a:lnTo>
                    <a:pt x="760" y="0"/>
                  </a:lnTo>
                  <a:lnTo>
                    <a:pt x="763" y="0"/>
                  </a:lnTo>
                  <a:lnTo>
                    <a:pt x="767" y="0"/>
                  </a:lnTo>
                  <a:lnTo>
                    <a:pt x="771" y="2"/>
                  </a:lnTo>
                  <a:lnTo>
                    <a:pt x="775" y="2"/>
                  </a:lnTo>
                  <a:lnTo>
                    <a:pt x="778" y="2"/>
                  </a:lnTo>
                  <a:lnTo>
                    <a:pt x="782" y="4"/>
                  </a:lnTo>
                  <a:lnTo>
                    <a:pt x="784" y="4"/>
                  </a:lnTo>
                  <a:lnTo>
                    <a:pt x="788" y="6"/>
                  </a:lnTo>
                  <a:lnTo>
                    <a:pt x="791" y="8"/>
                  </a:lnTo>
                  <a:lnTo>
                    <a:pt x="795" y="10"/>
                  </a:lnTo>
                  <a:lnTo>
                    <a:pt x="797" y="10"/>
                  </a:lnTo>
                  <a:lnTo>
                    <a:pt x="801" y="13"/>
                  </a:lnTo>
                  <a:lnTo>
                    <a:pt x="805" y="15"/>
                  </a:lnTo>
                  <a:lnTo>
                    <a:pt x="806" y="17"/>
                  </a:lnTo>
                  <a:lnTo>
                    <a:pt x="810" y="21"/>
                  </a:lnTo>
                  <a:lnTo>
                    <a:pt x="814" y="23"/>
                  </a:lnTo>
                  <a:lnTo>
                    <a:pt x="818" y="26"/>
                  </a:lnTo>
                  <a:lnTo>
                    <a:pt x="821" y="30"/>
                  </a:lnTo>
                  <a:lnTo>
                    <a:pt x="825" y="34"/>
                  </a:lnTo>
                  <a:lnTo>
                    <a:pt x="829" y="40"/>
                  </a:lnTo>
                  <a:lnTo>
                    <a:pt x="834" y="43"/>
                  </a:lnTo>
                  <a:lnTo>
                    <a:pt x="838" y="49"/>
                  </a:lnTo>
                  <a:lnTo>
                    <a:pt x="844" y="55"/>
                  </a:lnTo>
                  <a:lnTo>
                    <a:pt x="849" y="60"/>
                  </a:lnTo>
                  <a:lnTo>
                    <a:pt x="855" y="66"/>
                  </a:lnTo>
                  <a:lnTo>
                    <a:pt x="861" y="73"/>
                  </a:lnTo>
                  <a:lnTo>
                    <a:pt x="866" y="79"/>
                  </a:lnTo>
                  <a:lnTo>
                    <a:pt x="872" y="86"/>
                  </a:lnTo>
                  <a:lnTo>
                    <a:pt x="877" y="92"/>
                  </a:lnTo>
                  <a:lnTo>
                    <a:pt x="883" y="97"/>
                  </a:lnTo>
                  <a:lnTo>
                    <a:pt x="887" y="101"/>
                  </a:lnTo>
                  <a:lnTo>
                    <a:pt x="892" y="107"/>
                  </a:lnTo>
                  <a:lnTo>
                    <a:pt x="896" y="111"/>
                  </a:lnTo>
                  <a:lnTo>
                    <a:pt x="900" y="116"/>
                  </a:lnTo>
                  <a:lnTo>
                    <a:pt x="902" y="120"/>
                  </a:lnTo>
                  <a:lnTo>
                    <a:pt x="905" y="124"/>
                  </a:lnTo>
                  <a:lnTo>
                    <a:pt x="907" y="127"/>
                  </a:lnTo>
                  <a:lnTo>
                    <a:pt x="911" y="131"/>
                  </a:lnTo>
                  <a:lnTo>
                    <a:pt x="913" y="135"/>
                  </a:lnTo>
                  <a:lnTo>
                    <a:pt x="915" y="139"/>
                  </a:lnTo>
                  <a:lnTo>
                    <a:pt x="917" y="142"/>
                  </a:lnTo>
                  <a:lnTo>
                    <a:pt x="918" y="146"/>
                  </a:lnTo>
                  <a:lnTo>
                    <a:pt x="920" y="148"/>
                  </a:lnTo>
                  <a:lnTo>
                    <a:pt x="922" y="152"/>
                  </a:lnTo>
                  <a:lnTo>
                    <a:pt x="922" y="155"/>
                  </a:lnTo>
                  <a:lnTo>
                    <a:pt x="924" y="159"/>
                  </a:lnTo>
                  <a:lnTo>
                    <a:pt x="924" y="163"/>
                  </a:lnTo>
                  <a:lnTo>
                    <a:pt x="924" y="167"/>
                  </a:lnTo>
                  <a:lnTo>
                    <a:pt x="926" y="170"/>
                  </a:lnTo>
                  <a:lnTo>
                    <a:pt x="926" y="174"/>
                  </a:lnTo>
                  <a:lnTo>
                    <a:pt x="926" y="180"/>
                  </a:lnTo>
                  <a:lnTo>
                    <a:pt x="926" y="183"/>
                  </a:lnTo>
                  <a:lnTo>
                    <a:pt x="926" y="189"/>
                  </a:lnTo>
                  <a:lnTo>
                    <a:pt x="926" y="195"/>
                  </a:lnTo>
                  <a:lnTo>
                    <a:pt x="926" y="200"/>
                  </a:lnTo>
                  <a:lnTo>
                    <a:pt x="926" y="206"/>
                  </a:lnTo>
                  <a:lnTo>
                    <a:pt x="926" y="211"/>
                  </a:lnTo>
                  <a:lnTo>
                    <a:pt x="926" y="219"/>
                  </a:lnTo>
                  <a:lnTo>
                    <a:pt x="926" y="224"/>
                  </a:lnTo>
                  <a:lnTo>
                    <a:pt x="926" y="232"/>
                  </a:lnTo>
                  <a:lnTo>
                    <a:pt x="926" y="238"/>
                  </a:lnTo>
                  <a:lnTo>
                    <a:pt x="926" y="243"/>
                  </a:lnTo>
                  <a:lnTo>
                    <a:pt x="926" y="247"/>
                  </a:lnTo>
                  <a:lnTo>
                    <a:pt x="926" y="252"/>
                  </a:lnTo>
                  <a:lnTo>
                    <a:pt x="926" y="256"/>
                  </a:lnTo>
                  <a:lnTo>
                    <a:pt x="926" y="262"/>
                  </a:lnTo>
                  <a:lnTo>
                    <a:pt x="926" y="266"/>
                  </a:lnTo>
                  <a:lnTo>
                    <a:pt x="926" y="269"/>
                  </a:lnTo>
                  <a:lnTo>
                    <a:pt x="926" y="273"/>
                  </a:lnTo>
                  <a:lnTo>
                    <a:pt x="926" y="277"/>
                  </a:lnTo>
                  <a:lnTo>
                    <a:pt x="926" y="280"/>
                  </a:lnTo>
                  <a:lnTo>
                    <a:pt x="926" y="284"/>
                  </a:lnTo>
                  <a:lnTo>
                    <a:pt x="926" y="288"/>
                  </a:lnTo>
                  <a:lnTo>
                    <a:pt x="926" y="292"/>
                  </a:lnTo>
                  <a:lnTo>
                    <a:pt x="926" y="294"/>
                  </a:lnTo>
                  <a:lnTo>
                    <a:pt x="926" y="297"/>
                  </a:lnTo>
                  <a:lnTo>
                    <a:pt x="926" y="301"/>
                  </a:lnTo>
                  <a:lnTo>
                    <a:pt x="926" y="305"/>
                  </a:lnTo>
                  <a:lnTo>
                    <a:pt x="926" y="308"/>
                  </a:lnTo>
                  <a:lnTo>
                    <a:pt x="926" y="312"/>
                  </a:lnTo>
                  <a:lnTo>
                    <a:pt x="926" y="316"/>
                  </a:lnTo>
                  <a:lnTo>
                    <a:pt x="926" y="320"/>
                  </a:lnTo>
                  <a:lnTo>
                    <a:pt x="926" y="325"/>
                  </a:lnTo>
                  <a:lnTo>
                    <a:pt x="926" y="329"/>
                  </a:lnTo>
                  <a:lnTo>
                    <a:pt x="926" y="335"/>
                  </a:lnTo>
                  <a:lnTo>
                    <a:pt x="926" y="340"/>
                  </a:lnTo>
                  <a:lnTo>
                    <a:pt x="926" y="344"/>
                  </a:lnTo>
                  <a:lnTo>
                    <a:pt x="926" y="351"/>
                  </a:lnTo>
                  <a:lnTo>
                    <a:pt x="926" y="357"/>
                  </a:lnTo>
                  <a:lnTo>
                    <a:pt x="926" y="363"/>
                  </a:lnTo>
                  <a:lnTo>
                    <a:pt x="926" y="370"/>
                  </a:lnTo>
                  <a:lnTo>
                    <a:pt x="926" y="376"/>
                  </a:lnTo>
                  <a:lnTo>
                    <a:pt x="926" y="383"/>
                  </a:lnTo>
                  <a:lnTo>
                    <a:pt x="926" y="389"/>
                  </a:lnTo>
                  <a:lnTo>
                    <a:pt x="926" y="394"/>
                  </a:lnTo>
                  <a:lnTo>
                    <a:pt x="926" y="400"/>
                  </a:lnTo>
                  <a:lnTo>
                    <a:pt x="926" y="406"/>
                  </a:lnTo>
                  <a:lnTo>
                    <a:pt x="926" y="411"/>
                  </a:lnTo>
                  <a:lnTo>
                    <a:pt x="926" y="417"/>
                  </a:lnTo>
                  <a:lnTo>
                    <a:pt x="926" y="424"/>
                  </a:lnTo>
                  <a:lnTo>
                    <a:pt x="926" y="430"/>
                  </a:lnTo>
                  <a:lnTo>
                    <a:pt x="926" y="437"/>
                  </a:lnTo>
                  <a:lnTo>
                    <a:pt x="926" y="445"/>
                  </a:lnTo>
                  <a:lnTo>
                    <a:pt x="926" y="454"/>
                  </a:lnTo>
                  <a:lnTo>
                    <a:pt x="926" y="463"/>
                  </a:lnTo>
                  <a:lnTo>
                    <a:pt x="926" y="473"/>
                  </a:lnTo>
                  <a:lnTo>
                    <a:pt x="926" y="484"/>
                  </a:lnTo>
                  <a:lnTo>
                    <a:pt x="926" y="495"/>
                  </a:lnTo>
                  <a:lnTo>
                    <a:pt x="926" y="508"/>
                  </a:lnTo>
                  <a:lnTo>
                    <a:pt x="926" y="521"/>
                  </a:lnTo>
                  <a:lnTo>
                    <a:pt x="926" y="536"/>
                  </a:lnTo>
                  <a:lnTo>
                    <a:pt x="926" y="553"/>
                  </a:lnTo>
                  <a:lnTo>
                    <a:pt x="926" y="570"/>
                  </a:lnTo>
                  <a:lnTo>
                    <a:pt x="926" y="589"/>
                  </a:lnTo>
                  <a:lnTo>
                    <a:pt x="926" y="609"/>
                  </a:lnTo>
                  <a:lnTo>
                    <a:pt x="926" y="632"/>
                  </a:lnTo>
                  <a:lnTo>
                    <a:pt x="926" y="654"/>
                  </a:lnTo>
                  <a:lnTo>
                    <a:pt x="926" y="680"/>
                  </a:lnTo>
                  <a:lnTo>
                    <a:pt x="926" y="708"/>
                  </a:lnTo>
                  <a:lnTo>
                    <a:pt x="926" y="736"/>
                  </a:lnTo>
                  <a:lnTo>
                    <a:pt x="926" y="768"/>
                  </a:lnTo>
                  <a:lnTo>
                    <a:pt x="926" y="800"/>
                  </a:lnTo>
                  <a:lnTo>
                    <a:pt x="926" y="833"/>
                  </a:lnTo>
                  <a:lnTo>
                    <a:pt x="926" y="865"/>
                  </a:lnTo>
                  <a:lnTo>
                    <a:pt x="926" y="893"/>
                  </a:lnTo>
                  <a:lnTo>
                    <a:pt x="926" y="921"/>
                  </a:lnTo>
                  <a:lnTo>
                    <a:pt x="926" y="945"/>
                  </a:lnTo>
                  <a:lnTo>
                    <a:pt x="926" y="970"/>
                  </a:lnTo>
                  <a:lnTo>
                    <a:pt x="926" y="992"/>
                  </a:lnTo>
                  <a:lnTo>
                    <a:pt x="926" y="1012"/>
                  </a:lnTo>
                  <a:lnTo>
                    <a:pt x="926" y="1031"/>
                  </a:lnTo>
                  <a:lnTo>
                    <a:pt x="926" y="1048"/>
                  </a:lnTo>
                  <a:lnTo>
                    <a:pt x="926" y="1065"/>
                  </a:lnTo>
                  <a:lnTo>
                    <a:pt x="926" y="1080"/>
                  </a:lnTo>
                  <a:lnTo>
                    <a:pt x="926" y="1093"/>
                  </a:lnTo>
                  <a:lnTo>
                    <a:pt x="926" y="1106"/>
                  </a:lnTo>
                  <a:lnTo>
                    <a:pt x="926" y="1117"/>
                  </a:lnTo>
                  <a:lnTo>
                    <a:pt x="926" y="1128"/>
                  </a:lnTo>
                  <a:lnTo>
                    <a:pt x="926" y="1138"/>
                  </a:lnTo>
                  <a:lnTo>
                    <a:pt x="926" y="1147"/>
                  </a:lnTo>
                  <a:lnTo>
                    <a:pt x="926" y="1154"/>
                  </a:lnTo>
                  <a:lnTo>
                    <a:pt x="926" y="1162"/>
                  </a:lnTo>
                  <a:lnTo>
                    <a:pt x="926" y="1169"/>
                  </a:lnTo>
                  <a:lnTo>
                    <a:pt x="926" y="1177"/>
                  </a:lnTo>
                  <a:lnTo>
                    <a:pt x="926" y="1182"/>
                  </a:lnTo>
                  <a:lnTo>
                    <a:pt x="926" y="1190"/>
                  </a:lnTo>
                  <a:lnTo>
                    <a:pt x="926" y="1195"/>
                  </a:lnTo>
                  <a:lnTo>
                    <a:pt x="926" y="1201"/>
                  </a:lnTo>
                  <a:lnTo>
                    <a:pt x="926" y="1207"/>
                  </a:lnTo>
                  <a:lnTo>
                    <a:pt x="926" y="1212"/>
                  </a:lnTo>
                  <a:lnTo>
                    <a:pt x="926" y="1218"/>
                  </a:lnTo>
                  <a:lnTo>
                    <a:pt x="926" y="1223"/>
                  </a:lnTo>
                  <a:lnTo>
                    <a:pt x="926" y="1231"/>
                  </a:lnTo>
                  <a:lnTo>
                    <a:pt x="926" y="1237"/>
                  </a:lnTo>
                  <a:lnTo>
                    <a:pt x="926" y="1244"/>
                  </a:lnTo>
                  <a:lnTo>
                    <a:pt x="926" y="1250"/>
                  </a:lnTo>
                  <a:lnTo>
                    <a:pt x="926" y="1255"/>
                  </a:lnTo>
                  <a:lnTo>
                    <a:pt x="926" y="1261"/>
                  </a:lnTo>
                  <a:lnTo>
                    <a:pt x="926" y="1266"/>
                  </a:lnTo>
                  <a:lnTo>
                    <a:pt x="926" y="1272"/>
                  </a:lnTo>
                  <a:lnTo>
                    <a:pt x="926" y="1276"/>
                  </a:lnTo>
                  <a:lnTo>
                    <a:pt x="926" y="1280"/>
                  </a:lnTo>
                  <a:lnTo>
                    <a:pt x="926" y="1285"/>
                  </a:lnTo>
                  <a:lnTo>
                    <a:pt x="924" y="1289"/>
                  </a:lnTo>
                  <a:lnTo>
                    <a:pt x="924" y="1293"/>
                  </a:lnTo>
                  <a:lnTo>
                    <a:pt x="924" y="1296"/>
                  </a:lnTo>
                  <a:lnTo>
                    <a:pt x="922" y="1300"/>
                  </a:lnTo>
                  <a:lnTo>
                    <a:pt x="922" y="1304"/>
                  </a:lnTo>
                  <a:lnTo>
                    <a:pt x="920" y="1306"/>
                  </a:lnTo>
                  <a:lnTo>
                    <a:pt x="918" y="1309"/>
                  </a:lnTo>
                  <a:lnTo>
                    <a:pt x="917" y="1313"/>
                  </a:lnTo>
                  <a:lnTo>
                    <a:pt x="915" y="1317"/>
                  </a:lnTo>
                  <a:lnTo>
                    <a:pt x="913" y="1321"/>
                  </a:lnTo>
                  <a:lnTo>
                    <a:pt x="911" y="1324"/>
                  </a:lnTo>
                  <a:lnTo>
                    <a:pt x="907" y="1328"/>
                  </a:lnTo>
                  <a:lnTo>
                    <a:pt x="905" y="1332"/>
                  </a:lnTo>
                  <a:lnTo>
                    <a:pt x="902" y="1336"/>
                  </a:lnTo>
                  <a:lnTo>
                    <a:pt x="900" y="1339"/>
                  </a:lnTo>
                  <a:lnTo>
                    <a:pt x="896" y="1343"/>
                  </a:lnTo>
                  <a:lnTo>
                    <a:pt x="892" y="1349"/>
                  </a:lnTo>
                  <a:lnTo>
                    <a:pt x="887" y="1354"/>
                  </a:lnTo>
                  <a:lnTo>
                    <a:pt x="883" y="1358"/>
                  </a:lnTo>
                  <a:lnTo>
                    <a:pt x="877" y="1364"/>
                  </a:lnTo>
                  <a:lnTo>
                    <a:pt x="872" y="1369"/>
                  </a:lnTo>
                  <a:lnTo>
                    <a:pt x="866" y="1377"/>
                  </a:lnTo>
                  <a:lnTo>
                    <a:pt x="861" y="1382"/>
                  </a:lnTo>
                  <a:lnTo>
                    <a:pt x="855" y="1390"/>
                  </a:lnTo>
                  <a:lnTo>
                    <a:pt x="849" y="1395"/>
                  </a:lnTo>
                  <a:lnTo>
                    <a:pt x="844" y="1401"/>
                  </a:lnTo>
                  <a:lnTo>
                    <a:pt x="838" y="1406"/>
                  </a:lnTo>
                  <a:lnTo>
                    <a:pt x="834" y="1412"/>
                  </a:lnTo>
                  <a:lnTo>
                    <a:pt x="829" y="1416"/>
                  </a:lnTo>
                  <a:lnTo>
                    <a:pt x="825" y="1421"/>
                  </a:lnTo>
                  <a:lnTo>
                    <a:pt x="821" y="1425"/>
                  </a:lnTo>
                  <a:lnTo>
                    <a:pt x="818" y="1429"/>
                  </a:lnTo>
                  <a:lnTo>
                    <a:pt x="814" y="1433"/>
                  </a:lnTo>
                  <a:lnTo>
                    <a:pt x="810" y="1434"/>
                  </a:lnTo>
                  <a:lnTo>
                    <a:pt x="806" y="1438"/>
                  </a:lnTo>
                  <a:lnTo>
                    <a:pt x="805" y="1440"/>
                  </a:lnTo>
                  <a:lnTo>
                    <a:pt x="801" y="1442"/>
                  </a:lnTo>
                  <a:lnTo>
                    <a:pt x="797" y="1444"/>
                  </a:lnTo>
                  <a:lnTo>
                    <a:pt x="795" y="1446"/>
                  </a:lnTo>
                  <a:lnTo>
                    <a:pt x="791" y="1448"/>
                  </a:lnTo>
                  <a:lnTo>
                    <a:pt x="788" y="1449"/>
                  </a:lnTo>
                  <a:lnTo>
                    <a:pt x="784" y="1451"/>
                  </a:lnTo>
                  <a:lnTo>
                    <a:pt x="782" y="1451"/>
                  </a:lnTo>
                  <a:lnTo>
                    <a:pt x="778" y="1453"/>
                  </a:lnTo>
                  <a:lnTo>
                    <a:pt x="775" y="1453"/>
                  </a:lnTo>
                  <a:lnTo>
                    <a:pt x="771" y="1453"/>
                  </a:lnTo>
                  <a:lnTo>
                    <a:pt x="767" y="1455"/>
                  </a:lnTo>
                  <a:lnTo>
                    <a:pt x="763" y="1455"/>
                  </a:lnTo>
                  <a:lnTo>
                    <a:pt x="760" y="1455"/>
                  </a:lnTo>
                  <a:lnTo>
                    <a:pt x="754" y="1455"/>
                  </a:lnTo>
                  <a:lnTo>
                    <a:pt x="750" y="1455"/>
                  </a:lnTo>
                  <a:lnTo>
                    <a:pt x="745" y="1455"/>
                  </a:lnTo>
                  <a:lnTo>
                    <a:pt x="739" y="1455"/>
                  </a:lnTo>
                  <a:lnTo>
                    <a:pt x="734" y="1455"/>
                  </a:lnTo>
                  <a:lnTo>
                    <a:pt x="728" y="1455"/>
                  </a:lnTo>
                  <a:lnTo>
                    <a:pt x="722" y="1455"/>
                  </a:lnTo>
                  <a:lnTo>
                    <a:pt x="717" y="1455"/>
                  </a:lnTo>
                  <a:lnTo>
                    <a:pt x="711" y="1455"/>
                  </a:lnTo>
                  <a:lnTo>
                    <a:pt x="706" y="1455"/>
                  </a:lnTo>
                  <a:lnTo>
                    <a:pt x="702" y="1455"/>
                  </a:lnTo>
                  <a:lnTo>
                    <a:pt x="696" y="1455"/>
                  </a:lnTo>
                  <a:lnTo>
                    <a:pt x="693" y="1455"/>
                  </a:lnTo>
                  <a:lnTo>
                    <a:pt x="689" y="1455"/>
                  </a:lnTo>
                  <a:lnTo>
                    <a:pt x="685" y="1455"/>
                  </a:lnTo>
                  <a:lnTo>
                    <a:pt x="681" y="1455"/>
                  </a:lnTo>
                  <a:lnTo>
                    <a:pt x="678" y="1455"/>
                  </a:lnTo>
                  <a:lnTo>
                    <a:pt x="674" y="1455"/>
                  </a:lnTo>
                  <a:lnTo>
                    <a:pt x="672" y="1455"/>
                  </a:lnTo>
                  <a:lnTo>
                    <a:pt x="668" y="1455"/>
                  </a:lnTo>
                  <a:lnTo>
                    <a:pt x="665" y="1455"/>
                  </a:lnTo>
                  <a:lnTo>
                    <a:pt x="663" y="1455"/>
                  </a:lnTo>
                  <a:lnTo>
                    <a:pt x="659" y="1455"/>
                  </a:lnTo>
                  <a:lnTo>
                    <a:pt x="655" y="1455"/>
                  </a:lnTo>
                  <a:lnTo>
                    <a:pt x="653" y="1455"/>
                  </a:lnTo>
                  <a:lnTo>
                    <a:pt x="650" y="1455"/>
                  </a:lnTo>
                  <a:lnTo>
                    <a:pt x="646" y="1455"/>
                  </a:lnTo>
                  <a:lnTo>
                    <a:pt x="642" y="1455"/>
                  </a:lnTo>
                  <a:lnTo>
                    <a:pt x="638" y="1455"/>
                  </a:lnTo>
                  <a:lnTo>
                    <a:pt x="635" y="1455"/>
                  </a:lnTo>
                  <a:lnTo>
                    <a:pt x="631" y="1455"/>
                  </a:lnTo>
                  <a:lnTo>
                    <a:pt x="627" y="1455"/>
                  </a:lnTo>
                  <a:lnTo>
                    <a:pt x="623" y="1455"/>
                  </a:lnTo>
                  <a:lnTo>
                    <a:pt x="618" y="1455"/>
                  </a:lnTo>
                  <a:lnTo>
                    <a:pt x="612" y="1455"/>
                  </a:lnTo>
                  <a:lnTo>
                    <a:pt x="609" y="1455"/>
                  </a:lnTo>
                  <a:lnTo>
                    <a:pt x="603" y="1455"/>
                  </a:lnTo>
                  <a:lnTo>
                    <a:pt x="595" y="1455"/>
                  </a:lnTo>
                  <a:lnTo>
                    <a:pt x="590" y="1455"/>
                  </a:lnTo>
                  <a:lnTo>
                    <a:pt x="584" y="1455"/>
                  </a:lnTo>
                  <a:lnTo>
                    <a:pt x="579" y="1455"/>
                  </a:lnTo>
                  <a:lnTo>
                    <a:pt x="573" y="1455"/>
                  </a:lnTo>
                  <a:lnTo>
                    <a:pt x="567" y="1455"/>
                  </a:lnTo>
                  <a:lnTo>
                    <a:pt x="562" y="1455"/>
                  </a:lnTo>
                  <a:lnTo>
                    <a:pt x="556" y="1455"/>
                  </a:lnTo>
                  <a:lnTo>
                    <a:pt x="549" y="1455"/>
                  </a:lnTo>
                  <a:lnTo>
                    <a:pt x="543" y="1455"/>
                  </a:lnTo>
                  <a:lnTo>
                    <a:pt x="536" y="1455"/>
                  </a:lnTo>
                  <a:lnTo>
                    <a:pt x="526" y="1455"/>
                  </a:lnTo>
                  <a:lnTo>
                    <a:pt x="519" y="1455"/>
                  </a:lnTo>
                  <a:lnTo>
                    <a:pt x="508" y="1455"/>
                  </a:lnTo>
                  <a:lnTo>
                    <a:pt x="496" y="1455"/>
                  </a:lnTo>
                  <a:lnTo>
                    <a:pt x="485" y="1455"/>
                  </a:lnTo>
                  <a:lnTo>
                    <a:pt x="472" y="1455"/>
                  </a:lnTo>
                  <a:lnTo>
                    <a:pt x="457" y="1455"/>
                  </a:lnTo>
                  <a:lnTo>
                    <a:pt x="440" y="1455"/>
                  </a:lnTo>
                  <a:lnTo>
                    <a:pt x="424" y="1455"/>
                  </a:lnTo>
                  <a:lnTo>
                    <a:pt x="405" y="1455"/>
                  </a:lnTo>
                  <a:lnTo>
                    <a:pt x="383" y="1455"/>
                  </a:lnTo>
                  <a:lnTo>
                    <a:pt x="360" y="1455"/>
                  </a:lnTo>
                  <a:lnTo>
                    <a:pt x="334" y="1455"/>
                  </a:lnTo>
                  <a:lnTo>
                    <a:pt x="308" y="1455"/>
                  </a:lnTo>
                  <a:lnTo>
                    <a:pt x="278" y="1455"/>
                  </a:lnTo>
                  <a:lnTo>
                    <a:pt x="246" y="1455"/>
                  </a:lnTo>
                  <a:lnTo>
                    <a:pt x="213" y="1455"/>
                  </a:lnTo>
                  <a:lnTo>
                    <a:pt x="175" y="1455"/>
                  </a:lnTo>
                  <a:lnTo>
                    <a:pt x="136" y="1455"/>
                  </a:lnTo>
                  <a:lnTo>
                    <a:pt x="93" y="1455"/>
                  </a:lnTo>
                  <a:lnTo>
                    <a:pt x="48" y="1455"/>
                  </a:lnTo>
                  <a:lnTo>
                    <a:pt x="0" y="1455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7" name="Freeform 50">
              <a:extLst>
                <a:ext uri="{FF2B5EF4-FFF2-40B4-BE49-F238E27FC236}">
                  <a16:creationId xmlns:a16="http://schemas.microsoft.com/office/drawing/2014/main" id="{896E3986-B705-49F9-BEDA-96EB29D84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4126" y="1901826"/>
              <a:ext cx="736600" cy="1154112"/>
            </a:xfrm>
            <a:custGeom>
              <a:avLst/>
              <a:gdLst>
                <a:gd name="T0" fmla="*/ 2147483646 w 927"/>
                <a:gd name="T1" fmla="*/ 0 h 1455"/>
                <a:gd name="T2" fmla="*/ 2147483646 w 927"/>
                <a:gd name="T3" fmla="*/ 0 h 1455"/>
                <a:gd name="T4" fmla="*/ 2147483646 w 927"/>
                <a:gd name="T5" fmla="*/ 0 h 1455"/>
                <a:gd name="T6" fmla="*/ 2147483646 w 927"/>
                <a:gd name="T7" fmla="*/ 0 h 1455"/>
                <a:gd name="T8" fmla="*/ 2147483646 w 927"/>
                <a:gd name="T9" fmla="*/ 0 h 1455"/>
                <a:gd name="T10" fmla="*/ 2147483646 w 927"/>
                <a:gd name="T11" fmla="*/ 0 h 1455"/>
                <a:gd name="T12" fmla="*/ 2147483646 w 927"/>
                <a:gd name="T13" fmla="*/ 0 h 1455"/>
                <a:gd name="T14" fmla="*/ 2147483646 w 927"/>
                <a:gd name="T15" fmla="*/ 2147483646 h 1455"/>
                <a:gd name="T16" fmla="*/ 2147483646 w 927"/>
                <a:gd name="T17" fmla="*/ 2147483646 h 1455"/>
                <a:gd name="T18" fmla="*/ 2147483646 w 927"/>
                <a:gd name="T19" fmla="*/ 2147483646 h 1455"/>
                <a:gd name="T20" fmla="*/ 2147483646 w 927"/>
                <a:gd name="T21" fmla="*/ 2147483646 h 1455"/>
                <a:gd name="T22" fmla="*/ 2147483646 w 927"/>
                <a:gd name="T23" fmla="*/ 2147483646 h 1455"/>
                <a:gd name="T24" fmla="*/ 2147483646 w 927"/>
                <a:gd name="T25" fmla="*/ 2147483646 h 1455"/>
                <a:gd name="T26" fmla="*/ 2147483646 w 927"/>
                <a:gd name="T27" fmla="*/ 2147483646 h 1455"/>
                <a:gd name="T28" fmla="*/ 2147483646 w 927"/>
                <a:gd name="T29" fmla="*/ 2147483646 h 1455"/>
                <a:gd name="T30" fmla="*/ 2147483646 w 927"/>
                <a:gd name="T31" fmla="*/ 2147483646 h 1455"/>
                <a:gd name="T32" fmla="*/ 0 w 927"/>
                <a:gd name="T33" fmla="*/ 2147483646 h 1455"/>
                <a:gd name="T34" fmla="*/ 0 w 927"/>
                <a:gd name="T35" fmla="*/ 2147483646 h 1455"/>
                <a:gd name="T36" fmla="*/ 0 w 927"/>
                <a:gd name="T37" fmla="*/ 2147483646 h 1455"/>
                <a:gd name="T38" fmla="*/ 0 w 927"/>
                <a:gd name="T39" fmla="*/ 2147483646 h 1455"/>
                <a:gd name="T40" fmla="*/ 0 w 927"/>
                <a:gd name="T41" fmla="*/ 2147483646 h 1455"/>
                <a:gd name="T42" fmla="*/ 0 w 927"/>
                <a:gd name="T43" fmla="*/ 2147483646 h 1455"/>
                <a:gd name="T44" fmla="*/ 0 w 927"/>
                <a:gd name="T45" fmla="*/ 2147483646 h 1455"/>
                <a:gd name="T46" fmla="*/ 0 w 927"/>
                <a:gd name="T47" fmla="*/ 2147483646 h 1455"/>
                <a:gd name="T48" fmla="*/ 0 w 927"/>
                <a:gd name="T49" fmla="*/ 2147483646 h 1455"/>
                <a:gd name="T50" fmla="*/ 0 w 927"/>
                <a:gd name="T51" fmla="*/ 2147483646 h 1455"/>
                <a:gd name="T52" fmla="*/ 0 w 927"/>
                <a:gd name="T53" fmla="*/ 2147483646 h 1455"/>
                <a:gd name="T54" fmla="*/ 0 w 927"/>
                <a:gd name="T55" fmla="*/ 2147483646 h 1455"/>
                <a:gd name="T56" fmla="*/ 0 w 927"/>
                <a:gd name="T57" fmla="*/ 2147483646 h 1455"/>
                <a:gd name="T58" fmla="*/ 0 w 927"/>
                <a:gd name="T59" fmla="*/ 2147483646 h 1455"/>
                <a:gd name="T60" fmla="*/ 0 w 927"/>
                <a:gd name="T61" fmla="*/ 2147483646 h 1455"/>
                <a:gd name="T62" fmla="*/ 0 w 927"/>
                <a:gd name="T63" fmla="*/ 2147483646 h 1455"/>
                <a:gd name="T64" fmla="*/ 0 w 927"/>
                <a:gd name="T65" fmla="*/ 2147483646 h 1455"/>
                <a:gd name="T66" fmla="*/ 2147483646 w 927"/>
                <a:gd name="T67" fmla="*/ 2147483646 h 1455"/>
                <a:gd name="T68" fmla="*/ 2147483646 w 927"/>
                <a:gd name="T69" fmla="*/ 2147483646 h 1455"/>
                <a:gd name="T70" fmla="*/ 2147483646 w 927"/>
                <a:gd name="T71" fmla="*/ 2147483646 h 1455"/>
                <a:gd name="T72" fmla="*/ 2147483646 w 927"/>
                <a:gd name="T73" fmla="*/ 2147483646 h 1455"/>
                <a:gd name="T74" fmla="*/ 2147483646 w 927"/>
                <a:gd name="T75" fmla="*/ 2147483646 h 1455"/>
                <a:gd name="T76" fmla="*/ 2147483646 w 927"/>
                <a:gd name="T77" fmla="*/ 2147483646 h 1455"/>
                <a:gd name="T78" fmla="*/ 2147483646 w 927"/>
                <a:gd name="T79" fmla="*/ 2147483646 h 1455"/>
                <a:gd name="T80" fmla="*/ 2147483646 w 927"/>
                <a:gd name="T81" fmla="*/ 2147483646 h 1455"/>
                <a:gd name="T82" fmla="*/ 2147483646 w 927"/>
                <a:gd name="T83" fmla="*/ 2147483646 h 1455"/>
                <a:gd name="T84" fmla="*/ 2147483646 w 927"/>
                <a:gd name="T85" fmla="*/ 2147483646 h 1455"/>
                <a:gd name="T86" fmla="*/ 2147483646 w 927"/>
                <a:gd name="T87" fmla="*/ 2147483646 h 1455"/>
                <a:gd name="T88" fmla="*/ 2147483646 w 927"/>
                <a:gd name="T89" fmla="*/ 2147483646 h 1455"/>
                <a:gd name="T90" fmla="*/ 2147483646 w 927"/>
                <a:gd name="T91" fmla="*/ 2147483646 h 1455"/>
                <a:gd name="T92" fmla="*/ 2147483646 w 927"/>
                <a:gd name="T93" fmla="*/ 2147483646 h 1455"/>
                <a:gd name="T94" fmla="*/ 2147483646 w 927"/>
                <a:gd name="T95" fmla="*/ 2147483646 h 1455"/>
                <a:gd name="T96" fmla="*/ 2147483646 w 927"/>
                <a:gd name="T97" fmla="*/ 2147483646 h 1455"/>
                <a:gd name="T98" fmla="*/ 2147483646 w 927"/>
                <a:gd name="T99" fmla="*/ 2147483646 h 1455"/>
                <a:gd name="T100" fmla="*/ 2147483646 w 927"/>
                <a:gd name="T101" fmla="*/ 2147483646 h 1455"/>
                <a:gd name="T102" fmla="*/ 2147483646 w 927"/>
                <a:gd name="T103" fmla="*/ 2147483646 h 1455"/>
                <a:gd name="T104" fmla="*/ 2147483646 w 927"/>
                <a:gd name="T105" fmla="*/ 2147483646 h 1455"/>
                <a:gd name="T106" fmla="*/ 2147483646 w 927"/>
                <a:gd name="T107" fmla="*/ 2147483646 h 1455"/>
                <a:gd name="T108" fmla="*/ 2147483646 w 927"/>
                <a:gd name="T109" fmla="*/ 2147483646 h 145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27" h="1455">
                  <a:moveTo>
                    <a:pt x="927" y="0"/>
                  </a:moveTo>
                  <a:lnTo>
                    <a:pt x="866" y="0"/>
                  </a:lnTo>
                  <a:lnTo>
                    <a:pt x="810" y="0"/>
                  </a:lnTo>
                  <a:lnTo>
                    <a:pt x="757" y="0"/>
                  </a:lnTo>
                  <a:lnTo>
                    <a:pt x="709" y="0"/>
                  </a:lnTo>
                  <a:lnTo>
                    <a:pt x="662" y="0"/>
                  </a:lnTo>
                  <a:lnTo>
                    <a:pt x="619" y="0"/>
                  </a:lnTo>
                  <a:lnTo>
                    <a:pt x="580" y="0"/>
                  </a:lnTo>
                  <a:lnTo>
                    <a:pt x="543" y="0"/>
                  </a:lnTo>
                  <a:lnTo>
                    <a:pt x="509" y="0"/>
                  </a:lnTo>
                  <a:lnTo>
                    <a:pt x="477" y="0"/>
                  </a:lnTo>
                  <a:lnTo>
                    <a:pt x="449" y="0"/>
                  </a:lnTo>
                  <a:lnTo>
                    <a:pt x="423" y="0"/>
                  </a:lnTo>
                  <a:lnTo>
                    <a:pt x="399" y="0"/>
                  </a:lnTo>
                  <a:lnTo>
                    <a:pt x="377" y="0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23" y="0"/>
                  </a:lnTo>
                  <a:lnTo>
                    <a:pt x="309" y="0"/>
                  </a:lnTo>
                  <a:lnTo>
                    <a:pt x="296" y="0"/>
                  </a:lnTo>
                  <a:lnTo>
                    <a:pt x="283" y="0"/>
                  </a:lnTo>
                  <a:lnTo>
                    <a:pt x="274" y="0"/>
                  </a:lnTo>
                  <a:lnTo>
                    <a:pt x="265" y="0"/>
                  </a:lnTo>
                  <a:lnTo>
                    <a:pt x="255" y="0"/>
                  </a:lnTo>
                  <a:lnTo>
                    <a:pt x="248" y="0"/>
                  </a:lnTo>
                  <a:lnTo>
                    <a:pt x="240" y="0"/>
                  </a:lnTo>
                  <a:lnTo>
                    <a:pt x="235" y="0"/>
                  </a:lnTo>
                  <a:lnTo>
                    <a:pt x="227" y="0"/>
                  </a:lnTo>
                  <a:lnTo>
                    <a:pt x="222" y="0"/>
                  </a:lnTo>
                  <a:lnTo>
                    <a:pt x="216" y="0"/>
                  </a:lnTo>
                  <a:lnTo>
                    <a:pt x="211" y="0"/>
                  </a:lnTo>
                  <a:lnTo>
                    <a:pt x="205" y="0"/>
                  </a:lnTo>
                  <a:lnTo>
                    <a:pt x="199" y="0"/>
                  </a:lnTo>
                  <a:lnTo>
                    <a:pt x="194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7" y="0"/>
                  </a:lnTo>
                  <a:lnTo>
                    <a:pt x="173" y="0"/>
                  </a:lnTo>
                  <a:lnTo>
                    <a:pt x="168" y="0"/>
                  </a:lnTo>
                  <a:lnTo>
                    <a:pt x="164" y="0"/>
                  </a:lnTo>
                  <a:lnTo>
                    <a:pt x="160" y="0"/>
                  </a:lnTo>
                  <a:lnTo>
                    <a:pt x="156" y="2"/>
                  </a:lnTo>
                  <a:lnTo>
                    <a:pt x="153" y="2"/>
                  </a:lnTo>
                  <a:lnTo>
                    <a:pt x="149" y="2"/>
                  </a:lnTo>
                  <a:lnTo>
                    <a:pt x="145" y="4"/>
                  </a:lnTo>
                  <a:lnTo>
                    <a:pt x="143" y="4"/>
                  </a:lnTo>
                  <a:lnTo>
                    <a:pt x="140" y="6"/>
                  </a:lnTo>
                  <a:lnTo>
                    <a:pt x="136" y="8"/>
                  </a:lnTo>
                  <a:lnTo>
                    <a:pt x="132" y="10"/>
                  </a:lnTo>
                  <a:lnTo>
                    <a:pt x="130" y="10"/>
                  </a:lnTo>
                  <a:lnTo>
                    <a:pt x="127" y="13"/>
                  </a:lnTo>
                  <a:lnTo>
                    <a:pt x="123" y="15"/>
                  </a:lnTo>
                  <a:lnTo>
                    <a:pt x="121" y="17"/>
                  </a:lnTo>
                  <a:lnTo>
                    <a:pt x="117" y="21"/>
                  </a:lnTo>
                  <a:lnTo>
                    <a:pt x="113" y="23"/>
                  </a:lnTo>
                  <a:lnTo>
                    <a:pt x="110" y="26"/>
                  </a:lnTo>
                  <a:lnTo>
                    <a:pt x="106" y="30"/>
                  </a:lnTo>
                  <a:lnTo>
                    <a:pt x="102" y="34"/>
                  </a:lnTo>
                  <a:lnTo>
                    <a:pt x="99" y="40"/>
                  </a:lnTo>
                  <a:lnTo>
                    <a:pt x="93" y="43"/>
                  </a:lnTo>
                  <a:lnTo>
                    <a:pt x="89" y="49"/>
                  </a:lnTo>
                  <a:lnTo>
                    <a:pt x="84" y="55"/>
                  </a:lnTo>
                  <a:lnTo>
                    <a:pt x="78" y="60"/>
                  </a:lnTo>
                  <a:lnTo>
                    <a:pt x="72" y="66"/>
                  </a:lnTo>
                  <a:lnTo>
                    <a:pt x="67" y="73"/>
                  </a:lnTo>
                  <a:lnTo>
                    <a:pt x="61" y="79"/>
                  </a:lnTo>
                  <a:lnTo>
                    <a:pt x="56" y="86"/>
                  </a:lnTo>
                  <a:lnTo>
                    <a:pt x="50" y="92"/>
                  </a:lnTo>
                  <a:lnTo>
                    <a:pt x="44" y="97"/>
                  </a:lnTo>
                  <a:lnTo>
                    <a:pt x="41" y="101"/>
                  </a:lnTo>
                  <a:lnTo>
                    <a:pt x="37" y="107"/>
                  </a:lnTo>
                  <a:lnTo>
                    <a:pt x="31" y="111"/>
                  </a:lnTo>
                  <a:lnTo>
                    <a:pt x="29" y="116"/>
                  </a:lnTo>
                  <a:lnTo>
                    <a:pt x="26" y="120"/>
                  </a:lnTo>
                  <a:lnTo>
                    <a:pt x="22" y="124"/>
                  </a:lnTo>
                  <a:lnTo>
                    <a:pt x="20" y="127"/>
                  </a:lnTo>
                  <a:lnTo>
                    <a:pt x="16" y="131"/>
                  </a:lnTo>
                  <a:lnTo>
                    <a:pt x="15" y="135"/>
                  </a:lnTo>
                  <a:lnTo>
                    <a:pt x="13" y="139"/>
                  </a:lnTo>
                  <a:lnTo>
                    <a:pt x="11" y="142"/>
                  </a:lnTo>
                  <a:lnTo>
                    <a:pt x="9" y="146"/>
                  </a:lnTo>
                  <a:lnTo>
                    <a:pt x="7" y="148"/>
                  </a:lnTo>
                  <a:lnTo>
                    <a:pt x="5" y="152"/>
                  </a:lnTo>
                  <a:lnTo>
                    <a:pt x="5" y="155"/>
                  </a:lnTo>
                  <a:lnTo>
                    <a:pt x="3" y="159"/>
                  </a:lnTo>
                  <a:lnTo>
                    <a:pt x="3" y="163"/>
                  </a:lnTo>
                  <a:lnTo>
                    <a:pt x="3" y="167"/>
                  </a:lnTo>
                  <a:lnTo>
                    <a:pt x="1" y="170"/>
                  </a:lnTo>
                  <a:lnTo>
                    <a:pt x="1" y="174"/>
                  </a:lnTo>
                  <a:lnTo>
                    <a:pt x="1" y="180"/>
                  </a:lnTo>
                  <a:lnTo>
                    <a:pt x="1" y="183"/>
                  </a:lnTo>
                  <a:lnTo>
                    <a:pt x="1" y="189"/>
                  </a:lnTo>
                  <a:lnTo>
                    <a:pt x="1" y="195"/>
                  </a:lnTo>
                  <a:lnTo>
                    <a:pt x="1" y="200"/>
                  </a:lnTo>
                  <a:lnTo>
                    <a:pt x="0" y="206"/>
                  </a:lnTo>
                  <a:lnTo>
                    <a:pt x="0" y="211"/>
                  </a:lnTo>
                  <a:lnTo>
                    <a:pt x="0" y="219"/>
                  </a:lnTo>
                  <a:lnTo>
                    <a:pt x="0" y="224"/>
                  </a:lnTo>
                  <a:lnTo>
                    <a:pt x="0" y="232"/>
                  </a:lnTo>
                  <a:lnTo>
                    <a:pt x="0" y="238"/>
                  </a:lnTo>
                  <a:lnTo>
                    <a:pt x="0" y="243"/>
                  </a:lnTo>
                  <a:lnTo>
                    <a:pt x="0" y="247"/>
                  </a:lnTo>
                  <a:lnTo>
                    <a:pt x="0" y="252"/>
                  </a:lnTo>
                  <a:lnTo>
                    <a:pt x="0" y="256"/>
                  </a:lnTo>
                  <a:lnTo>
                    <a:pt x="0" y="262"/>
                  </a:lnTo>
                  <a:lnTo>
                    <a:pt x="0" y="266"/>
                  </a:lnTo>
                  <a:lnTo>
                    <a:pt x="0" y="269"/>
                  </a:lnTo>
                  <a:lnTo>
                    <a:pt x="0" y="273"/>
                  </a:lnTo>
                  <a:lnTo>
                    <a:pt x="0" y="277"/>
                  </a:lnTo>
                  <a:lnTo>
                    <a:pt x="0" y="280"/>
                  </a:lnTo>
                  <a:lnTo>
                    <a:pt x="0" y="284"/>
                  </a:lnTo>
                  <a:lnTo>
                    <a:pt x="0" y="288"/>
                  </a:lnTo>
                  <a:lnTo>
                    <a:pt x="0" y="292"/>
                  </a:lnTo>
                  <a:lnTo>
                    <a:pt x="0" y="294"/>
                  </a:lnTo>
                  <a:lnTo>
                    <a:pt x="0" y="297"/>
                  </a:lnTo>
                  <a:lnTo>
                    <a:pt x="0" y="301"/>
                  </a:lnTo>
                  <a:lnTo>
                    <a:pt x="0" y="305"/>
                  </a:lnTo>
                  <a:lnTo>
                    <a:pt x="0" y="308"/>
                  </a:lnTo>
                  <a:lnTo>
                    <a:pt x="0" y="312"/>
                  </a:lnTo>
                  <a:lnTo>
                    <a:pt x="0" y="316"/>
                  </a:lnTo>
                  <a:lnTo>
                    <a:pt x="0" y="320"/>
                  </a:lnTo>
                  <a:lnTo>
                    <a:pt x="0" y="325"/>
                  </a:lnTo>
                  <a:lnTo>
                    <a:pt x="0" y="329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0" y="344"/>
                  </a:lnTo>
                  <a:lnTo>
                    <a:pt x="0" y="351"/>
                  </a:lnTo>
                  <a:lnTo>
                    <a:pt x="0" y="357"/>
                  </a:lnTo>
                  <a:lnTo>
                    <a:pt x="0" y="363"/>
                  </a:lnTo>
                  <a:lnTo>
                    <a:pt x="0" y="370"/>
                  </a:lnTo>
                  <a:lnTo>
                    <a:pt x="0" y="376"/>
                  </a:lnTo>
                  <a:lnTo>
                    <a:pt x="0" y="383"/>
                  </a:lnTo>
                  <a:lnTo>
                    <a:pt x="0" y="389"/>
                  </a:lnTo>
                  <a:lnTo>
                    <a:pt x="0" y="394"/>
                  </a:lnTo>
                  <a:lnTo>
                    <a:pt x="0" y="400"/>
                  </a:lnTo>
                  <a:lnTo>
                    <a:pt x="0" y="406"/>
                  </a:lnTo>
                  <a:lnTo>
                    <a:pt x="0" y="411"/>
                  </a:lnTo>
                  <a:lnTo>
                    <a:pt x="0" y="417"/>
                  </a:lnTo>
                  <a:lnTo>
                    <a:pt x="0" y="424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5"/>
                  </a:lnTo>
                  <a:lnTo>
                    <a:pt x="0" y="454"/>
                  </a:lnTo>
                  <a:lnTo>
                    <a:pt x="0" y="463"/>
                  </a:lnTo>
                  <a:lnTo>
                    <a:pt x="0" y="473"/>
                  </a:lnTo>
                  <a:lnTo>
                    <a:pt x="0" y="484"/>
                  </a:lnTo>
                  <a:lnTo>
                    <a:pt x="0" y="495"/>
                  </a:lnTo>
                  <a:lnTo>
                    <a:pt x="0" y="508"/>
                  </a:lnTo>
                  <a:lnTo>
                    <a:pt x="0" y="521"/>
                  </a:lnTo>
                  <a:lnTo>
                    <a:pt x="0" y="536"/>
                  </a:lnTo>
                  <a:lnTo>
                    <a:pt x="0" y="553"/>
                  </a:lnTo>
                  <a:lnTo>
                    <a:pt x="0" y="570"/>
                  </a:lnTo>
                  <a:lnTo>
                    <a:pt x="0" y="589"/>
                  </a:lnTo>
                  <a:lnTo>
                    <a:pt x="0" y="609"/>
                  </a:lnTo>
                  <a:lnTo>
                    <a:pt x="0" y="632"/>
                  </a:lnTo>
                  <a:lnTo>
                    <a:pt x="0" y="654"/>
                  </a:lnTo>
                  <a:lnTo>
                    <a:pt x="0" y="680"/>
                  </a:lnTo>
                  <a:lnTo>
                    <a:pt x="0" y="708"/>
                  </a:lnTo>
                  <a:lnTo>
                    <a:pt x="0" y="736"/>
                  </a:lnTo>
                  <a:lnTo>
                    <a:pt x="0" y="768"/>
                  </a:lnTo>
                  <a:lnTo>
                    <a:pt x="0" y="800"/>
                  </a:lnTo>
                  <a:lnTo>
                    <a:pt x="0" y="833"/>
                  </a:lnTo>
                  <a:lnTo>
                    <a:pt x="0" y="865"/>
                  </a:lnTo>
                  <a:lnTo>
                    <a:pt x="0" y="893"/>
                  </a:lnTo>
                  <a:lnTo>
                    <a:pt x="0" y="921"/>
                  </a:lnTo>
                  <a:lnTo>
                    <a:pt x="0" y="945"/>
                  </a:lnTo>
                  <a:lnTo>
                    <a:pt x="0" y="970"/>
                  </a:lnTo>
                  <a:lnTo>
                    <a:pt x="0" y="992"/>
                  </a:lnTo>
                  <a:lnTo>
                    <a:pt x="0" y="1012"/>
                  </a:lnTo>
                  <a:lnTo>
                    <a:pt x="0" y="1031"/>
                  </a:lnTo>
                  <a:lnTo>
                    <a:pt x="0" y="1048"/>
                  </a:lnTo>
                  <a:lnTo>
                    <a:pt x="0" y="1065"/>
                  </a:lnTo>
                  <a:lnTo>
                    <a:pt x="0" y="1080"/>
                  </a:lnTo>
                  <a:lnTo>
                    <a:pt x="0" y="1093"/>
                  </a:lnTo>
                  <a:lnTo>
                    <a:pt x="0" y="1106"/>
                  </a:lnTo>
                  <a:lnTo>
                    <a:pt x="0" y="1117"/>
                  </a:lnTo>
                  <a:lnTo>
                    <a:pt x="0" y="1128"/>
                  </a:lnTo>
                  <a:lnTo>
                    <a:pt x="0" y="1138"/>
                  </a:lnTo>
                  <a:lnTo>
                    <a:pt x="0" y="1147"/>
                  </a:lnTo>
                  <a:lnTo>
                    <a:pt x="0" y="1154"/>
                  </a:lnTo>
                  <a:lnTo>
                    <a:pt x="0" y="1162"/>
                  </a:lnTo>
                  <a:lnTo>
                    <a:pt x="0" y="1169"/>
                  </a:lnTo>
                  <a:lnTo>
                    <a:pt x="0" y="1177"/>
                  </a:lnTo>
                  <a:lnTo>
                    <a:pt x="0" y="1182"/>
                  </a:lnTo>
                  <a:lnTo>
                    <a:pt x="0" y="1190"/>
                  </a:lnTo>
                  <a:lnTo>
                    <a:pt x="0" y="1195"/>
                  </a:lnTo>
                  <a:lnTo>
                    <a:pt x="0" y="1201"/>
                  </a:lnTo>
                  <a:lnTo>
                    <a:pt x="0" y="1207"/>
                  </a:lnTo>
                  <a:lnTo>
                    <a:pt x="0" y="1212"/>
                  </a:lnTo>
                  <a:lnTo>
                    <a:pt x="0" y="1218"/>
                  </a:lnTo>
                  <a:lnTo>
                    <a:pt x="0" y="1223"/>
                  </a:lnTo>
                  <a:lnTo>
                    <a:pt x="0" y="1231"/>
                  </a:lnTo>
                  <a:lnTo>
                    <a:pt x="0" y="1237"/>
                  </a:lnTo>
                  <a:lnTo>
                    <a:pt x="0" y="1244"/>
                  </a:lnTo>
                  <a:lnTo>
                    <a:pt x="0" y="1250"/>
                  </a:lnTo>
                  <a:lnTo>
                    <a:pt x="1" y="1255"/>
                  </a:lnTo>
                  <a:lnTo>
                    <a:pt x="1" y="1261"/>
                  </a:lnTo>
                  <a:lnTo>
                    <a:pt x="1" y="1266"/>
                  </a:lnTo>
                  <a:lnTo>
                    <a:pt x="1" y="1272"/>
                  </a:lnTo>
                  <a:lnTo>
                    <a:pt x="1" y="1276"/>
                  </a:lnTo>
                  <a:lnTo>
                    <a:pt x="1" y="1280"/>
                  </a:lnTo>
                  <a:lnTo>
                    <a:pt x="1" y="1285"/>
                  </a:lnTo>
                  <a:lnTo>
                    <a:pt x="3" y="1289"/>
                  </a:lnTo>
                  <a:lnTo>
                    <a:pt x="3" y="1293"/>
                  </a:lnTo>
                  <a:lnTo>
                    <a:pt x="3" y="1296"/>
                  </a:lnTo>
                  <a:lnTo>
                    <a:pt x="5" y="1300"/>
                  </a:lnTo>
                  <a:lnTo>
                    <a:pt x="5" y="1304"/>
                  </a:lnTo>
                  <a:lnTo>
                    <a:pt x="7" y="1306"/>
                  </a:lnTo>
                  <a:lnTo>
                    <a:pt x="9" y="1309"/>
                  </a:lnTo>
                  <a:lnTo>
                    <a:pt x="11" y="1313"/>
                  </a:lnTo>
                  <a:lnTo>
                    <a:pt x="13" y="1317"/>
                  </a:lnTo>
                  <a:lnTo>
                    <a:pt x="15" y="1321"/>
                  </a:lnTo>
                  <a:lnTo>
                    <a:pt x="16" y="1324"/>
                  </a:lnTo>
                  <a:lnTo>
                    <a:pt x="20" y="1328"/>
                  </a:lnTo>
                  <a:lnTo>
                    <a:pt x="22" y="1332"/>
                  </a:lnTo>
                  <a:lnTo>
                    <a:pt x="26" y="1336"/>
                  </a:lnTo>
                  <a:lnTo>
                    <a:pt x="29" y="1339"/>
                  </a:lnTo>
                  <a:lnTo>
                    <a:pt x="31" y="1343"/>
                  </a:lnTo>
                  <a:lnTo>
                    <a:pt x="37" y="1349"/>
                  </a:lnTo>
                  <a:lnTo>
                    <a:pt x="41" y="1354"/>
                  </a:lnTo>
                  <a:lnTo>
                    <a:pt x="44" y="1358"/>
                  </a:lnTo>
                  <a:lnTo>
                    <a:pt x="50" y="1364"/>
                  </a:lnTo>
                  <a:lnTo>
                    <a:pt x="56" y="1369"/>
                  </a:lnTo>
                  <a:lnTo>
                    <a:pt x="61" y="1377"/>
                  </a:lnTo>
                  <a:lnTo>
                    <a:pt x="67" y="1382"/>
                  </a:lnTo>
                  <a:lnTo>
                    <a:pt x="72" y="1390"/>
                  </a:lnTo>
                  <a:lnTo>
                    <a:pt x="78" y="1395"/>
                  </a:lnTo>
                  <a:lnTo>
                    <a:pt x="84" y="1401"/>
                  </a:lnTo>
                  <a:lnTo>
                    <a:pt x="89" y="1406"/>
                  </a:lnTo>
                  <a:lnTo>
                    <a:pt x="93" y="1412"/>
                  </a:lnTo>
                  <a:lnTo>
                    <a:pt x="99" y="1416"/>
                  </a:lnTo>
                  <a:lnTo>
                    <a:pt x="102" y="1421"/>
                  </a:lnTo>
                  <a:lnTo>
                    <a:pt x="106" y="1425"/>
                  </a:lnTo>
                  <a:lnTo>
                    <a:pt x="110" y="1429"/>
                  </a:lnTo>
                  <a:lnTo>
                    <a:pt x="113" y="1433"/>
                  </a:lnTo>
                  <a:lnTo>
                    <a:pt x="117" y="1434"/>
                  </a:lnTo>
                  <a:lnTo>
                    <a:pt x="121" y="1438"/>
                  </a:lnTo>
                  <a:lnTo>
                    <a:pt x="123" y="1440"/>
                  </a:lnTo>
                  <a:lnTo>
                    <a:pt x="127" y="1442"/>
                  </a:lnTo>
                  <a:lnTo>
                    <a:pt x="130" y="1444"/>
                  </a:lnTo>
                  <a:lnTo>
                    <a:pt x="132" y="1446"/>
                  </a:lnTo>
                  <a:lnTo>
                    <a:pt x="136" y="1448"/>
                  </a:lnTo>
                  <a:lnTo>
                    <a:pt x="140" y="1449"/>
                  </a:lnTo>
                  <a:lnTo>
                    <a:pt x="143" y="1451"/>
                  </a:lnTo>
                  <a:lnTo>
                    <a:pt x="145" y="1451"/>
                  </a:lnTo>
                  <a:lnTo>
                    <a:pt x="149" y="1453"/>
                  </a:lnTo>
                  <a:lnTo>
                    <a:pt x="153" y="1453"/>
                  </a:lnTo>
                  <a:lnTo>
                    <a:pt x="156" y="1453"/>
                  </a:lnTo>
                  <a:lnTo>
                    <a:pt x="160" y="1455"/>
                  </a:lnTo>
                  <a:lnTo>
                    <a:pt x="164" y="1455"/>
                  </a:lnTo>
                  <a:lnTo>
                    <a:pt x="168" y="1455"/>
                  </a:lnTo>
                  <a:lnTo>
                    <a:pt x="173" y="1455"/>
                  </a:lnTo>
                  <a:lnTo>
                    <a:pt x="177" y="1455"/>
                  </a:lnTo>
                  <a:lnTo>
                    <a:pt x="183" y="1455"/>
                  </a:lnTo>
                  <a:lnTo>
                    <a:pt x="188" y="1455"/>
                  </a:lnTo>
                  <a:lnTo>
                    <a:pt x="194" y="1455"/>
                  </a:lnTo>
                  <a:lnTo>
                    <a:pt x="199" y="1455"/>
                  </a:lnTo>
                  <a:lnTo>
                    <a:pt x="205" y="1455"/>
                  </a:lnTo>
                  <a:lnTo>
                    <a:pt x="211" y="1455"/>
                  </a:lnTo>
                  <a:lnTo>
                    <a:pt x="216" y="1455"/>
                  </a:lnTo>
                  <a:lnTo>
                    <a:pt x="222" y="1455"/>
                  </a:lnTo>
                  <a:lnTo>
                    <a:pt x="225" y="1455"/>
                  </a:lnTo>
                  <a:lnTo>
                    <a:pt x="231" y="1455"/>
                  </a:lnTo>
                  <a:lnTo>
                    <a:pt x="235" y="1455"/>
                  </a:lnTo>
                  <a:lnTo>
                    <a:pt x="239" y="1455"/>
                  </a:lnTo>
                  <a:lnTo>
                    <a:pt x="242" y="1455"/>
                  </a:lnTo>
                  <a:lnTo>
                    <a:pt x="246" y="1455"/>
                  </a:lnTo>
                  <a:lnTo>
                    <a:pt x="250" y="1455"/>
                  </a:lnTo>
                  <a:lnTo>
                    <a:pt x="253" y="1455"/>
                  </a:lnTo>
                  <a:lnTo>
                    <a:pt x="255" y="1455"/>
                  </a:lnTo>
                  <a:lnTo>
                    <a:pt x="259" y="1455"/>
                  </a:lnTo>
                  <a:lnTo>
                    <a:pt x="263" y="1455"/>
                  </a:lnTo>
                  <a:lnTo>
                    <a:pt x="265" y="1455"/>
                  </a:lnTo>
                  <a:lnTo>
                    <a:pt x="268" y="1455"/>
                  </a:lnTo>
                  <a:lnTo>
                    <a:pt x="272" y="1455"/>
                  </a:lnTo>
                  <a:lnTo>
                    <a:pt x="274" y="1455"/>
                  </a:lnTo>
                  <a:lnTo>
                    <a:pt x="278" y="1455"/>
                  </a:lnTo>
                  <a:lnTo>
                    <a:pt x="281" y="1455"/>
                  </a:lnTo>
                  <a:lnTo>
                    <a:pt x="285" y="1455"/>
                  </a:lnTo>
                  <a:lnTo>
                    <a:pt x="289" y="1455"/>
                  </a:lnTo>
                  <a:lnTo>
                    <a:pt x="293" y="1455"/>
                  </a:lnTo>
                  <a:lnTo>
                    <a:pt x="296" y="1455"/>
                  </a:lnTo>
                  <a:lnTo>
                    <a:pt x="300" y="1455"/>
                  </a:lnTo>
                  <a:lnTo>
                    <a:pt x="304" y="1455"/>
                  </a:lnTo>
                  <a:lnTo>
                    <a:pt x="309" y="1455"/>
                  </a:lnTo>
                  <a:lnTo>
                    <a:pt x="315" y="1455"/>
                  </a:lnTo>
                  <a:lnTo>
                    <a:pt x="319" y="1455"/>
                  </a:lnTo>
                  <a:lnTo>
                    <a:pt x="324" y="1455"/>
                  </a:lnTo>
                  <a:lnTo>
                    <a:pt x="332" y="1455"/>
                  </a:lnTo>
                  <a:lnTo>
                    <a:pt x="337" y="1455"/>
                  </a:lnTo>
                  <a:lnTo>
                    <a:pt x="343" y="1455"/>
                  </a:lnTo>
                  <a:lnTo>
                    <a:pt x="349" y="1455"/>
                  </a:lnTo>
                  <a:lnTo>
                    <a:pt x="354" y="1455"/>
                  </a:lnTo>
                  <a:lnTo>
                    <a:pt x="360" y="1455"/>
                  </a:lnTo>
                  <a:lnTo>
                    <a:pt x="365" y="1455"/>
                  </a:lnTo>
                  <a:lnTo>
                    <a:pt x="371" y="1455"/>
                  </a:lnTo>
                  <a:lnTo>
                    <a:pt x="379" y="1455"/>
                  </a:lnTo>
                  <a:lnTo>
                    <a:pt x="384" y="1455"/>
                  </a:lnTo>
                  <a:lnTo>
                    <a:pt x="392" y="1455"/>
                  </a:lnTo>
                  <a:lnTo>
                    <a:pt x="401" y="1455"/>
                  </a:lnTo>
                  <a:lnTo>
                    <a:pt x="408" y="1455"/>
                  </a:lnTo>
                  <a:lnTo>
                    <a:pt x="420" y="1455"/>
                  </a:lnTo>
                  <a:lnTo>
                    <a:pt x="431" y="1455"/>
                  </a:lnTo>
                  <a:lnTo>
                    <a:pt x="442" y="1455"/>
                  </a:lnTo>
                  <a:lnTo>
                    <a:pt x="455" y="1455"/>
                  </a:lnTo>
                  <a:lnTo>
                    <a:pt x="470" y="1455"/>
                  </a:lnTo>
                  <a:lnTo>
                    <a:pt x="487" y="1455"/>
                  </a:lnTo>
                  <a:lnTo>
                    <a:pt x="504" y="1455"/>
                  </a:lnTo>
                  <a:lnTo>
                    <a:pt x="522" y="1455"/>
                  </a:lnTo>
                  <a:lnTo>
                    <a:pt x="545" y="1455"/>
                  </a:lnTo>
                  <a:lnTo>
                    <a:pt x="567" y="1455"/>
                  </a:lnTo>
                  <a:lnTo>
                    <a:pt x="593" y="1455"/>
                  </a:lnTo>
                  <a:lnTo>
                    <a:pt x="619" y="1455"/>
                  </a:lnTo>
                  <a:lnTo>
                    <a:pt x="649" y="1455"/>
                  </a:lnTo>
                  <a:lnTo>
                    <a:pt x="681" y="1455"/>
                  </a:lnTo>
                  <a:lnTo>
                    <a:pt x="715" y="1455"/>
                  </a:lnTo>
                  <a:lnTo>
                    <a:pt x="752" y="1455"/>
                  </a:lnTo>
                  <a:lnTo>
                    <a:pt x="791" y="1455"/>
                  </a:lnTo>
                  <a:lnTo>
                    <a:pt x="834" y="1455"/>
                  </a:lnTo>
                  <a:lnTo>
                    <a:pt x="879" y="1455"/>
                  </a:lnTo>
                  <a:lnTo>
                    <a:pt x="927" y="1455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8" name="Line 52">
              <a:extLst>
                <a:ext uri="{FF2B5EF4-FFF2-40B4-BE49-F238E27FC236}">
                  <a16:creationId xmlns:a16="http://schemas.microsoft.com/office/drawing/2014/main" id="{327BD7CE-9196-4E6A-A741-C8B47CF77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7701" y="3540125"/>
              <a:ext cx="1587" cy="127476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09" name="Line 53">
              <a:extLst>
                <a:ext uri="{FF2B5EF4-FFF2-40B4-BE49-F238E27FC236}">
                  <a16:creationId xmlns:a16="http://schemas.microsoft.com/office/drawing/2014/main" id="{DDD55918-3C0D-4D3C-B012-4ECF22CDE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2426" y="2151063"/>
              <a:ext cx="592137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0" name="Line 54">
              <a:extLst>
                <a:ext uri="{FF2B5EF4-FFF2-40B4-BE49-F238E27FC236}">
                  <a16:creationId xmlns:a16="http://schemas.microsoft.com/office/drawing/2014/main" id="{68333952-9116-4EEA-80E0-A5D4851BD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8026" y="3055938"/>
              <a:ext cx="307975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1" name="Rectangle 55">
              <a:extLst>
                <a:ext uri="{FF2B5EF4-FFF2-40B4-BE49-F238E27FC236}">
                  <a16:creationId xmlns:a16="http://schemas.microsoft.com/office/drawing/2014/main" id="{D41DF653-84D2-4DCA-95AC-E72D4E5A0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126" y="3922712"/>
              <a:ext cx="388937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2" name="Rectangle 56">
              <a:extLst>
                <a:ext uri="{FF2B5EF4-FFF2-40B4-BE49-F238E27FC236}">
                  <a16:creationId xmlns:a16="http://schemas.microsoft.com/office/drawing/2014/main" id="{1D2DE8C4-F40E-4CB6-B1AB-773D93C81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0951" y="2870201"/>
              <a:ext cx="304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3" name="Rectangle 57">
              <a:extLst>
                <a:ext uri="{FF2B5EF4-FFF2-40B4-BE49-F238E27FC236}">
                  <a16:creationId xmlns:a16="http://schemas.microsoft.com/office/drawing/2014/main" id="{E456CF5E-3E96-41F5-9B05-4D7A5C050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1126" y="3006726"/>
              <a:ext cx="250825" cy="296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4" name="Rectangle 58">
              <a:extLst>
                <a:ext uri="{FF2B5EF4-FFF2-40B4-BE49-F238E27FC236}">
                  <a16:creationId xmlns:a16="http://schemas.microsoft.com/office/drawing/2014/main" id="{67F2A338-E768-407D-AAF1-23E28230B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413" y="2870201"/>
              <a:ext cx="304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5" name="Rectangle 59">
              <a:extLst>
                <a:ext uri="{FF2B5EF4-FFF2-40B4-BE49-F238E27FC236}">
                  <a16:creationId xmlns:a16="http://schemas.microsoft.com/office/drawing/2014/main" id="{3C6B2EC7-AB46-4B55-A50B-E3CFFF290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1" y="3006726"/>
              <a:ext cx="250825" cy="296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6" name="Rectangle 60">
              <a:extLst>
                <a:ext uri="{FF2B5EF4-FFF2-40B4-BE49-F238E27FC236}">
                  <a16:creationId xmlns:a16="http://schemas.microsoft.com/office/drawing/2014/main" id="{BEAB8FEF-7A38-4F7D-8380-DC03FE06B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2576" y="2870201"/>
              <a:ext cx="338137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7" name="Rectangle 61">
              <a:extLst>
                <a:ext uri="{FF2B5EF4-FFF2-40B4-BE49-F238E27FC236}">
                  <a16:creationId xmlns:a16="http://schemas.microsoft.com/office/drawing/2014/main" id="{67DDBBE1-43BE-4855-81FB-5BDD5607C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6651" y="2862263"/>
              <a:ext cx="330200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(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8" name="Rectangle 62">
              <a:extLst>
                <a:ext uri="{FF2B5EF4-FFF2-40B4-BE49-F238E27FC236}">
                  <a16:creationId xmlns:a16="http://schemas.microsoft.com/office/drawing/2014/main" id="{5035A087-CF78-4FE3-BCEB-4189B25A6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7238" y="2862263"/>
              <a:ext cx="330200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)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19" name="Rectangle 63">
              <a:extLst>
                <a:ext uri="{FF2B5EF4-FFF2-40B4-BE49-F238E27FC236}">
                  <a16:creationId xmlns:a16="http://schemas.microsoft.com/office/drawing/2014/main" id="{B6E1FCF7-D279-427F-A079-05A67C243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0951" y="1979613"/>
              <a:ext cx="304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0" name="Rectangle 64">
              <a:extLst>
                <a:ext uri="{FF2B5EF4-FFF2-40B4-BE49-F238E27FC236}">
                  <a16:creationId xmlns:a16="http://schemas.microsoft.com/office/drawing/2014/main" id="{C38C0268-923F-4985-9BA0-F550215EC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1126" y="2114551"/>
              <a:ext cx="250825" cy="296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1" name="Rectangle 65">
              <a:extLst>
                <a:ext uri="{FF2B5EF4-FFF2-40B4-BE49-F238E27FC236}">
                  <a16:creationId xmlns:a16="http://schemas.microsoft.com/office/drawing/2014/main" id="{9F7F9A49-31B7-4C62-AE4B-33AB83A3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413" y="1979613"/>
              <a:ext cx="304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2" name="Rectangle 66">
              <a:extLst>
                <a:ext uri="{FF2B5EF4-FFF2-40B4-BE49-F238E27FC236}">
                  <a16:creationId xmlns:a16="http://schemas.microsoft.com/office/drawing/2014/main" id="{02A368BC-2F71-4402-822F-3964BB8B0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1" y="2114551"/>
              <a:ext cx="250825" cy="296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3" name="Rectangle 67">
              <a:extLst>
                <a:ext uri="{FF2B5EF4-FFF2-40B4-BE49-F238E27FC236}">
                  <a16:creationId xmlns:a16="http://schemas.microsoft.com/office/drawing/2014/main" id="{3C429DCC-F792-4419-A47C-EF9792FD4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2576" y="1979613"/>
              <a:ext cx="338137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4" name="Rectangle 68">
              <a:extLst>
                <a:ext uri="{FF2B5EF4-FFF2-40B4-BE49-F238E27FC236}">
                  <a16:creationId xmlns:a16="http://schemas.microsoft.com/office/drawing/2014/main" id="{477EFA01-169F-4C51-A34C-042BFFEF7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6651" y="1971676"/>
              <a:ext cx="330200" cy="404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(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5" name="Rectangle 69">
              <a:extLst>
                <a:ext uri="{FF2B5EF4-FFF2-40B4-BE49-F238E27FC236}">
                  <a16:creationId xmlns:a16="http://schemas.microsoft.com/office/drawing/2014/main" id="{C6327BA3-36E3-4136-9BF3-A515E63FA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7238" y="1971676"/>
              <a:ext cx="330200" cy="404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)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6" name="Rectangle 70">
              <a:extLst>
                <a:ext uri="{FF2B5EF4-FFF2-40B4-BE49-F238E27FC236}">
                  <a16:creationId xmlns:a16="http://schemas.microsoft.com/office/drawing/2014/main" id="{9F142365-4564-4E88-BBE2-EC0B9A917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288" y="4851400"/>
              <a:ext cx="304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7" name="Rectangle 71">
              <a:extLst>
                <a:ext uri="{FF2B5EF4-FFF2-40B4-BE49-F238E27FC236}">
                  <a16:creationId xmlns:a16="http://schemas.microsoft.com/office/drawing/2014/main" id="{5904A972-A4A0-407A-BE18-05D4B00DC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876" y="4983162"/>
              <a:ext cx="250825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8" name="Rectangle 72">
              <a:extLst>
                <a:ext uri="{FF2B5EF4-FFF2-40B4-BE49-F238E27FC236}">
                  <a16:creationId xmlns:a16="http://schemas.microsoft.com/office/drawing/2014/main" id="{492E1B8A-4059-4092-856F-352601328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6" y="4851400"/>
              <a:ext cx="304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29" name="Rectangle 73">
              <a:extLst>
                <a:ext uri="{FF2B5EF4-FFF2-40B4-BE49-F238E27FC236}">
                  <a16:creationId xmlns:a16="http://schemas.microsoft.com/office/drawing/2014/main" id="{65C22496-FDCB-4ECD-90FE-93A18D1BC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751" y="4983162"/>
              <a:ext cx="250825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0" name="Rectangle 74">
              <a:extLst>
                <a:ext uri="{FF2B5EF4-FFF2-40B4-BE49-F238E27FC236}">
                  <a16:creationId xmlns:a16="http://schemas.microsoft.com/office/drawing/2014/main" id="{22A6DD97-3133-4ACE-83FD-FF403472A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451" y="4851400"/>
              <a:ext cx="304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1" name="Rectangle 75">
              <a:extLst>
                <a:ext uri="{FF2B5EF4-FFF2-40B4-BE49-F238E27FC236}">
                  <a16:creationId xmlns:a16="http://schemas.microsoft.com/office/drawing/2014/main" id="{ABAB49BD-75C7-4CA5-B864-84E606DAD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626" y="4983162"/>
              <a:ext cx="250825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2" name="Rectangle 76">
              <a:extLst>
                <a:ext uri="{FF2B5EF4-FFF2-40B4-BE49-F238E27FC236}">
                  <a16:creationId xmlns:a16="http://schemas.microsoft.com/office/drawing/2014/main" id="{96AFECB9-46D5-4612-B2A0-DAD7CCF84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0326" y="4851400"/>
              <a:ext cx="304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3" name="Rectangle 77">
              <a:extLst>
                <a:ext uri="{FF2B5EF4-FFF2-40B4-BE49-F238E27FC236}">
                  <a16:creationId xmlns:a16="http://schemas.microsoft.com/office/drawing/2014/main" id="{288F43C9-C2F0-454A-BC3F-DE592014B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0501" y="4983162"/>
              <a:ext cx="250825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4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4" name="Rectangle 78">
              <a:extLst>
                <a:ext uri="{FF2B5EF4-FFF2-40B4-BE49-F238E27FC236}">
                  <a16:creationId xmlns:a16="http://schemas.microsoft.com/office/drawing/2014/main" id="{604B8BE8-6F7A-4696-B9DE-FDF245A85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8738" y="4851400"/>
              <a:ext cx="338138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5" name="Rectangle 79">
              <a:extLst>
                <a:ext uri="{FF2B5EF4-FFF2-40B4-BE49-F238E27FC236}">
                  <a16:creationId xmlns:a16="http://schemas.microsoft.com/office/drawing/2014/main" id="{E9654E90-4544-4B82-8F77-DBD277ED5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613" y="4851400"/>
              <a:ext cx="338138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6" name="Rectangle 80">
              <a:extLst>
                <a:ext uri="{FF2B5EF4-FFF2-40B4-BE49-F238E27FC236}">
                  <a16:creationId xmlns:a16="http://schemas.microsoft.com/office/drawing/2014/main" id="{7F80D64E-FE42-4A24-A817-C187A6C24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4851400"/>
              <a:ext cx="338138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7" name="Rectangle 81">
              <a:extLst>
                <a:ext uri="{FF2B5EF4-FFF2-40B4-BE49-F238E27FC236}">
                  <a16:creationId xmlns:a16="http://schemas.microsoft.com/office/drawing/2014/main" id="{81098455-1A77-4BB8-B1A2-577FEAE00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401" y="4843462"/>
              <a:ext cx="330200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(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8" name="Line 82">
              <a:extLst>
                <a:ext uri="{FF2B5EF4-FFF2-40B4-BE49-F238E27FC236}">
                  <a16:creationId xmlns:a16="http://schemas.microsoft.com/office/drawing/2014/main" id="{395CE48C-7ECE-48E1-ABC4-C4AD96998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94101" y="4906962"/>
              <a:ext cx="60325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39" name="Line 83">
              <a:extLst>
                <a:ext uri="{FF2B5EF4-FFF2-40B4-BE49-F238E27FC236}">
                  <a16:creationId xmlns:a16="http://schemas.microsoft.com/office/drawing/2014/main" id="{8C7AEA1A-6827-44AD-8CE3-74EDFA2D7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8926" y="4906962"/>
              <a:ext cx="88900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40" name="Line 84">
              <a:extLst>
                <a:ext uri="{FF2B5EF4-FFF2-40B4-BE49-F238E27FC236}">
                  <a16:creationId xmlns:a16="http://schemas.microsoft.com/office/drawing/2014/main" id="{7D808888-43EA-4875-B4CD-5786E674F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2326" y="4906962"/>
              <a:ext cx="88900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41" name="Line 85">
              <a:extLst>
                <a:ext uri="{FF2B5EF4-FFF2-40B4-BE49-F238E27FC236}">
                  <a16:creationId xmlns:a16="http://schemas.microsoft.com/office/drawing/2014/main" id="{BF89FCCF-6850-4C97-B532-DC10EAFCA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65726" y="4906962"/>
              <a:ext cx="58737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342" name="Rectangle 86">
              <a:extLst>
                <a:ext uri="{FF2B5EF4-FFF2-40B4-BE49-F238E27FC236}">
                  <a16:creationId xmlns:a16="http://schemas.microsoft.com/office/drawing/2014/main" id="{8C52EFC6-0EB1-484E-B129-3326D945A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326" y="4843462"/>
              <a:ext cx="330200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)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6258" name="TextBox 125">
            <a:extLst>
              <a:ext uri="{FF2B5EF4-FFF2-40B4-BE49-F238E27FC236}">
                <a16:creationId xmlns:a16="http://schemas.microsoft.com/office/drawing/2014/main" id="{2F8FB39A-D6C2-46DC-9A57-132EF99A2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2.61 from the textbook ]</a:t>
            </a:r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FC1ECE8F-CC53-1A47-85A3-39D890D37067}"/>
              </a:ext>
            </a:extLst>
          </p:cNvPr>
          <p:cNvSpPr txBox="1">
            <a:spLocks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POS minimization of  f ( x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,…, x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=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∏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M(0, 1, 4, 8, 9, 12, 15)</a:t>
            </a:r>
          </a:p>
        </p:txBody>
      </p:sp>
    </p:spTree>
    <p:extLst>
      <p:ext uri="{BB962C8B-B14F-4D97-AF65-F5344CB8AC3E}">
        <p14:creationId xmlns:p14="http://schemas.microsoft.com/office/powerpoint/2010/main" val="345424719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10437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ＭＳ Ｐゴシック"/>
              </a:rPr>
              <a:t>Lecture 10: Test Q1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ＭＳ Ｐゴシック"/>
              </a:rPr>
              <a:t>Find the simplest POS form of the following functions using a K-map</a:t>
            </a: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ＭＳ Ｐゴシック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9812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4112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12192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5850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21364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2076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5240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4222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F22829-D9FE-4073-A944-087D1604FB77}"/>
                  </a:ext>
                </a:extLst>
              </p14:cNvPr>
              <p14:cNvContentPartPr/>
              <p14:nvPr/>
            </p14:nvContentPartPr>
            <p14:xfrm>
              <a:off x="6559920" y="941040"/>
              <a:ext cx="808560" cy="43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F22829-D9FE-4073-A944-087D1604FB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0560" y="931680"/>
                <a:ext cx="827280" cy="45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06369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D90360-3B21-4048-9E84-CD66033C6025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2545ccdc-34fc-4cec-a48d-ba29d7877a9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7221</TotalTime>
  <Words>2574</Words>
  <Application>Microsoft Office PowerPoint</Application>
  <PresentationFormat>On-screen Show (4:3)</PresentationFormat>
  <Paragraphs>1489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MS PGothic</vt:lpstr>
      <vt:lpstr>MS PGothic</vt:lpstr>
      <vt:lpstr>Arial</vt:lpstr>
      <vt:lpstr>Calibri</vt:lpstr>
      <vt:lpstr>Symbol</vt:lpstr>
      <vt:lpstr>System</vt:lpstr>
      <vt:lpstr>Times</vt:lpstr>
      <vt:lpstr>Times New Roman</vt:lpstr>
      <vt:lpstr>Times-Roman</vt:lpstr>
      <vt:lpstr>Wingdings</vt:lpstr>
      <vt:lpstr>Default Design</vt:lpstr>
      <vt:lpstr>Blank</vt:lpstr>
      <vt:lpstr>1_Blank</vt:lpstr>
      <vt:lpstr>PowerPoint Presentation</vt:lpstr>
      <vt:lpstr>Administrative Stuff</vt:lpstr>
      <vt:lpstr>10 – Minimization</vt:lpstr>
      <vt:lpstr>Review</vt:lpstr>
      <vt:lpstr>PowerPoint Presentation</vt:lpstr>
      <vt:lpstr>Step-By-Step Example</vt:lpstr>
      <vt:lpstr>Grouping Rules</vt:lpstr>
      <vt:lpstr>These are all valid groupings</vt:lpstr>
      <vt:lpstr>These are all invalid groupings</vt:lpstr>
      <vt:lpstr>PowerPoint Presentation</vt:lpstr>
      <vt:lpstr>Three Different Ways to Draw the K-map</vt:lpstr>
      <vt:lpstr>Three Different Ways to Draw the K-map</vt:lpstr>
      <vt:lpstr>Three-Variable K-Map: Valid Grouping</vt:lpstr>
      <vt:lpstr>Three-Variable K-Map: Invalid Groupings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Five-Variable K-Map</vt:lpstr>
      <vt:lpstr>PowerPoint Presentation</vt:lpstr>
      <vt:lpstr>PowerPoint Presentation</vt:lpstr>
      <vt:lpstr>PowerPoint Presentation</vt:lpstr>
      <vt:lpstr>Strategy For Minimization Readings-2.12 </vt:lpstr>
      <vt:lpstr>Why concerned with minimization?</vt:lpstr>
      <vt:lpstr>Terminology</vt:lpstr>
      <vt:lpstr>Terminology</vt:lpstr>
      <vt:lpstr>Terminology</vt:lpstr>
      <vt:lpstr>Terminology</vt:lpstr>
      <vt:lpstr>Terminology</vt:lpstr>
      <vt:lpstr>Terminology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3</vt:lpstr>
      <vt:lpstr>Example 3</vt:lpstr>
      <vt:lpstr>PowerPoint Presentation</vt:lpstr>
      <vt:lpstr>PowerPoint Presentation</vt:lpstr>
      <vt:lpstr>Minimization of Product-of-Sums Forms</vt:lpstr>
      <vt:lpstr>Do You Still Remember This  Boolean Algebra Theorem?</vt:lpstr>
      <vt:lpstr>Grouping Example</vt:lpstr>
      <vt:lpstr>Grouping Example</vt:lpstr>
      <vt:lpstr>Grouping Example</vt:lpstr>
      <vt:lpstr>Grouping Example</vt:lpstr>
      <vt:lpstr>Grouping Example</vt:lpstr>
      <vt:lpstr>Step-By-Step Example</vt:lpstr>
      <vt:lpstr>Step-By-Step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210</cp:revision>
  <dcterms:created xsi:type="dcterms:W3CDTF">2003-05-23T15:49:24Z</dcterms:created>
  <dcterms:modified xsi:type="dcterms:W3CDTF">2022-02-09T23:16:48Z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